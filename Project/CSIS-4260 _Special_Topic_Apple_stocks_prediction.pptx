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2" r:id="rId4"/>
    <p:sldMasterId id="2147483805" r:id="rId5"/>
  </p:sldMasterIdLst>
  <p:notesMasterIdLst>
    <p:notesMasterId r:id="rId36"/>
  </p:notesMasterIdLst>
  <p:sldIdLst>
    <p:sldId id="256" r:id="rId6"/>
    <p:sldId id="257" r:id="rId7"/>
    <p:sldId id="260" r:id="rId8"/>
    <p:sldId id="258" r:id="rId9"/>
    <p:sldId id="259" r:id="rId10"/>
    <p:sldId id="261" r:id="rId11"/>
    <p:sldId id="262" r:id="rId12"/>
    <p:sldId id="264" r:id="rId13"/>
    <p:sldId id="265" r:id="rId14"/>
    <p:sldId id="266" r:id="rId15"/>
    <p:sldId id="267" r:id="rId16"/>
    <p:sldId id="268" r:id="rId17"/>
    <p:sldId id="269" r:id="rId18"/>
    <p:sldId id="270" r:id="rId19"/>
    <p:sldId id="271" r:id="rId20"/>
    <p:sldId id="272" r:id="rId21"/>
    <p:sldId id="274" r:id="rId22"/>
    <p:sldId id="279" r:id="rId23"/>
    <p:sldId id="273" r:id="rId24"/>
    <p:sldId id="275" r:id="rId25"/>
    <p:sldId id="276" r:id="rId26"/>
    <p:sldId id="277" r:id="rId27"/>
    <p:sldId id="278" r:id="rId28"/>
    <p:sldId id="280" r:id="rId29"/>
    <p:sldId id="281" r:id="rId30"/>
    <p:sldId id="282" r:id="rId31"/>
    <p:sldId id="283" r:id="rId32"/>
    <p:sldId id="284" r:id="rId33"/>
    <p:sldId id="285" r:id="rId34"/>
    <p:sldId id="286"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CCC"/>
    <a:srgbClr val="FFCCFF"/>
    <a:srgbClr val="9966FF"/>
    <a:srgbClr val="FF00FF"/>
    <a:srgbClr val="FF5050"/>
    <a:srgbClr val="FFFF99"/>
    <a:srgbClr val="CC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97C8A2B-5CF5-4B01-A5AD-C37A4993D11E}" v="1755" dt="2025-04-11T09:13:42.54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1" d="100"/>
          <a:sy n="101" d="100"/>
        </p:scale>
        <p:origin x="18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theme" Target="theme/theme1.xml"/><Relationship Id="rId21" Type="http://schemas.openxmlformats.org/officeDocument/2006/relationships/slide" Target="slides/slide16.xml"/><Relationship Id="rId34" Type="http://schemas.openxmlformats.org/officeDocument/2006/relationships/slide" Target="slides/slide29.xml"/><Relationship Id="rId42" Type="http://schemas.microsoft.com/office/2015/10/relationships/revisionInfo" Target="revisionInfo.xml"/><Relationship Id="rId7" Type="http://schemas.openxmlformats.org/officeDocument/2006/relationships/slide" Target="slides/slide2.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41"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notesMaster" Target="notesMasters/notesMaster1.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8" Type="http://schemas.openxmlformats.org/officeDocument/2006/relationships/slide" Target="slides/slide3.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hyo Thaw" userId="16eb5ffc8e637809" providerId="LiveId" clId="{297C8A2B-5CF5-4B01-A5AD-C37A4993D11E}"/>
    <pc:docChg chg="undo redo custSel addSld delSld modSld sldOrd modMainMaster">
      <pc:chgData name="Phyo Thaw" userId="16eb5ffc8e637809" providerId="LiveId" clId="{297C8A2B-5CF5-4B01-A5AD-C37A4993D11E}" dt="2025-04-11T09:14:09.395" v="5790" actId="12"/>
      <pc:docMkLst>
        <pc:docMk/>
      </pc:docMkLst>
      <pc:sldChg chg="modSp mod">
        <pc:chgData name="Phyo Thaw" userId="16eb5ffc8e637809" providerId="LiveId" clId="{297C8A2B-5CF5-4B01-A5AD-C37A4993D11E}" dt="2025-04-11T08:28:36.405" v="5417" actId="2711"/>
        <pc:sldMkLst>
          <pc:docMk/>
          <pc:sldMk cId="790619647" sldId="257"/>
        </pc:sldMkLst>
        <pc:spChg chg="mod">
          <ac:chgData name="Phyo Thaw" userId="16eb5ffc8e637809" providerId="LiveId" clId="{297C8A2B-5CF5-4B01-A5AD-C37A4993D11E}" dt="2025-04-11T08:28:36.405" v="5417" actId="2711"/>
          <ac:spMkLst>
            <pc:docMk/>
            <pc:sldMk cId="790619647" sldId="257"/>
            <ac:spMk id="2" creationId="{93C941C1-A7B6-916D-FCE9-7D08D1E9D00D}"/>
          </ac:spMkLst>
        </pc:spChg>
        <pc:graphicFrameChg chg="mod modGraphic">
          <ac:chgData name="Phyo Thaw" userId="16eb5ffc8e637809" providerId="LiveId" clId="{297C8A2B-5CF5-4B01-A5AD-C37A4993D11E}" dt="2025-04-11T08:28:31.618" v="5416" actId="2711"/>
          <ac:graphicFrameMkLst>
            <pc:docMk/>
            <pc:sldMk cId="790619647" sldId="257"/>
            <ac:graphicFrameMk id="7" creationId="{7E64A1DD-75AC-7723-B507-1C3CC5E7CB4F}"/>
          </ac:graphicFrameMkLst>
        </pc:graphicFrameChg>
      </pc:sldChg>
      <pc:sldChg chg="modSp mod ord">
        <pc:chgData name="Phyo Thaw" userId="16eb5ffc8e637809" providerId="LiveId" clId="{297C8A2B-5CF5-4B01-A5AD-C37A4993D11E}" dt="2025-04-11T04:51:00.654" v="2007" actId="404"/>
        <pc:sldMkLst>
          <pc:docMk/>
          <pc:sldMk cId="3581310764" sldId="258"/>
        </pc:sldMkLst>
        <pc:spChg chg="mod">
          <ac:chgData name="Phyo Thaw" userId="16eb5ffc8e637809" providerId="LiveId" clId="{297C8A2B-5CF5-4B01-A5AD-C37A4993D11E}" dt="2025-04-11T04:51:00.654" v="2007" actId="404"/>
          <ac:spMkLst>
            <pc:docMk/>
            <pc:sldMk cId="3581310764" sldId="258"/>
            <ac:spMk id="2" creationId="{2609DD81-1BF6-A8FF-1D18-F4A1EC0CEB56}"/>
          </ac:spMkLst>
        </pc:spChg>
        <pc:spChg chg="mod">
          <ac:chgData name="Phyo Thaw" userId="16eb5ffc8e637809" providerId="LiveId" clId="{297C8A2B-5CF5-4B01-A5AD-C37A4993D11E}" dt="2025-04-11T01:12:12.299" v="23" actId="404"/>
          <ac:spMkLst>
            <pc:docMk/>
            <pc:sldMk cId="3581310764" sldId="258"/>
            <ac:spMk id="22" creationId="{E8BCAD0C-29B0-C786-9661-087F30760D16}"/>
          </ac:spMkLst>
        </pc:spChg>
      </pc:sldChg>
      <pc:sldChg chg="addSp delSp modSp add mod setBg modClrScheme addAnim modAnim setClrOvrMap delDesignElem chgLayout">
        <pc:chgData name="Phyo Thaw" userId="16eb5ffc8e637809" providerId="LiveId" clId="{297C8A2B-5CF5-4B01-A5AD-C37A4993D11E}" dt="2025-04-11T07:59:19.004" v="4999"/>
        <pc:sldMkLst>
          <pc:docMk/>
          <pc:sldMk cId="1839634042" sldId="259"/>
        </pc:sldMkLst>
        <pc:spChg chg="mod ord">
          <ac:chgData name="Phyo Thaw" userId="16eb5ffc8e637809" providerId="LiveId" clId="{297C8A2B-5CF5-4B01-A5AD-C37A4993D11E}" dt="2025-04-11T03:46:30.916" v="925" actId="20577"/>
          <ac:spMkLst>
            <pc:docMk/>
            <pc:sldMk cId="1839634042" sldId="259"/>
            <ac:spMk id="2" creationId="{02460E68-F3AF-45FD-F008-12972670F3CA}"/>
          </ac:spMkLst>
        </pc:spChg>
        <pc:spChg chg="add del mod">
          <ac:chgData name="Phyo Thaw" userId="16eb5ffc8e637809" providerId="LiveId" clId="{297C8A2B-5CF5-4B01-A5AD-C37A4993D11E}" dt="2025-04-11T01:11:16.801" v="17" actId="700"/>
          <ac:spMkLst>
            <pc:docMk/>
            <pc:sldMk cId="1839634042" sldId="259"/>
            <ac:spMk id="4" creationId="{21FA5697-C7FE-CD7D-096E-B18151037970}"/>
          </ac:spMkLst>
        </pc:spChg>
        <pc:spChg chg="add del">
          <ac:chgData name="Phyo Thaw" userId="16eb5ffc8e637809" providerId="LiveId" clId="{297C8A2B-5CF5-4B01-A5AD-C37A4993D11E}" dt="2025-04-11T01:11:52.006" v="21" actId="26606"/>
          <ac:spMkLst>
            <pc:docMk/>
            <pc:sldMk cId="1839634042" sldId="259"/>
            <ac:spMk id="12" creationId="{B40FCD49-2060-48B9-8212-8A5F1DF4726F}"/>
          </ac:spMkLst>
        </pc:spChg>
        <pc:spChg chg="add del">
          <ac:chgData name="Phyo Thaw" userId="16eb5ffc8e637809" providerId="LiveId" clId="{297C8A2B-5CF5-4B01-A5AD-C37A4993D11E}" dt="2025-04-11T07:59:19.004" v="4999"/>
          <ac:spMkLst>
            <pc:docMk/>
            <pc:sldMk cId="1839634042" sldId="259"/>
            <ac:spMk id="13" creationId="{B40FCD49-2060-48B9-8212-8A5F1DF4726F}"/>
          </ac:spMkLst>
        </pc:spChg>
        <pc:spChg chg="add del">
          <ac:chgData name="Phyo Thaw" userId="16eb5ffc8e637809" providerId="LiveId" clId="{297C8A2B-5CF5-4B01-A5AD-C37A4993D11E}" dt="2025-04-11T01:12:01.944" v="22" actId="26606"/>
          <ac:spMkLst>
            <pc:docMk/>
            <pc:sldMk cId="1839634042" sldId="259"/>
            <ac:spMk id="23" creationId="{B40FCD49-2060-48B9-8212-8A5F1DF4726F}"/>
          </ac:spMkLst>
        </pc:spChg>
        <pc:spChg chg="add del">
          <ac:chgData name="Phyo Thaw" userId="16eb5ffc8e637809" providerId="LiveId" clId="{297C8A2B-5CF5-4B01-A5AD-C37A4993D11E}" dt="2025-04-11T06:02:24.570" v="3220"/>
          <ac:spMkLst>
            <pc:docMk/>
            <pc:sldMk cId="1839634042" sldId="259"/>
            <ac:spMk id="36" creationId="{B40FCD49-2060-48B9-8212-8A5F1DF4726F}"/>
          </ac:spMkLst>
        </pc:spChg>
        <pc:graphicFrameChg chg="del">
          <ac:chgData name="Phyo Thaw" userId="16eb5ffc8e637809" providerId="LiveId" clId="{297C8A2B-5CF5-4B01-A5AD-C37A4993D11E}" dt="2025-04-11T01:08:52.581" v="3" actId="478"/>
          <ac:graphicFrameMkLst>
            <pc:docMk/>
            <pc:sldMk cId="1839634042" sldId="259"/>
            <ac:graphicFrameMk id="7" creationId="{6DA4F065-E7A0-C0F5-D2BD-F89DE42D745C}"/>
          </ac:graphicFrameMkLst>
        </pc:graphicFrameChg>
        <pc:picChg chg="add mod">
          <ac:chgData name="Phyo Thaw" userId="16eb5ffc8e637809" providerId="LiveId" clId="{297C8A2B-5CF5-4B01-A5AD-C37A4993D11E}" dt="2025-04-11T01:12:01.944" v="22" actId="26606"/>
          <ac:picMkLst>
            <pc:docMk/>
            <pc:sldMk cId="1839634042" sldId="259"/>
            <ac:picMk id="5" creationId="{73FD68BE-2896-7CEC-E897-1A1B429CC332}"/>
          </ac:picMkLst>
        </pc:picChg>
        <pc:picChg chg="add del">
          <ac:chgData name="Phyo Thaw" userId="16eb5ffc8e637809" providerId="LiveId" clId="{297C8A2B-5CF5-4B01-A5AD-C37A4993D11E}" dt="2025-04-11T01:11:52.006" v="21" actId="26606"/>
          <ac:picMkLst>
            <pc:docMk/>
            <pc:sldMk cId="1839634042" sldId="259"/>
            <ac:picMk id="8" creationId="{22790EC5-ACA7-4536-8066-B60199F3C6DF}"/>
          </ac:picMkLst>
        </pc:picChg>
        <pc:picChg chg="add del">
          <ac:chgData name="Phyo Thaw" userId="16eb5ffc8e637809" providerId="LiveId" clId="{297C8A2B-5CF5-4B01-A5AD-C37A4993D11E}" dt="2025-04-11T07:59:19.004" v="4999"/>
          <ac:picMkLst>
            <pc:docMk/>
            <pc:sldMk cId="1839634042" sldId="259"/>
            <ac:picMk id="9" creationId="{22790EC5-ACA7-4536-8066-B60199F3C6DF}"/>
          </ac:picMkLst>
        </pc:picChg>
        <pc:picChg chg="add del">
          <ac:chgData name="Phyo Thaw" userId="16eb5ffc8e637809" providerId="LiveId" clId="{297C8A2B-5CF5-4B01-A5AD-C37A4993D11E}" dt="2025-04-11T01:11:52.006" v="21" actId="26606"/>
          <ac:picMkLst>
            <pc:docMk/>
            <pc:sldMk cId="1839634042" sldId="259"/>
            <ac:picMk id="10" creationId="{CAD20AEA-7CAF-4A83-BE2E-EAF010B8B7FC}"/>
          </ac:picMkLst>
        </pc:picChg>
        <pc:picChg chg="add del">
          <ac:chgData name="Phyo Thaw" userId="16eb5ffc8e637809" providerId="LiveId" clId="{297C8A2B-5CF5-4B01-A5AD-C37A4993D11E}" dt="2025-04-11T07:59:19.004" v="4999"/>
          <ac:picMkLst>
            <pc:docMk/>
            <pc:sldMk cId="1839634042" sldId="259"/>
            <ac:picMk id="11" creationId="{CAD20AEA-7CAF-4A83-BE2E-EAF010B8B7FC}"/>
          </ac:picMkLst>
        </pc:picChg>
        <pc:picChg chg="add del">
          <ac:chgData name="Phyo Thaw" userId="16eb5ffc8e637809" providerId="LiveId" clId="{297C8A2B-5CF5-4B01-A5AD-C37A4993D11E}" dt="2025-04-11T01:11:52.006" v="21" actId="26606"/>
          <ac:picMkLst>
            <pc:docMk/>
            <pc:sldMk cId="1839634042" sldId="259"/>
            <ac:picMk id="14" creationId="{83A45DCD-B5FB-4A86-88D2-91088C7FFC5F}"/>
          </ac:picMkLst>
        </pc:picChg>
        <pc:picChg chg="add del">
          <ac:chgData name="Phyo Thaw" userId="16eb5ffc8e637809" providerId="LiveId" clId="{297C8A2B-5CF5-4B01-A5AD-C37A4993D11E}" dt="2025-04-11T07:59:19.004" v="4999"/>
          <ac:picMkLst>
            <pc:docMk/>
            <pc:sldMk cId="1839634042" sldId="259"/>
            <ac:picMk id="16" creationId="{83A45DCD-B5FB-4A86-88D2-91088C7FFC5F}"/>
          </ac:picMkLst>
        </pc:picChg>
        <pc:picChg chg="add del">
          <ac:chgData name="Phyo Thaw" userId="16eb5ffc8e637809" providerId="LiveId" clId="{297C8A2B-5CF5-4B01-A5AD-C37A4993D11E}" dt="2025-04-11T01:12:01.944" v="22" actId="26606"/>
          <ac:picMkLst>
            <pc:docMk/>
            <pc:sldMk cId="1839634042" sldId="259"/>
            <ac:picMk id="19" creationId="{22790EC5-ACA7-4536-8066-B60199F3C6DF}"/>
          </ac:picMkLst>
        </pc:picChg>
        <pc:picChg chg="add del">
          <ac:chgData name="Phyo Thaw" userId="16eb5ffc8e637809" providerId="LiveId" clId="{297C8A2B-5CF5-4B01-A5AD-C37A4993D11E}" dt="2025-04-11T01:12:01.944" v="22" actId="26606"/>
          <ac:picMkLst>
            <pc:docMk/>
            <pc:sldMk cId="1839634042" sldId="259"/>
            <ac:picMk id="21" creationId="{CAD20AEA-7CAF-4A83-BE2E-EAF010B8B7FC}"/>
          </ac:picMkLst>
        </pc:picChg>
        <pc:picChg chg="add del">
          <ac:chgData name="Phyo Thaw" userId="16eb5ffc8e637809" providerId="LiveId" clId="{297C8A2B-5CF5-4B01-A5AD-C37A4993D11E}" dt="2025-04-11T01:12:01.944" v="22" actId="26606"/>
          <ac:picMkLst>
            <pc:docMk/>
            <pc:sldMk cId="1839634042" sldId="259"/>
            <ac:picMk id="25" creationId="{DA70F40A-D18F-4F05-A106-6D2CB24DC79A}"/>
          </ac:picMkLst>
        </pc:picChg>
        <pc:picChg chg="add del">
          <ac:chgData name="Phyo Thaw" userId="16eb5ffc8e637809" providerId="LiveId" clId="{297C8A2B-5CF5-4B01-A5AD-C37A4993D11E}" dt="2025-04-11T01:12:01.944" v="22" actId="26606"/>
          <ac:picMkLst>
            <pc:docMk/>
            <pc:sldMk cId="1839634042" sldId="259"/>
            <ac:picMk id="27" creationId="{83A45DCD-B5FB-4A86-88D2-91088C7FFC5F}"/>
          </ac:picMkLst>
        </pc:picChg>
        <pc:picChg chg="add del">
          <ac:chgData name="Phyo Thaw" userId="16eb5ffc8e637809" providerId="LiveId" clId="{297C8A2B-5CF5-4B01-A5AD-C37A4993D11E}" dt="2025-04-11T06:02:24.570" v="3220"/>
          <ac:picMkLst>
            <pc:docMk/>
            <pc:sldMk cId="1839634042" sldId="259"/>
            <ac:picMk id="32" creationId="{22790EC5-ACA7-4536-8066-B60199F3C6DF}"/>
          </ac:picMkLst>
        </pc:picChg>
        <pc:picChg chg="add del">
          <ac:chgData name="Phyo Thaw" userId="16eb5ffc8e637809" providerId="LiveId" clId="{297C8A2B-5CF5-4B01-A5AD-C37A4993D11E}" dt="2025-04-11T06:02:24.570" v="3220"/>
          <ac:picMkLst>
            <pc:docMk/>
            <pc:sldMk cId="1839634042" sldId="259"/>
            <ac:picMk id="34" creationId="{CAD20AEA-7CAF-4A83-BE2E-EAF010B8B7FC}"/>
          </ac:picMkLst>
        </pc:picChg>
        <pc:picChg chg="add del">
          <ac:chgData name="Phyo Thaw" userId="16eb5ffc8e637809" providerId="LiveId" clId="{297C8A2B-5CF5-4B01-A5AD-C37A4993D11E}" dt="2025-04-11T06:02:24.570" v="3220"/>
          <ac:picMkLst>
            <pc:docMk/>
            <pc:sldMk cId="1839634042" sldId="259"/>
            <ac:picMk id="38" creationId="{83A45DCD-B5FB-4A86-88D2-91088C7FFC5F}"/>
          </ac:picMkLst>
        </pc:picChg>
      </pc:sldChg>
      <pc:sldChg chg="addSp delSp modSp new mod setBg modClrScheme addAnim modAnim setClrOvrMap delDesignElem chgLayout">
        <pc:chgData name="Phyo Thaw" userId="16eb5ffc8e637809" providerId="LiveId" clId="{297C8A2B-5CF5-4B01-A5AD-C37A4993D11E}" dt="2025-04-11T07:59:19.004" v="4999"/>
        <pc:sldMkLst>
          <pc:docMk/>
          <pc:sldMk cId="1554897167" sldId="260"/>
        </pc:sldMkLst>
        <pc:spChg chg="mod ord">
          <ac:chgData name="Phyo Thaw" userId="16eb5ffc8e637809" providerId="LiveId" clId="{297C8A2B-5CF5-4B01-A5AD-C37A4993D11E}" dt="2025-04-11T01:11:00.468" v="15" actId="113"/>
          <ac:spMkLst>
            <pc:docMk/>
            <pc:sldMk cId="1554897167" sldId="260"/>
            <ac:spMk id="2" creationId="{472557E0-0189-7BCF-4F5F-C12BDBC891E0}"/>
          </ac:spMkLst>
        </pc:spChg>
        <pc:spChg chg="del">
          <ac:chgData name="Phyo Thaw" userId="16eb5ffc8e637809" providerId="LiveId" clId="{297C8A2B-5CF5-4B01-A5AD-C37A4993D11E}" dt="2025-04-11T01:10:20.978" v="8" actId="700"/>
          <ac:spMkLst>
            <pc:docMk/>
            <pc:sldMk cId="1554897167" sldId="260"/>
            <ac:spMk id="3" creationId="{B63CECBC-0C26-A03A-F5D9-6B272713DAD9}"/>
          </ac:spMkLst>
        </pc:spChg>
        <pc:spChg chg="add del">
          <ac:chgData name="Phyo Thaw" userId="16eb5ffc8e637809" providerId="LiveId" clId="{297C8A2B-5CF5-4B01-A5AD-C37A4993D11E}" dt="2025-04-11T01:10:50.702" v="12" actId="26606"/>
          <ac:spMkLst>
            <pc:docMk/>
            <pc:sldMk cId="1554897167" sldId="260"/>
            <ac:spMk id="11" creationId="{864672EB-02A8-48AB-BCFB-00B78DBA6A1E}"/>
          </ac:spMkLst>
        </pc:spChg>
        <pc:spChg chg="add del">
          <ac:chgData name="Phyo Thaw" userId="16eb5ffc8e637809" providerId="LiveId" clId="{297C8A2B-5CF5-4B01-A5AD-C37A4993D11E}" dt="2025-04-11T01:10:48.894" v="10" actId="26606"/>
          <ac:spMkLst>
            <pc:docMk/>
            <pc:sldMk cId="1554897167" sldId="260"/>
            <ac:spMk id="12" creationId="{B40FCD49-2060-48B9-8212-8A5F1DF4726F}"/>
          </ac:spMkLst>
        </pc:spChg>
        <pc:spChg chg="add del">
          <ac:chgData name="Phyo Thaw" userId="16eb5ffc8e637809" providerId="LiveId" clId="{297C8A2B-5CF5-4B01-A5AD-C37A4993D11E}" dt="2025-04-11T01:10:50.702" v="12" actId="26606"/>
          <ac:spMkLst>
            <pc:docMk/>
            <pc:sldMk cId="1554897167" sldId="260"/>
            <ac:spMk id="13" creationId="{7255A803-13A1-44E9-ACA9-889A5CC39BB5}"/>
          </ac:spMkLst>
        </pc:spChg>
        <pc:spChg chg="add del">
          <ac:chgData name="Phyo Thaw" userId="16eb5ffc8e637809" providerId="LiveId" clId="{297C8A2B-5CF5-4B01-A5AD-C37A4993D11E}" dt="2025-04-11T01:10:50.702" v="12" actId="26606"/>
          <ac:spMkLst>
            <pc:docMk/>
            <pc:sldMk cId="1554897167" sldId="260"/>
            <ac:spMk id="15" creationId="{BC82C52F-0333-430E-AF00-FA48A518A1A5}"/>
          </ac:spMkLst>
        </pc:spChg>
        <pc:spChg chg="add del">
          <ac:chgData name="Phyo Thaw" userId="16eb5ffc8e637809" providerId="LiveId" clId="{297C8A2B-5CF5-4B01-A5AD-C37A4993D11E}" dt="2025-04-11T06:02:24.570" v="3220"/>
          <ac:spMkLst>
            <pc:docMk/>
            <pc:sldMk cId="1554897167" sldId="260"/>
            <ac:spMk id="27" creationId="{B40FCD49-2060-48B9-8212-8A5F1DF4726F}"/>
          </ac:spMkLst>
        </pc:spChg>
        <pc:spChg chg="add del">
          <ac:chgData name="Phyo Thaw" userId="16eb5ffc8e637809" providerId="LiveId" clId="{297C8A2B-5CF5-4B01-A5AD-C37A4993D11E}" dt="2025-04-11T07:59:19.004" v="4999"/>
          <ac:spMkLst>
            <pc:docMk/>
            <pc:sldMk cId="1554897167" sldId="260"/>
            <ac:spMk id="37" creationId="{B40FCD49-2060-48B9-8212-8A5F1DF4726F}"/>
          </ac:spMkLst>
        </pc:spChg>
        <pc:picChg chg="add del">
          <ac:chgData name="Phyo Thaw" userId="16eb5ffc8e637809" providerId="LiveId" clId="{297C8A2B-5CF5-4B01-A5AD-C37A4993D11E}" dt="2025-04-11T01:10:48.894" v="10" actId="26606"/>
          <ac:picMkLst>
            <pc:docMk/>
            <pc:sldMk cId="1554897167" sldId="260"/>
            <ac:picMk id="4" creationId="{05D6F025-F1FF-5787-136D-A977D2D70751}"/>
          </ac:picMkLst>
        </pc:picChg>
        <pc:picChg chg="add del">
          <ac:chgData name="Phyo Thaw" userId="16eb5ffc8e637809" providerId="LiveId" clId="{297C8A2B-5CF5-4B01-A5AD-C37A4993D11E}" dt="2025-04-11T01:10:50.702" v="12" actId="26606"/>
          <ac:picMkLst>
            <pc:docMk/>
            <pc:sldMk cId="1554897167" sldId="260"/>
            <ac:picMk id="7" creationId="{9A0F0AC6-A89F-416B-9FA4-48E664065E73}"/>
          </ac:picMkLst>
        </pc:picChg>
        <pc:picChg chg="add del">
          <ac:chgData name="Phyo Thaw" userId="16eb5ffc8e637809" providerId="LiveId" clId="{297C8A2B-5CF5-4B01-A5AD-C37A4993D11E}" dt="2025-04-11T01:10:48.894" v="10" actId="26606"/>
          <ac:picMkLst>
            <pc:docMk/>
            <pc:sldMk cId="1554897167" sldId="260"/>
            <ac:picMk id="8" creationId="{22790EC5-ACA7-4536-8066-B60199F3C6DF}"/>
          </ac:picMkLst>
        </pc:picChg>
        <pc:picChg chg="add del">
          <ac:chgData name="Phyo Thaw" userId="16eb5ffc8e637809" providerId="LiveId" clId="{297C8A2B-5CF5-4B01-A5AD-C37A4993D11E}" dt="2025-04-11T01:10:50.702" v="12" actId="26606"/>
          <ac:picMkLst>
            <pc:docMk/>
            <pc:sldMk cId="1554897167" sldId="260"/>
            <ac:picMk id="9" creationId="{C31AA009-40AD-4098-8AE7-680CA35C6EAA}"/>
          </ac:picMkLst>
        </pc:picChg>
        <pc:picChg chg="add del">
          <ac:chgData name="Phyo Thaw" userId="16eb5ffc8e637809" providerId="LiveId" clId="{297C8A2B-5CF5-4B01-A5AD-C37A4993D11E}" dt="2025-04-11T01:10:48.894" v="10" actId="26606"/>
          <ac:picMkLst>
            <pc:docMk/>
            <pc:sldMk cId="1554897167" sldId="260"/>
            <ac:picMk id="10" creationId="{CAD20AEA-7CAF-4A83-BE2E-EAF010B8B7FC}"/>
          </ac:picMkLst>
        </pc:picChg>
        <pc:picChg chg="add del">
          <ac:chgData name="Phyo Thaw" userId="16eb5ffc8e637809" providerId="LiveId" clId="{297C8A2B-5CF5-4B01-A5AD-C37A4993D11E}" dt="2025-04-11T01:10:48.894" v="10" actId="26606"/>
          <ac:picMkLst>
            <pc:docMk/>
            <pc:sldMk cId="1554897167" sldId="260"/>
            <ac:picMk id="14" creationId="{DA70F40A-D18F-4F05-A106-6D2CB24DC79A}"/>
          </ac:picMkLst>
        </pc:picChg>
        <pc:picChg chg="add del">
          <ac:chgData name="Phyo Thaw" userId="16eb5ffc8e637809" providerId="LiveId" clId="{297C8A2B-5CF5-4B01-A5AD-C37A4993D11E}" dt="2025-04-11T01:10:48.894" v="10" actId="26606"/>
          <ac:picMkLst>
            <pc:docMk/>
            <pc:sldMk cId="1554897167" sldId="260"/>
            <ac:picMk id="16" creationId="{83A45DCD-B5FB-4A86-88D2-91088C7FFC5F}"/>
          </ac:picMkLst>
        </pc:picChg>
        <pc:picChg chg="add del">
          <ac:chgData name="Phyo Thaw" userId="16eb5ffc8e637809" providerId="LiveId" clId="{297C8A2B-5CF5-4B01-A5AD-C37A4993D11E}" dt="2025-04-11T01:10:50.702" v="12" actId="26606"/>
          <ac:picMkLst>
            <pc:docMk/>
            <pc:sldMk cId="1554897167" sldId="260"/>
            <ac:picMk id="17" creationId="{BE9CCFFE-A385-4D35-8504-960F050EF7F8}"/>
          </ac:picMkLst>
        </pc:picChg>
        <pc:picChg chg="add del">
          <ac:chgData name="Phyo Thaw" userId="16eb5ffc8e637809" providerId="LiveId" clId="{297C8A2B-5CF5-4B01-A5AD-C37A4993D11E}" dt="2025-04-11T01:10:50.702" v="12" actId="26606"/>
          <ac:picMkLst>
            <pc:docMk/>
            <pc:sldMk cId="1554897167" sldId="260"/>
            <ac:picMk id="19" creationId="{1AD41804-3572-46FD-8124-D3079B642712}"/>
          </ac:picMkLst>
        </pc:picChg>
        <pc:picChg chg="add del">
          <ac:chgData name="Phyo Thaw" userId="16eb5ffc8e637809" providerId="LiveId" clId="{297C8A2B-5CF5-4B01-A5AD-C37A4993D11E}" dt="2025-04-11T01:10:50.702" v="12" actId="26606"/>
          <ac:picMkLst>
            <pc:docMk/>
            <pc:sldMk cId="1554897167" sldId="260"/>
            <ac:picMk id="21" creationId="{5316A1D8-3445-4B94-B595-2285C05EEEBE}"/>
          </ac:picMkLst>
        </pc:picChg>
        <pc:picChg chg="add del">
          <ac:chgData name="Phyo Thaw" userId="16eb5ffc8e637809" providerId="LiveId" clId="{297C8A2B-5CF5-4B01-A5AD-C37A4993D11E}" dt="2025-04-11T01:10:50.702" v="12" actId="26606"/>
          <ac:picMkLst>
            <pc:docMk/>
            <pc:sldMk cId="1554897167" sldId="260"/>
            <ac:picMk id="23" creationId="{2FA7483C-C90B-453F-AB53-60D8FDE6D3F6}"/>
          </ac:picMkLst>
        </pc:picChg>
        <pc:picChg chg="add del">
          <ac:chgData name="Phyo Thaw" userId="16eb5ffc8e637809" providerId="LiveId" clId="{297C8A2B-5CF5-4B01-A5AD-C37A4993D11E}" dt="2025-04-11T06:02:24.570" v="3220"/>
          <ac:picMkLst>
            <pc:docMk/>
            <pc:sldMk cId="1554897167" sldId="260"/>
            <ac:picMk id="25" creationId="{22790EC5-ACA7-4536-8066-B60199F3C6DF}"/>
          </ac:picMkLst>
        </pc:picChg>
        <pc:picChg chg="add del">
          <ac:chgData name="Phyo Thaw" userId="16eb5ffc8e637809" providerId="LiveId" clId="{297C8A2B-5CF5-4B01-A5AD-C37A4993D11E}" dt="2025-04-11T06:02:24.570" v="3220"/>
          <ac:picMkLst>
            <pc:docMk/>
            <pc:sldMk cId="1554897167" sldId="260"/>
            <ac:picMk id="26" creationId="{CAD20AEA-7CAF-4A83-BE2E-EAF010B8B7FC}"/>
          </ac:picMkLst>
        </pc:picChg>
        <pc:picChg chg="add mod">
          <ac:chgData name="Phyo Thaw" userId="16eb5ffc8e637809" providerId="LiveId" clId="{297C8A2B-5CF5-4B01-A5AD-C37A4993D11E}" dt="2025-04-11T06:02:36.024" v="3222" actId="26606"/>
          <ac:picMkLst>
            <pc:docMk/>
            <pc:sldMk cId="1554897167" sldId="260"/>
            <ac:picMk id="28" creationId="{2126AE83-241C-AB90-135F-A76E65887E25}"/>
          </ac:picMkLst>
        </pc:picChg>
        <pc:picChg chg="add del">
          <ac:chgData name="Phyo Thaw" userId="16eb5ffc8e637809" providerId="LiveId" clId="{297C8A2B-5CF5-4B01-A5AD-C37A4993D11E}" dt="2025-04-11T06:02:24.570" v="3220"/>
          <ac:picMkLst>
            <pc:docMk/>
            <pc:sldMk cId="1554897167" sldId="260"/>
            <ac:picMk id="29" creationId="{83A45DCD-B5FB-4A86-88D2-91088C7FFC5F}"/>
          </ac:picMkLst>
        </pc:picChg>
        <pc:picChg chg="add del">
          <ac:chgData name="Phyo Thaw" userId="16eb5ffc8e637809" providerId="LiveId" clId="{297C8A2B-5CF5-4B01-A5AD-C37A4993D11E}" dt="2025-04-11T07:59:19.004" v="4999"/>
          <ac:picMkLst>
            <pc:docMk/>
            <pc:sldMk cId="1554897167" sldId="260"/>
            <ac:picMk id="33" creationId="{22790EC5-ACA7-4536-8066-B60199F3C6DF}"/>
          </ac:picMkLst>
        </pc:picChg>
        <pc:picChg chg="add del">
          <ac:chgData name="Phyo Thaw" userId="16eb5ffc8e637809" providerId="LiveId" clId="{297C8A2B-5CF5-4B01-A5AD-C37A4993D11E}" dt="2025-04-11T07:59:19.004" v="4999"/>
          <ac:picMkLst>
            <pc:docMk/>
            <pc:sldMk cId="1554897167" sldId="260"/>
            <ac:picMk id="35" creationId="{CAD20AEA-7CAF-4A83-BE2E-EAF010B8B7FC}"/>
          </ac:picMkLst>
        </pc:picChg>
        <pc:picChg chg="add del">
          <ac:chgData name="Phyo Thaw" userId="16eb5ffc8e637809" providerId="LiveId" clId="{297C8A2B-5CF5-4B01-A5AD-C37A4993D11E}" dt="2025-04-11T07:59:19.004" v="4999"/>
          <ac:picMkLst>
            <pc:docMk/>
            <pc:sldMk cId="1554897167" sldId="260"/>
            <ac:picMk id="39" creationId="{83A45DCD-B5FB-4A86-88D2-91088C7FFC5F}"/>
          </ac:picMkLst>
        </pc:picChg>
      </pc:sldChg>
      <pc:sldChg chg="addSp delSp modSp add mod ord modAnim">
        <pc:chgData name="Phyo Thaw" userId="16eb5ffc8e637809" providerId="LiveId" clId="{297C8A2B-5CF5-4B01-A5AD-C37A4993D11E}" dt="2025-04-11T05:18:36.097" v="2404"/>
        <pc:sldMkLst>
          <pc:docMk/>
          <pc:sldMk cId="4055311837" sldId="261"/>
        </pc:sldMkLst>
        <pc:spChg chg="mod">
          <ac:chgData name="Phyo Thaw" userId="16eb5ffc8e637809" providerId="LiveId" clId="{297C8A2B-5CF5-4B01-A5AD-C37A4993D11E}" dt="2025-04-11T04:50:51.641" v="2005" actId="404"/>
          <ac:spMkLst>
            <pc:docMk/>
            <pc:sldMk cId="4055311837" sldId="261"/>
            <ac:spMk id="2" creationId="{11BD80A4-8D34-8974-139F-4BA87D88EE73}"/>
          </ac:spMkLst>
        </pc:spChg>
        <pc:spChg chg="add del mod">
          <ac:chgData name="Phyo Thaw" userId="16eb5ffc8e637809" providerId="LiveId" clId="{297C8A2B-5CF5-4B01-A5AD-C37A4993D11E}" dt="2025-04-11T03:02:36.442" v="365" actId="478"/>
          <ac:spMkLst>
            <pc:docMk/>
            <pc:sldMk cId="4055311837" sldId="261"/>
            <ac:spMk id="4" creationId="{9E58C699-010F-C6B5-E873-F1C9EE2C0267}"/>
          </ac:spMkLst>
        </pc:spChg>
        <pc:spChg chg="add mod ord">
          <ac:chgData name="Phyo Thaw" userId="16eb5ffc8e637809" providerId="LiveId" clId="{297C8A2B-5CF5-4B01-A5AD-C37A4993D11E}" dt="2025-04-11T03:09:06.809" v="464" actId="339"/>
          <ac:spMkLst>
            <pc:docMk/>
            <pc:sldMk cId="4055311837" sldId="261"/>
            <ac:spMk id="5" creationId="{1FA68B9B-5D1A-EF96-324D-BA9CCE2A5D7D}"/>
          </ac:spMkLst>
        </pc:spChg>
        <pc:spChg chg="add mod ord">
          <ac:chgData name="Phyo Thaw" userId="16eb5ffc8e637809" providerId="LiveId" clId="{297C8A2B-5CF5-4B01-A5AD-C37A4993D11E}" dt="2025-04-11T03:09:06.809" v="464" actId="339"/>
          <ac:spMkLst>
            <pc:docMk/>
            <pc:sldMk cId="4055311837" sldId="261"/>
            <ac:spMk id="6" creationId="{933F988F-3AC3-7EF3-2286-97B5505F47B2}"/>
          </ac:spMkLst>
        </pc:spChg>
        <pc:spChg chg="add mod ord">
          <ac:chgData name="Phyo Thaw" userId="16eb5ffc8e637809" providerId="LiveId" clId="{297C8A2B-5CF5-4B01-A5AD-C37A4993D11E}" dt="2025-04-11T03:09:06.809" v="464" actId="339"/>
          <ac:spMkLst>
            <pc:docMk/>
            <pc:sldMk cId="4055311837" sldId="261"/>
            <ac:spMk id="8" creationId="{201AFAC2-762B-AFD8-7CF2-400B009C882A}"/>
          </ac:spMkLst>
        </pc:spChg>
        <pc:spChg chg="add mod ord">
          <ac:chgData name="Phyo Thaw" userId="16eb5ffc8e637809" providerId="LiveId" clId="{297C8A2B-5CF5-4B01-A5AD-C37A4993D11E}" dt="2025-04-11T03:09:06.809" v="464" actId="339"/>
          <ac:spMkLst>
            <pc:docMk/>
            <pc:sldMk cId="4055311837" sldId="261"/>
            <ac:spMk id="9" creationId="{3020C0B2-2823-6D4D-2C9C-994077E88DF6}"/>
          </ac:spMkLst>
        </pc:spChg>
        <pc:spChg chg="add mod ord">
          <ac:chgData name="Phyo Thaw" userId="16eb5ffc8e637809" providerId="LiveId" clId="{297C8A2B-5CF5-4B01-A5AD-C37A4993D11E}" dt="2025-04-11T03:09:06.809" v="464" actId="339"/>
          <ac:spMkLst>
            <pc:docMk/>
            <pc:sldMk cId="4055311837" sldId="261"/>
            <ac:spMk id="10" creationId="{7FDF2D57-AC2B-295A-E6FA-589472BE4BE6}"/>
          </ac:spMkLst>
        </pc:spChg>
        <pc:spChg chg="add mod ord">
          <ac:chgData name="Phyo Thaw" userId="16eb5ffc8e637809" providerId="LiveId" clId="{297C8A2B-5CF5-4B01-A5AD-C37A4993D11E}" dt="2025-04-11T03:09:06.809" v="464" actId="339"/>
          <ac:spMkLst>
            <pc:docMk/>
            <pc:sldMk cId="4055311837" sldId="261"/>
            <ac:spMk id="11" creationId="{32481C14-6FA5-E6B5-81B0-3ED55C6F6AD1}"/>
          </ac:spMkLst>
        </pc:spChg>
        <pc:spChg chg="add mod ord">
          <ac:chgData name="Phyo Thaw" userId="16eb5ffc8e637809" providerId="LiveId" clId="{297C8A2B-5CF5-4B01-A5AD-C37A4993D11E}" dt="2025-04-11T03:09:06.809" v="464" actId="339"/>
          <ac:spMkLst>
            <pc:docMk/>
            <pc:sldMk cId="4055311837" sldId="261"/>
            <ac:spMk id="12" creationId="{BA9273F1-7F8A-6DA6-66D4-70B9E312A089}"/>
          </ac:spMkLst>
        </pc:spChg>
        <pc:spChg chg="add mod ord">
          <ac:chgData name="Phyo Thaw" userId="16eb5ffc8e637809" providerId="LiveId" clId="{297C8A2B-5CF5-4B01-A5AD-C37A4993D11E}" dt="2025-04-11T03:09:06.809" v="464" actId="339"/>
          <ac:spMkLst>
            <pc:docMk/>
            <pc:sldMk cId="4055311837" sldId="261"/>
            <ac:spMk id="13" creationId="{3B97020E-4164-1918-30C3-026AA6EC496E}"/>
          </ac:spMkLst>
        </pc:spChg>
        <pc:spChg chg="add mod ord">
          <ac:chgData name="Phyo Thaw" userId="16eb5ffc8e637809" providerId="LiveId" clId="{297C8A2B-5CF5-4B01-A5AD-C37A4993D11E}" dt="2025-04-11T03:09:06.809" v="464" actId="339"/>
          <ac:spMkLst>
            <pc:docMk/>
            <pc:sldMk cId="4055311837" sldId="261"/>
            <ac:spMk id="14" creationId="{8020F613-368D-63D0-8636-CBF544F062CA}"/>
          </ac:spMkLst>
        </pc:spChg>
        <pc:spChg chg="add mod">
          <ac:chgData name="Phyo Thaw" userId="16eb5ffc8e637809" providerId="LiveId" clId="{297C8A2B-5CF5-4B01-A5AD-C37A4993D11E}" dt="2025-04-11T03:09:25.946" v="465" actId="339"/>
          <ac:spMkLst>
            <pc:docMk/>
            <pc:sldMk cId="4055311837" sldId="261"/>
            <ac:spMk id="15" creationId="{8E875958-0928-89FA-34C3-6843A5825CE7}"/>
          </ac:spMkLst>
        </pc:spChg>
        <pc:spChg chg="add mod">
          <ac:chgData name="Phyo Thaw" userId="16eb5ffc8e637809" providerId="LiveId" clId="{297C8A2B-5CF5-4B01-A5AD-C37A4993D11E}" dt="2025-04-11T03:09:43.199" v="466" actId="1076"/>
          <ac:spMkLst>
            <pc:docMk/>
            <pc:sldMk cId="4055311837" sldId="261"/>
            <ac:spMk id="16" creationId="{93DBF36B-D751-5788-62D1-7EFA1CC9DF79}"/>
          </ac:spMkLst>
        </pc:spChg>
        <pc:spChg chg="add mod">
          <ac:chgData name="Phyo Thaw" userId="16eb5ffc8e637809" providerId="LiveId" clId="{297C8A2B-5CF5-4B01-A5AD-C37A4993D11E}" dt="2025-04-11T02:44:03.193" v="242" actId="1076"/>
          <ac:spMkLst>
            <pc:docMk/>
            <pc:sldMk cId="4055311837" sldId="261"/>
            <ac:spMk id="17" creationId="{1EDDC720-C5CB-6A6B-4E20-FB0E9027320D}"/>
          </ac:spMkLst>
        </pc:spChg>
        <pc:spChg chg="add mod">
          <ac:chgData name="Phyo Thaw" userId="16eb5ffc8e637809" providerId="LiveId" clId="{297C8A2B-5CF5-4B01-A5AD-C37A4993D11E}" dt="2025-04-11T02:44:11.165" v="246" actId="1076"/>
          <ac:spMkLst>
            <pc:docMk/>
            <pc:sldMk cId="4055311837" sldId="261"/>
            <ac:spMk id="18" creationId="{31669AB2-76D4-91A0-D7EE-3BC5F266A0C2}"/>
          </ac:spMkLst>
        </pc:spChg>
        <pc:spChg chg="add mod">
          <ac:chgData name="Phyo Thaw" userId="16eb5ffc8e637809" providerId="LiveId" clId="{297C8A2B-5CF5-4B01-A5AD-C37A4993D11E}" dt="2025-04-11T03:09:25.946" v="465" actId="339"/>
          <ac:spMkLst>
            <pc:docMk/>
            <pc:sldMk cId="4055311837" sldId="261"/>
            <ac:spMk id="19" creationId="{83BDDC24-A3DC-0014-D8F8-271586C0EC0D}"/>
          </ac:spMkLst>
        </pc:spChg>
        <pc:spChg chg="add mod">
          <ac:chgData name="Phyo Thaw" userId="16eb5ffc8e637809" providerId="LiveId" clId="{297C8A2B-5CF5-4B01-A5AD-C37A4993D11E}" dt="2025-04-11T03:09:46.703" v="467" actId="1076"/>
          <ac:spMkLst>
            <pc:docMk/>
            <pc:sldMk cId="4055311837" sldId="261"/>
            <ac:spMk id="20" creationId="{F456896E-6781-CD3B-5D87-7D690DC6BB50}"/>
          </ac:spMkLst>
        </pc:spChg>
        <pc:spChg chg="add mod">
          <ac:chgData name="Phyo Thaw" userId="16eb5ffc8e637809" providerId="LiveId" clId="{297C8A2B-5CF5-4B01-A5AD-C37A4993D11E}" dt="2025-04-11T03:09:25.946" v="465" actId="339"/>
          <ac:spMkLst>
            <pc:docMk/>
            <pc:sldMk cId="4055311837" sldId="261"/>
            <ac:spMk id="21" creationId="{44E24796-698A-9DD1-5512-58ECF346A9D9}"/>
          </ac:spMkLst>
        </pc:spChg>
        <pc:spChg chg="add mod">
          <ac:chgData name="Phyo Thaw" userId="16eb5ffc8e637809" providerId="LiveId" clId="{297C8A2B-5CF5-4B01-A5AD-C37A4993D11E}" dt="2025-04-11T03:09:25.946" v="465" actId="339"/>
          <ac:spMkLst>
            <pc:docMk/>
            <pc:sldMk cId="4055311837" sldId="261"/>
            <ac:spMk id="22" creationId="{8CD190D7-097A-BE7F-4C14-4C51D08B17DC}"/>
          </ac:spMkLst>
        </pc:spChg>
        <pc:spChg chg="add mod">
          <ac:chgData name="Phyo Thaw" userId="16eb5ffc8e637809" providerId="LiveId" clId="{297C8A2B-5CF5-4B01-A5AD-C37A4993D11E}" dt="2025-04-11T02:48:45.235" v="284" actId="1076"/>
          <ac:spMkLst>
            <pc:docMk/>
            <pc:sldMk cId="4055311837" sldId="261"/>
            <ac:spMk id="23" creationId="{8C6DC199-4871-8046-9B81-3A5770DB8050}"/>
          </ac:spMkLst>
        </pc:spChg>
        <pc:spChg chg="add mod">
          <ac:chgData name="Phyo Thaw" userId="16eb5ffc8e637809" providerId="LiveId" clId="{297C8A2B-5CF5-4B01-A5AD-C37A4993D11E}" dt="2025-04-11T03:09:25.946" v="465" actId="339"/>
          <ac:spMkLst>
            <pc:docMk/>
            <pc:sldMk cId="4055311837" sldId="261"/>
            <ac:spMk id="24" creationId="{C8CE696A-4B50-E59C-2262-9D2B90D1C403}"/>
          </ac:spMkLst>
        </pc:spChg>
        <pc:spChg chg="add mod">
          <ac:chgData name="Phyo Thaw" userId="16eb5ffc8e637809" providerId="LiveId" clId="{297C8A2B-5CF5-4B01-A5AD-C37A4993D11E}" dt="2025-04-11T02:49:45.492" v="292" actId="14100"/>
          <ac:spMkLst>
            <pc:docMk/>
            <pc:sldMk cId="4055311837" sldId="261"/>
            <ac:spMk id="25" creationId="{D7F8F2B8-4FA0-874D-0307-4BB496E5FBDF}"/>
          </ac:spMkLst>
        </pc:spChg>
        <pc:spChg chg="add mod">
          <ac:chgData name="Phyo Thaw" userId="16eb5ffc8e637809" providerId="LiveId" clId="{297C8A2B-5CF5-4B01-A5AD-C37A4993D11E}" dt="2025-04-11T03:03:06.205" v="368" actId="688"/>
          <ac:spMkLst>
            <pc:docMk/>
            <pc:sldMk cId="4055311837" sldId="261"/>
            <ac:spMk id="26" creationId="{46AC54E9-C851-1D1E-FAC2-C5A5F2129BAF}"/>
          </ac:spMkLst>
        </pc:spChg>
        <pc:spChg chg="add mod">
          <ac:chgData name="Phyo Thaw" userId="16eb5ffc8e637809" providerId="LiveId" clId="{297C8A2B-5CF5-4B01-A5AD-C37A4993D11E}" dt="2025-04-11T03:09:25.946" v="465" actId="339"/>
          <ac:spMkLst>
            <pc:docMk/>
            <pc:sldMk cId="4055311837" sldId="261"/>
            <ac:spMk id="27" creationId="{571F5E96-8E77-212E-288E-5A1DA518D73F}"/>
          </ac:spMkLst>
        </pc:spChg>
        <pc:spChg chg="add mod">
          <ac:chgData name="Phyo Thaw" userId="16eb5ffc8e637809" providerId="LiveId" clId="{297C8A2B-5CF5-4B01-A5AD-C37A4993D11E}" dt="2025-04-11T03:09:25.946" v="465" actId="339"/>
          <ac:spMkLst>
            <pc:docMk/>
            <pc:sldMk cId="4055311837" sldId="261"/>
            <ac:spMk id="28" creationId="{64745E14-EEEF-50C7-9698-DE06AE9F8447}"/>
          </ac:spMkLst>
        </pc:spChg>
        <pc:spChg chg="add mod">
          <ac:chgData name="Phyo Thaw" userId="16eb5ffc8e637809" providerId="LiveId" clId="{297C8A2B-5CF5-4B01-A5AD-C37A4993D11E}" dt="2025-04-11T03:09:25.946" v="465" actId="339"/>
          <ac:spMkLst>
            <pc:docMk/>
            <pc:sldMk cId="4055311837" sldId="261"/>
            <ac:spMk id="29" creationId="{648EE9EE-8106-6D80-B65A-A74590715EEF}"/>
          </ac:spMkLst>
        </pc:spChg>
        <pc:spChg chg="add mod">
          <ac:chgData name="Phyo Thaw" userId="16eb5ffc8e637809" providerId="LiveId" clId="{297C8A2B-5CF5-4B01-A5AD-C37A4993D11E}" dt="2025-04-11T03:09:06.809" v="464" actId="339"/>
          <ac:spMkLst>
            <pc:docMk/>
            <pc:sldMk cId="4055311837" sldId="261"/>
            <ac:spMk id="30" creationId="{21930734-2D68-2DF0-BFAD-F9C865EEBDFE}"/>
          </ac:spMkLst>
        </pc:spChg>
        <pc:spChg chg="add mod">
          <ac:chgData name="Phyo Thaw" userId="16eb5ffc8e637809" providerId="LiveId" clId="{297C8A2B-5CF5-4B01-A5AD-C37A4993D11E}" dt="2025-04-11T02:52:24.095" v="309" actId="1076"/>
          <ac:spMkLst>
            <pc:docMk/>
            <pc:sldMk cId="4055311837" sldId="261"/>
            <ac:spMk id="31" creationId="{9C1029FC-5F38-9A7E-58C5-78DD006BB95B}"/>
          </ac:spMkLst>
        </pc:spChg>
        <pc:spChg chg="add mod">
          <ac:chgData name="Phyo Thaw" userId="16eb5ffc8e637809" providerId="LiveId" clId="{297C8A2B-5CF5-4B01-A5AD-C37A4993D11E}" dt="2025-04-11T03:43:46.399" v="771" actId="404"/>
          <ac:spMkLst>
            <pc:docMk/>
            <pc:sldMk cId="4055311837" sldId="261"/>
            <ac:spMk id="32" creationId="{5C5FA906-A7EA-602A-5F31-61C0E20B0A3F}"/>
          </ac:spMkLst>
        </pc:spChg>
        <pc:spChg chg="add mod">
          <ac:chgData name="Phyo Thaw" userId="16eb5ffc8e637809" providerId="LiveId" clId="{297C8A2B-5CF5-4B01-A5AD-C37A4993D11E}" dt="2025-04-11T03:43:43.516" v="770" actId="404"/>
          <ac:spMkLst>
            <pc:docMk/>
            <pc:sldMk cId="4055311837" sldId="261"/>
            <ac:spMk id="34" creationId="{9CE2A7A6-82FE-D6D6-B586-2E2117EB2148}"/>
          </ac:spMkLst>
        </pc:spChg>
        <pc:spChg chg="add mod">
          <ac:chgData name="Phyo Thaw" userId="16eb5ffc8e637809" providerId="LiveId" clId="{297C8A2B-5CF5-4B01-A5AD-C37A4993D11E}" dt="2025-04-11T04:39:17.021" v="1764" actId="403"/>
          <ac:spMkLst>
            <pc:docMk/>
            <pc:sldMk cId="4055311837" sldId="261"/>
            <ac:spMk id="36" creationId="{8C30C907-E0BE-3CE1-FECB-8504EDED574C}"/>
          </ac:spMkLst>
        </pc:spChg>
        <pc:spChg chg="add mod">
          <ac:chgData name="Phyo Thaw" userId="16eb5ffc8e637809" providerId="LiveId" clId="{297C8A2B-5CF5-4B01-A5AD-C37A4993D11E}" dt="2025-04-11T03:52:14.854" v="972" actId="20577"/>
          <ac:spMkLst>
            <pc:docMk/>
            <pc:sldMk cId="4055311837" sldId="261"/>
            <ac:spMk id="37" creationId="{E103CFB1-9D82-B224-6BC2-420EEF813B5D}"/>
          </ac:spMkLst>
        </pc:spChg>
        <pc:spChg chg="add mod">
          <ac:chgData name="Phyo Thaw" userId="16eb5ffc8e637809" providerId="LiveId" clId="{297C8A2B-5CF5-4B01-A5AD-C37A4993D11E}" dt="2025-04-11T03:52:42.549" v="982" actId="20577"/>
          <ac:spMkLst>
            <pc:docMk/>
            <pc:sldMk cId="4055311837" sldId="261"/>
            <ac:spMk id="38" creationId="{812BAF1F-ADAC-EA88-9886-41B1AB2939E5}"/>
          </ac:spMkLst>
        </pc:spChg>
        <pc:graphicFrameChg chg="del">
          <ac:chgData name="Phyo Thaw" userId="16eb5ffc8e637809" providerId="LiveId" clId="{297C8A2B-5CF5-4B01-A5AD-C37A4993D11E}" dt="2025-04-11T01:12:34.493" v="27" actId="478"/>
          <ac:graphicFrameMkLst>
            <pc:docMk/>
            <pc:sldMk cId="4055311837" sldId="261"/>
            <ac:graphicFrameMk id="7" creationId="{ABADC8EF-CABC-277E-7FCA-88F1C8439C8D}"/>
          </ac:graphicFrameMkLst>
        </pc:graphicFrameChg>
        <pc:graphicFrameChg chg="add mod modGraphic">
          <ac:chgData name="Phyo Thaw" userId="16eb5ffc8e637809" providerId="LiveId" clId="{297C8A2B-5CF5-4B01-A5AD-C37A4993D11E}" dt="2025-04-11T04:07:50.246" v="1341" actId="15174"/>
          <ac:graphicFrameMkLst>
            <pc:docMk/>
            <pc:sldMk cId="4055311837" sldId="261"/>
            <ac:graphicFrameMk id="35" creationId="{82A95439-9920-72B1-176A-D8AA3C0F9C3B}"/>
          </ac:graphicFrameMkLst>
        </pc:graphicFrameChg>
        <pc:picChg chg="add mod">
          <ac:chgData name="Phyo Thaw" userId="16eb5ffc8e637809" providerId="LiveId" clId="{297C8A2B-5CF5-4B01-A5AD-C37A4993D11E}" dt="2025-04-11T03:39:39.967" v="660" actId="1076"/>
          <ac:picMkLst>
            <pc:docMk/>
            <pc:sldMk cId="4055311837" sldId="261"/>
            <ac:picMk id="33" creationId="{A0E2482E-1D1A-BB7B-C25C-F222537FD8A4}"/>
          </ac:picMkLst>
        </pc:picChg>
        <pc:picChg chg="add mod">
          <ac:chgData name="Phyo Thaw" userId="16eb5ffc8e637809" providerId="LiveId" clId="{297C8A2B-5CF5-4B01-A5AD-C37A4993D11E}" dt="2025-04-11T02:54:11.047" v="328" actId="1076"/>
          <ac:picMkLst>
            <pc:docMk/>
            <pc:sldMk cId="4055311837" sldId="261"/>
            <ac:picMk id="5122" creationId="{C643BF2F-1C07-D88C-D5EA-7CDC04769DAC}"/>
          </ac:picMkLst>
        </pc:picChg>
        <pc:picChg chg="add mod">
          <ac:chgData name="Phyo Thaw" userId="16eb5ffc8e637809" providerId="LiveId" clId="{297C8A2B-5CF5-4B01-A5AD-C37A4993D11E}" dt="2025-04-11T03:39:39.967" v="660" actId="1076"/>
          <ac:picMkLst>
            <pc:docMk/>
            <pc:sldMk cId="4055311837" sldId="261"/>
            <ac:picMk id="5124" creationId="{062EEB7A-1CFC-A902-134B-F185282711AF}"/>
          </ac:picMkLst>
        </pc:picChg>
        <pc:picChg chg="add mod">
          <ac:chgData name="Phyo Thaw" userId="16eb5ffc8e637809" providerId="LiveId" clId="{297C8A2B-5CF5-4B01-A5AD-C37A4993D11E}" dt="2025-04-11T03:39:39.967" v="660" actId="1076"/>
          <ac:picMkLst>
            <pc:docMk/>
            <pc:sldMk cId="4055311837" sldId="261"/>
            <ac:picMk id="5126" creationId="{30D2AE1D-ECCE-435D-430A-84C5FF73260A}"/>
          </ac:picMkLst>
        </pc:picChg>
        <pc:picChg chg="add mod">
          <ac:chgData name="Phyo Thaw" userId="16eb5ffc8e637809" providerId="LiveId" clId="{297C8A2B-5CF5-4B01-A5AD-C37A4993D11E}" dt="2025-04-11T03:39:39.967" v="660" actId="1076"/>
          <ac:picMkLst>
            <pc:docMk/>
            <pc:sldMk cId="4055311837" sldId="261"/>
            <ac:picMk id="5128" creationId="{EB56DBF3-99B7-6064-6F82-74190CC60378}"/>
          </ac:picMkLst>
        </pc:picChg>
      </pc:sldChg>
      <pc:sldChg chg="addSp delSp modSp add mod modAnim">
        <pc:chgData name="Phyo Thaw" userId="16eb5ffc8e637809" providerId="LiveId" clId="{297C8A2B-5CF5-4B01-A5AD-C37A4993D11E}" dt="2025-04-11T06:24:34.732" v="3383" actId="20577"/>
        <pc:sldMkLst>
          <pc:docMk/>
          <pc:sldMk cId="1377090451" sldId="262"/>
        </pc:sldMkLst>
        <pc:spChg chg="mod">
          <ac:chgData name="Phyo Thaw" userId="16eb5ffc8e637809" providerId="LiveId" clId="{297C8A2B-5CF5-4B01-A5AD-C37A4993D11E}" dt="2025-04-11T04:51:15.267" v="2025" actId="404"/>
          <ac:spMkLst>
            <pc:docMk/>
            <pc:sldMk cId="1377090451" sldId="262"/>
            <ac:spMk id="2" creationId="{9EB80EB9-A3C8-660A-EA6E-FA53C2B836B4}"/>
          </ac:spMkLst>
        </pc:spChg>
        <pc:spChg chg="add mod">
          <ac:chgData name="Phyo Thaw" userId="16eb5ffc8e637809" providerId="LiveId" clId="{297C8A2B-5CF5-4B01-A5AD-C37A4993D11E}" dt="2025-04-11T03:58:02.944" v="1032" actId="1076"/>
          <ac:spMkLst>
            <pc:docMk/>
            <pc:sldMk cId="1377090451" sldId="262"/>
            <ac:spMk id="4" creationId="{89D7B8AB-9B65-6A8A-1C15-26BD8F45619A}"/>
          </ac:spMkLst>
        </pc:spChg>
        <pc:spChg chg="mod">
          <ac:chgData name="Phyo Thaw" userId="16eb5ffc8e637809" providerId="LiveId" clId="{297C8A2B-5CF5-4B01-A5AD-C37A4993D11E}" dt="2025-04-11T04:13:23.541" v="1391"/>
          <ac:spMkLst>
            <pc:docMk/>
            <pc:sldMk cId="1377090451" sldId="262"/>
            <ac:spMk id="5" creationId="{96861EBE-03A3-FF0D-F701-C8E9B253FDB1}"/>
          </ac:spMkLst>
        </pc:spChg>
        <pc:spChg chg="mod">
          <ac:chgData name="Phyo Thaw" userId="16eb5ffc8e637809" providerId="LiveId" clId="{297C8A2B-5CF5-4B01-A5AD-C37A4993D11E}" dt="2025-04-11T04:13:26.852" v="1394"/>
          <ac:spMkLst>
            <pc:docMk/>
            <pc:sldMk cId="1377090451" sldId="262"/>
            <ac:spMk id="6" creationId="{20B201C8-E9C9-CD15-AA08-EEEEBB9D3471}"/>
          </ac:spMkLst>
        </pc:spChg>
        <pc:spChg chg="add mod">
          <ac:chgData name="Phyo Thaw" userId="16eb5ffc8e637809" providerId="LiveId" clId="{297C8A2B-5CF5-4B01-A5AD-C37A4993D11E}" dt="2025-04-11T04:10:24.133" v="1351" actId="1076"/>
          <ac:spMkLst>
            <pc:docMk/>
            <pc:sldMk cId="1377090451" sldId="262"/>
            <ac:spMk id="7" creationId="{8090421F-E209-3851-2E03-3F23C80A48D1}"/>
          </ac:spMkLst>
        </pc:spChg>
        <pc:spChg chg="mod">
          <ac:chgData name="Phyo Thaw" userId="16eb5ffc8e637809" providerId="LiveId" clId="{297C8A2B-5CF5-4B01-A5AD-C37A4993D11E}" dt="2025-04-11T04:13:27.472" v="1395"/>
          <ac:spMkLst>
            <pc:docMk/>
            <pc:sldMk cId="1377090451" sldId="262"/>
            <ac:spMk id="8" creationId="{56EA6C54-1DBB-7B30-D4C3-E6C80B9058F1}"/>
          </ac:spMkLst>
        </pc:spChg>
        <pc:spChg chg="mod">
          <ac:chgData name="Phyo Thaw" userId="16eb5ffc8e637809" providerId="LiveId" clId="{297C8A2B-5CF5-4B01-A5AD-C37A4993D11E}" dt="2025-04-11T04:13:28.063" v="1396"/>
          <ac:spMkLst>
            <pc:docMk/>
            <pc:sldMk cId="1377090451" sldId="262"/>
            <ac:spMk id="9" creationId="{D73574C5-2420-11C4-FA77-A0851A95D000}"/>
          </ac:spMkLst>
        </pc:spChg>
        <pc:spChg chg="mod">
          <ac:chgData name="Phyo Thaw" userId="16eb5ffc8e637809" providerId="LiveId" clId="{297C8A2B-5CF5-4B01-A5AD-C37A4993D11E}" dt="2025-04-11T04:13:28.643" v="1397"/>
          <ac:spMkLst>
            <pc:docMk/>
            <pc:sldMk cId="1377090451" sldId="262"/>
            <ac:spMk id="10" creationId="{44614054-142D-CD3A-BCC3-92D54FE693F6}"/>
          </ac:spMkLst>
        </pc:spChg>
        <pc:spChg chg="mod">
          <ac:chgData name="Phyo Thaw" userId="16eb5ffc8e637809" providerId="LiveId" clId="{297C8A2B-5CF5-4B01-A5AD-C37A4993D11E}" dt="2025-04-11T04:13:29.139" v="1398"/>
          <ac:spMkLst>
            <pc:docMk/>
            <pc:sldMk cId="1377090451" sldId="262"/>
            <ac:spMk id="11" creationId="{28819C0E-8CF4-F8CC-F3BD-35A4D6D4DF9C}"/>
          </ac:spMkLst>
        </pc:spChg>
        <pc:spChg chg="mod">
          <ac:chgData name="Phyo Thaw" userId="16eb5ffc8e637809" providerId="LiveId" clId="{297C8A2B-5CF5-4B01-A5AD-C37A4993D11E}" dt="2025-04-11T04:13:29.778" v="1399"/>
          <ac:spMkLst>
            <pc:docMk/>
            <pc:sldMk cId="1377090451" sldId="262"/>
            <ac:spMk id="12" creationId="{AE035340-730E-C034-D6F1-6616CF583A45}"/>
          </ac:spMkLst>
        </pc:spChg>
        <pc:spChg chg="mod">
          <ac:chgData name="Phyo Thaw" userId="16eb5ffc8e637809" providerId="LiveId" clId="{297C8A2B-5CF5-4B01-A5AD-C37A4993D11E}" dt="2025-04-11T04:13:30.265" v="1400"/>
          <ac:spMkLst>
            <pc:docMk/>
            <pc:sldMk cId="1377090451" sldId="262"/>
            <ac:spMk id="13" creationId="{0F693390-7696-30A9-FCA7-5CFE202E11A3}"/>
          </ac:spMkLst>
        </pc:spChg>
        <pc:spChg chg="mod">
          <ac:chgData name="Phyo Thaw" userId="16eb5ffc8e637809" providerId="LiveId" clId="{297C8A2B-5CF5-4B01-A5AD-C37A4993D11E}" dt="2025-04-11T04:13:30.700" v="1401"/>
          <ac:spMkLst>
            <pc:docMk/>
            <pc:sldMk cId="1377090451" sldId="262"/>
            <ac:spMk id="14" creationId="{BB988A99-F014-DB45-87E1-70CA727129A4}"/>
          </ac:spMkLst>
        </pc:spChg>
        <pc:spChg chg="mod">
          <ac:chgData name="Phyo Thaw" userId="16eb5ffc8e637809" providerId="LiveId" clId="{297C8A2B-5CF5-4B01-A5AD-C37A4993D11E}" dt="2025-04-11T04:10:35.250" v="1352" actId="1076"/>
          <ac:spMkLst>
            <pc:docMk/>
            <pc:sldMk cId="1377090451" sldId="262"/>
            <ac:spMk id="15" creationId="{25E9649C-6023-9A1A-5CCD-94DB8FC63AB1}"/>
          </ac:spMkLst>
        </pc:spChg>
        <pc:spChg chg="mod">
          <ac:chgData name="Phyo Thaw" userId="16eb5ffc8e637809" providerId="LiveId" clId="{297C8A2B-5CF5-4B01-A5AD-C37A4993D11E}" dt="2025-04-11T04:10:48.130" v="1354" actId="1076"/>
          <ac:spMkLst>
            <pc:docMk/>
            <pc:sldMk cId="1377090451" sldId="262"/>
            <ac:spMk id="16" creationId="{52CCEBAC-BE26-B44B-12F4-BDAFA209A75F}"/>
          </ac:spMkLst>
        </pc:spChg>
        <pc:spChg chg="add del mod">
          <ac:chgData name="Phyo Thaw" userId="16eb5ffc8e637809" providerId="LiveId" clId="{297C8A2B-5CF5-4B01-A5AD-C37A4993D11E}" dt="2025-04-11T03:57:40.173" v="1026" actId="478"/>
          <ac:spMkLst>
            <pc:docMk/>
            <pc:sldMk cId="1377090451" sldId="262"/>
            <ac:spMk id="17" creationId="{6A5CE3F1-9328-2B06-DE79-8134CFF67C1F}"/>
          </ac:spMkLst>
        </pc:spChg>
        <pc:spChg chg="add del mod">
          <ac:chgData name="Phyo Thaw" userId="16eb5ffc8e637809" providerId="LiveId" clId="{297C8A2B-5CF5-4B01-A5AD-C37A4993D11E}" dt="2025-04-11T04:01:28.745" v="1044"/>
          <ac:spMkLst>
            <pc:docMk/>
            <pc:sldMk cId="1377090451" sldId="262"/>
            <ac:spMk id="18" creationId="{C892C570-4D32-847D-DB68-C5EEC6F00F8F}"/>
          </ac:spMkLst>
        </pc:spChg>
        <pc:spChg chg="mod">
          <ac:chgData name="Phyo Thaw" userId="16eb5ffc8e637809" providerId="LiveId" clId="{297C8A2B-5CF5-4B01-A5AD-C37A4993D11E}" dt="2025-04-11T04:10:35.250" v="1352" actId="1076"/>
          <ac:spMkLst>
            <pc:docMk/>
            <pc:sldMk cId="1377090451" sldId="262"/>
            <ac:spMk id="19" creationId="{08C9108D-CB58-AA96-CA57-4CF600300FC7}"/>
          </ac:spMkLst>
        </pc:spChg>
        <pc:spChg chg="mod">
          <ac:chgData name="Phyo Thaw" userId="16eb5ffc8e637809" providerId="LiveId" clId="{297C8A2B-5CF5-4B01-A5AD-C37A4993D11E}" dt="2025-04-11T04:10:40.201" v="1353" actId="1076"/>
          <ac:spMkLst>
            <pc:docMk/>
            <pc:sldMk cId="1377090451" sldId="262"/>
            <ac:spMk id="20" creationId="{30CBFD3E-707F-36A5-E08A-040D935FEC80}"/>
          </ac:spMkLst>
        </pc:spChg>
        <pc:spChg chg="mod">
          <ac:chgData name="Phyo Thaw" userId="16eb5ffc8e637809" providerId="LiveId" clId="{297C8A2B-5CF5-4B01-A5AD-C37A4993D11E}" dt="2025-04-11T04:10:35.250" v="1352" actId="1076"/>
          <ac:spMkLst>
            <pc:docMk/>
            <pc:sldMk cId="1377090451" sldId="262"/>
            <ac:spMk id="21" creationId="{F5B9733C-4C4A-DA3E-2DFA-52BF4B3CBF6B}"/>
          </ac:spMkLst>
        </pc:spChg>
        <pc:spChg chg="mod">
          <ac:chgData name="Phyo Thaw" userId="16eb5ffc8e637809" providerId="LiveId" clId="{297C8A2B-5CF5-4B01-A5AD-C37A4993D11E}" dt="2025-04-11T04:10:35.250" v="1352" actId="1076"/>
          <ac:spMkLst>
            <pc:docMk/>
            <pc:sldMk cId="1377090451" sldId="262"/>
            <ac:spMk id="22" creationId="{4B64FB26-3082-BD60-407E-F4C31743EC98}"/>
          </ac:spMkLst>
        </pc:spChg>
        <pc:spChg chg="mod">
          <ac:chgData name="Phyo Thaw" userId="16eb5ffc8e637809" providerId="LiveId" clId="{297C8A2B-5CF5-4B01-A5AD-C37A4993D11E}" dt="2025-04-11T04:10:35.250" v="1352" actId="1076"/>
          <ac:spMkLst>
            <pc:docMk/>
            <pc:sldMk cId="1377090451" sldId="262"/>
            <ac:spMk id="23" creationId="{D97AA189-2CB0-3D24-9E34-B7BB949F0B50}"/>
          </ac:spMkLst>
        </pc:spChg>
        <pc:spChg chg="mod">
          <ac:chgData name="Phyo Thaw" userId="16eb5ffc8e637809" providerId="LiveId" clId="{297C8A2B-5CF5-4B01-A5AD-C37A4993D11E}" dt="2025-04-11T04:10:35.250" v="1352" actId="1076"/>
          <ac:spMkLst>
            <pc:docMk/>
            <pc:sldMk cId="1377090451" sldId="262"/>
            <ac:spMk id="24" creationId="{12BAA782-AD44-E739-8ECA-C08749FDE00C}"/>
          </ac:spMkLst>
        </pc:spChg>
        <pc:spChg chg="del">
          <ac:chgData name="Phyo Thaw" userId="16eb5ffc8e637809" providerId="LiveId" clId="{297C8A2B-5CF5-4B01-A5AD-C37A4993D11E}" dt="2025-04-11T03:20:22.046" v="559" actId="478"/>
          <ac:spMkLst>
            <pc:docMk/>
            <pc:sldMk cId="1377090451" sldId="262"/>
            <ac:spMk id="25" creationId="{DE419447-EB9C-3169-8959-2416898E08E2}"/>
          </ac:spMkLst>
        </pc:spChg>
        <pc:spChg chg="del">
          <ac:chgData name="Phyo Thaw" userId="16eb5ffc8e637809" providerId="LiveId" clId="{297C8A2B-5CF5-4B01-A5AD-C37A4993D11E}" dt="2025-04-11T03:20:22.046" v="559" actId="478"/>
          <ac:spMkLst>
            <pc:docMk/>
            <pc:sldMk cId="1377090451" sldId="262"/>
            <ac:spMk id="26" creationId="{A39780CB-0827-C5DA-62B9-6980E9A0B75B}"/>
          </ac:spMkLst>
        </pc:spChg>
        <pc:spChg chg="mod">
          <ac:chgData name="Phyo Thaw" userId="16eb5ffc8e637809" providerId="LiveId" clId="{297C8A2B-5CF5-4B01-A5AD-C37A4993D11E}" dt="2025-04-11T04:10:35.250" v="1352" actId="1076"/>
          <ac:spMkLst>
            <pc:docMk/>
            <pc:sldMk cId="1377090451" sldId="262"/>
            <ac:spMk id="27" creationId="{73E05278-DA6E-7809-3385-EAE06C577679}"/>
          </ac:spMkLst>
        </pc:spChg>
        <pc:spChg chg="mod">
          <ac:chgData name="Phyo Thaw" userId="16eb5ffc8e637809" providerId="LiveId" clId="{297C8A2B-5CF5-4B01-A5AD-C37A4993D11E}" dt="2025-04-11T04:10:35.250" v="1352" actId="1076"/>
          <ac:spMkLst>
            <pc:docMk/>
            <pc:sldMk cId="1377090451" sldId="262"/>
            <ac:spMk id="28" creationId="{0405380F-8746-CACF-F06F-F02669828237}"/>
          </ac:spMkLst>
        </pc:spChg>
        <pc:spChg chg="mod">
          <ac:chgData name="Phyo Thaw" userId="16eb5ffc8e637809" providerId="LiveId" clId="{297C8A2B-5CF5-4B01-A5AD-C37A4993D11E}" dt="2025-04-11T03:22:32.248" v="589" actId="1076"/>
          <ac:spMkLst>
            <pc:docMk/>
            <pc:sldMk cId="1377090451" sldId="262"/>
            <ac:spMk id="29" creationId="{49327954-9B5C-A41B-65B7-923B4FB0F27C}"/>
          </ac:spMkLst>
        </pc:spChg>
        <pc:spChg chg="mod ord">
          <ac:chgData name="Phyo Thaw" userId="16eb5ffc8e637809" providerId="LiveId" clId="{297C8A2B-5CF5-4B01-A5AD-C37A4993D11E}" dt="2025-04-11T04:13:32.228" v="1404"/>
          <ac:spMkLst>
            <pc:docMk/>
            <pc:sldMk cId="1377090451" sldId="262"/>
            <ac:spMk id="30" creationId="{2415C456-BEE3-59AF-D6AA-A2975B9D7DD9}"/>
          </ac:spMkLst>
        </pc:spChg>
        <pc:spChg chg="mod ord">
          <ac:chgData name="Phyo Thaw" userId="16eb5ffc8e637809" providerId="LiveId" clId="{297C8A2B-5CF5-4B01-A5AD-C37A4993D11E}" dt="2025-04-11T04:13:32.756" v="1405"/>
          <ac:spMkLst>
            <pc:docMk/>
            <pc:sldMk cId="1377090451" sldId="262"/>
            <ac:spMk id="31" creationId="{51B1C533-49CB-C9D1-7600-AEE2E9B82ED8}"/>
          </ac:spMkLst>
        </pc:spChg>
        <pc:spChg chg="del">
          <ac:chgData name="Phyo Thaw" userId="16eb5ffc8e637809" providerId="LiveId" clId="{297C8A2B-5CF5-4B01-A5AD-C37A4993D11E}" dt="2025-04-11T03:20:22.046" v="559" actId="478"/>
          <ac:spMkLst>
            <pc:docMk/>
            <pc:sldMk cId="1377090451" sldId="262"/>
            <ac:spMk id="32" creationId="{AE17DCFF-2208-D452-FA0C-82CDFA5563F7}"/>
          </ac:spMkLst>
        </pc:spChg>
        <pc:spChg chg="del">
          <ac:chgData name="Phyo Thaw" userId="16eb5ffc8e637809" providerId="LiveId" clId="{297C8A2B-5CF5-4B01-A5AD-C37A4993D11E}" dt="2025-04-11T03:20:22.046" v="559" actId="478"/>
          <ac:spMkLst>
            <pc:docMk/>
            <pc:sldMk cId="1377090451" sldId="262"/>
            <ac:spMk id="34" creationId="{A3E06700-D0E3-200D-CCC2-B98769E8F378}"/>
          </ac:spMkLst>
        </pc:spChg>
        <pc:spChg chg="add mod ord">
          <ac:chgData name="Phyo Thaw" userId="16eb5ffc8e637809" providerId="LiveId" clId="{297C8A2B-5CF5-4B01-A5AD-C37A4993D11E}" dt="2025-04-11T04:30:56.698" v="1712" actId="113"/>
          <ac:spMkLst>
            <pc:docMk/>
            <pc:sldMk cId="1377090451" sldId="262"/>
            <ac:spMk id="35" creationId="{E635F329-5022-960D-A9E3-888FC7D45E04}"/>
          </ac:spMkLst>
        </pc:spChg>
        <pc:spChg chg="add mod ord">
          <ac:chgData name="Phyo Thaw" userId="16eb5ffc8e637809" providerId="LiveId" clId="{297C8A2B-5CF5-4B01-A5AD-C37A4993D11E}" dt="2025-04-11T04:13:31.166" v="1402"/>
          <ac:spMkLst>
            <pc:docMk/>
            <pc:sldMk cId="1377090451" sldId="262"/>
            <ac:spMk id="37" creationId="{7078BA16-D6B8-283D-B1B6-21CA19796B2C}"/>
          </ac:spMkLst>
        </pc:spChg>
        <pc:spChg chg="add mod ord">
          <ac:chgData name="Phyo Thaw" userId="16eb5ffc8e637809" providerId="LiveId" clId="{297C8A2B-5CF5-4B01-A5AD-C37A4993D11E}" dt="2025-04-11T04:13:31.748" v="1403"/>
          <ac:spMkLst>
            <pc:docMk/>
            <pc:sldMk cId="1377090451" sldId="262"/>
            <ac:spMk id="38" creationId="{C1558119-971A-2DB8-1AD5-FAB232731C51}"/>
          </ac:spMkLst>
        </pc:spChg>
        <pc:spChg chg="add mod">
          <ac:chgData name="Phyo Thaw" userId="16eb5ffc8e637809" providerId="LiveId" clId="{297C8A2B-5CF5-4B01-A5AD-C37A4993D11E}" dt="2025-04-11T05:10:19.194" v="2247" actId="20577"/>
          <ac:spMkLst>
            <pc:docMk/>
            <pc:sldMk cId="1377090451" sldId="262"/>
            <ac:spMk id="39" creationId="{C4B5B27C-6931-A0E5-F7D0-23CB3CC8734B}"/>
          </ac:spMkLst>
        </pc:spChg>
        <pc:spChg chg="add mod">
          <ac:chgData name="Phyo Thaw" userId="16eb5ffc8e637809" providerId="LiveId" clId="{297C8A2B-5CF5-4B01-A5AD-C37A4993D11E}" dt="2025-04-11T04:32:04.536" v="1741" actId="207"/>
          <ac:spMkLst>
            <pc:docMk/>
            <pc:sldMk cId="1377090451" sldId="262"/>
            <ac:spMk id="40" creationId="{F1468797-8BBD-C995-1454-C9E3AFB07C11}"/>
          </ac:spMkLst>
        </pc:spChg>
        <pc:spChg chg="add mod">
          <ac:chgData name="Phyo Thaw" userId="16eb5ffc8e637809" providerId="LiveId" clId="{297C8A2B-5CF5-4B01-A5AD-C37A4993D11E}" dt="2025-04-11T05:12:41.624" v="2385" actId="1038"/>
          <ac:spMkLst>
            <pc:docMk/>
            <pc:sldMk cId="1377090451" sldId="262"/>
            <ac:spMk id="41" creationId="{03D10B2F-F9AA-0B50-CF60-7E840FD436C2}"/>
          </ac:spMkLst>
        </pc:spChg>
        <pc:grpChg chg="add mod">
          <ac:chgData name="Phyo Thaw" userId="16eb5ffc8e637809" providerId="LiveId" clId="{297C8A2B-5CF5-4B01-A5AD-C37A4993D11E}" dt="2025-04-11T04:10:24.133" v="1351" actId="1076"/>
          <ac:grpSpMkLst>
            <pc:docMk/>
            <pc:sldMk cId="1377090451" sldId="262"/>
            <ac:grpSpMk id="36" creationId="{38EA8E6A-0077-ECD6-2773-7BFFC2257C11}"/>
          </ac:grpSpMkLst>
        </pc:grpChg>
        <pc:graphicFrameChg chg="add mod modGraphic">
          <ac:chgData name="Phyo Thaw" userId="16eb5ffc8e637809" providerId="LiveId" clId="{297C8A2B-5CF5-4B01-A5AD-C37A4993D11E}" dt="2025-04-11T06:24:34.732" v="3383" actId="20577"/>
          <ac:graphicFrameMkLst>
            <pc:docMk/>
            <pc:sldMk cId="1377090451" sldId="262"/>
            <ac:graphicFrameMk id="3" creationId="{38A9408B-A273-CD1C-A71A-8C8C3AD894A5}"/>
          </ac:graphicFrameMkLst>
        </pc:graphicFrameChg>
        <pc:picChg chg="del">
          <ac:chgData name="Phyo Thaw" userId="16eb5ffc8e637809" providerId="LiveId" clId="{297C8A2B-5CF5-4B01-A5AD-C37A4993D11E}" dt="2025-04-11T03:20:22.046" v="559" actId="478"/>
          <ac:picMkLst>
            <pc:docMk/>
            <pc:sldMk cId="1377090451" sldId="262"/>
            <ac:picMk id="33" creationId="{387D4619-AEAD-2010-72B0-A307A533E9D6}"/>
          </ac:picMkLst>
        </pc:picChg>
        <pc:picChg chg="mod">
          <ac:chgData name="Phyo Thaw" userId="16eb5ffc8e637809" providerId="LiveId" clId="{297C8A2B-5CF5-4B01-A5AD-C37A4993D11E}" dt="2025-04-11T04:17:52.692" v="1438" actId="732"/>
          <ac:picMkLst>
            <pc:docMk/>
            <pc:sldMk cId="1377090451" sldId="262"/>
            <ac:picMk id="5122" creationId="{2228C760-A421-FB9A-EC28-F813D9FC9E26}"/>
          </ac:picMkLst>
        </pc:picChg>
        <pc:picChg chg="del">
          <ac:chgData name="Phyo Thaw" userId="16eb5ffc8e637809" providerId="LiveId" clId="{297C8A2B-5CF5-4B01-A5AD-C37A4993D11E}" dt="2025-04-11T03:20:22.046" v="559" actId="478"/>
          <ac:picMkLst>
            <pc:docMk/>
            <pc:sldMk cId="1377090451" sldId="262"/>
            <ac:picMk id="5124" creationId="{141F3381-6B10-FD05-8C12-1DF0E5235169}"/>
          </ac:picMkLst>
        </pc:picChg>
        <pc:picChg chg="del">
          <ac:chgData name="Phyo Thaw" userId="16eb5ffc8e637809" providerId="LiveId" clId="{297C8A2B-5CF5-4B01-A5AD-C37A4993D11E}" dt="2025-04-11T03:20:22.046" v="559" actId="478"/>
          <ac:picMkLst>
            <pc:docMk/>
            <pc:sldMk cId="1377090451" sldId="262"/>
            <ac:picMk id="5126" creationId="{DBA6A2CA-A8F2-012A-8AC8-6E208F8372A1}"/>
          </ac:picMkLst>
        </pc:picChg>
        <pc:picChg chg="del">
          <ac:chgData name="Phyo Thaw" userId="16eb5ffc8e637809" providerId="LiveId" clId="{297C8A2B-5CF5-4B01-A5AD-C37A4993D11E}" dt="2025-04-11T03:20:22.046" v="559" actId="478"/>
          <ac:picMkLst>
            <pc:docMk/>
            <pc:sldMk cId="1377090451" sldId="262"/>
            <ac:picMk id="5128" creationId="{8AB0F56F-24BB-8764-5932-6D4AC85DC34D}"/>
          </ac:picMkLst>
        </pc:picChg>
        <pc:picChg chg="add del mod">
          <ac:chgData name="Phyo Thaw" userId="16eb5ffc8e637809" providerId="LiveId" clId="{297C8A2B-5CF5-4B01-A5AD-C37A4993D11E}" dt="2025-04-11T04:07:07.988" v="1332" actId="478"/>
          <ac:picMkLst>
            <pc:docMk/>
            <pc:sldMk cId="1377090451" sldId="262"/>
            <ac:picMk id="6146" creationId="{A58D3F6B-BA2D-02A1-76A5-866B4AAC7E03}"/>
          </ac:picMkLst>
        </pc:picChg>
        <pc:picChg chg="add mod">
          <ac:chgData name="Phyo Thaw" userId="16eb5ffc8e637809" providerId="LiveId" clId="{297C8A2B-5CF5-4B01-A5AD-C37A4993D11E}" dt="2025-04-11T04:10:24.133" v="1351" actId="1076"/>
          <ac:picMkLst>
            <pc:docMk/>
            <pc:sldMk cId="1377090451" sldId="262"/>
            <ac:picMk id="6148" creationId="{35DF4A64-6298-B1B7-C981-8462A87F057A}"/>
          </ac:picMkLst>
        </pc:picChg>
      </pc:sldChg>
      <pc:sldChg chg="add del setBg">
        <pc:chgData name="Phyo Thaw" userId="16eb5ffc8e637809" providerId="LiveId" clId="{297C8A2B-5CF5-4B01-A5AD-C37A4993D11E}" dt="2025-04-11T03:20:08.128" v="557"/>
        <pc:sldMkLst>
          <pc:docMk/>
          <pc:sldMk cId="2888480249" sldId="262"/>
        </pc:sldMkLst>
      </pc:sldChg>
      <pc:sldChg chg="addSp delSp modSp add del mod ord setBg setClrOvrMap">
        <pc:chgData name="Phyo Thaw" userId="16eb5ffc8e637809" providerId="LiveId" clId="{297C8A2B-5CF5-4B01-A5AD-C37A4993D11E}" dt="2025-04-11T05:03:53.582" v="2153" actId="47"/>
        <pc:sldMkLst>
          <pc:docMk/>
          <pc:sldMk cId="1824734412" sldId="263"/>
        </pc:sldMkLst>
        <pc:spChg chg="mod">
          <ac:chgData name="Phyo Thaw" userId="16eb5ffc8e637809" providerId="LiveId" clId="{297C8A2B-5CF5-4B01-A5AD-C37A4993D11E}" dt="2025-04-11T05:03:29.451" v="2125" actId="26606"/>
          <ac:spMkLst>
            <pc:docMk/>
            <pc:sldMk cId="1824734412" sldId="263"/>
            <ac:spMk id="2" creationId="{68766900-2DC7-9A12-A7F6-BD90CCBE72F9}"/>
          </ac:spMkLst>
        </pc:spChg>
        <pc:spChg chg="del">
          <ac:chgData name="Phyo Thaw" userId="16eb5ffc8e637809" providerId="LiveId" clId="{297C8A2B-5CF5-4B01-A5AD-C37A4993D11E}" dt="2025-04-11T05:01:58.201" v="2082" actId="26606"/>
          <ac:spMkLst>
            <pc:docMk/>
            <pc:sldMk cId="1824734412" sldId="263"/>
            <ac:spMk id="36" creationId="{63655C85-8B77-732A-8168-ADF9BD48F20B}"/>
          </ac:spMkLst>
        </pc:spChg>
        <pc:spChg chg="add del">
          <ac:chgData name="Phyo Thaw" userId="16eb5ffc8e637809" providerId="LiveId" clId="{297C8A2B-5CF5-4B01-A5AD-C37A4993D11E}" dt="2025-04-11T05:02:47.544" v="2101" actId="26606"/>
          <ac:spMkLst>
            <pc:docMk/>
            <pc:sldMk cId="1824734412" sldId="263"/>
            <ac:spMk id="47" creationId="{B40FCD49-2060-48B9-8212-8A5F1DF4726F}"/>
          </ac:spMkLst>
        </pc:spChg>
        <pc:spChg chg="add del">
          <ac:chgData name="Phyo Thaw" userId="16eb5ffc8e637809" providerId="LiveId" clId="{297C8A2B-5CF5-4B01-A5AD-C37A4993D11E}" dt="2025-04-11T05:02:41.386" v="2098" actId="26606"/>
          <ac:spMkLst>
            <pc:docMk/>
            <pc:sldMk cId="1824734412" sldId="263"/>
            <ac:spMk id="60" creationId="{4E50CAEE-CAC0-4F18-9593-F09A3338C1A8}"/>
          </ac:spMkLst>
        </pc:spChg>
        <pc:spChg chg="add del">
          <ac:chgData name="Phyo Thaw" userId="16eb5ffc8e637809" providerId="LiveId" clId="{297C8A2B-5CF5-4B01-A5AD-C37A4993D11E}" dt="2025-04-11T05:02:47.461" v="2100" actId="26606"/>
          <ac:spMkLst>
            <pc:docMk/>
            <pc:sldMk cId="1824734412" sldId="263"/>
            <ac:spMk id="72" creationId="{37CCBFA6-32E5-4FFD-A52A-9EA1CBF9D49D}"/>
          </ac:spMkLst>
        </pc:spChg>
        <pc:spChg chg="add del">
          <ac:chgData name="Phyo Thaw" userId="16eb5ffc8e637809" providerId="LiveId" clId="{297C8A2B-5CF5-4B01-A5AD-C37A4993D11E}" dt="2025-04-11T05:02:47.461" v="2100" actId="26606"/>
          <ac:spMkLst>
            <pc:docMk/>
            <pc:sldMk cId="1824734412" sldId="263"/>
            <ac:spMk id="74" creationId="{88C8491E-818C-4AE7-BBAA-80BE32FD99EB}"/>
          </ac:spMkLst>
        </pc:spChg>
        <pc:spChg chg="add del">
          <ac:chgData name="Phyo Thaw" userId="16eb5ffc8e637809" providerId="LiveId" clId="{297C8A2B-5CF5-4B01-A5AD-C37A4993D11E}" dt="2025-04-11T05:03:29.451" v="2125" actId="26606"/>
          <ac:spMkLst>
            <pc:docMk/>
            <pc:sldMk cId="1824734412" sldId="263"/>
            <ac:spMk id="78" creationId="{864672EB-02A8-48AB-BCFB-00B78DBA6A1E}"/>
          </ac:spMkLst>
        </pc:spChg>
        <pc:spChg chg="add del">
          <ac:chgData name="Phyo Thaw" userId="16eb5ffc8e637809" providerId="LiveId" clId="{297C8A2B-5CF5-4B01-A5AD-C37A4993D11E}" dt="2025-04-11T05:03:29.451" v="2125" actId="26606"/>
          <ac:spMkLst>
            <pc:docMk/>
            <pc:sldMk cId="1824734412" sldId="263"/>
            <ac:spMk id="79" creationId="{7255A803-13A1-44E9-ACA9-889A5CC39BB5}"/>
          </ac:spMkLst>
        </pc:spChg>
        <pc:spChg chg="add del">
          <ac:chgData name="Phyo Thaw" userId="16eb5ffc8e637809" providerId="LiveId" clId="{297C8A2B-5CF5-4B01-A5AD-C37A4993D11E}" dt="2025-04-11T05:03:29.451" v="2125" actId="26606"/>
          <ac:spMkLst>
            <pc:docMk/>
            <pc:sldMk cId="1824734412" sldId="263"/>
            <ac:spMk id="80" creationId="{BC82C52F-0333-430E-AF00-FA48A518A1A5}"/>
          </ac:spMkLst>
        </pc:spChg>
        <pc:spChg chg="add del">
          <ac:chgData name="Phyo Thaw" userId="16eb5ffc8e637809" providerId="LiveId" clId="{297C8A2B-5CF5-4B01-A5AD-C37A4993D11E}" dt="2025-04-11T05:03:29.410" v="2124" actId="26606"/>
          <ac:spMkLst>
            <pc:docMk/>
            <pc:sldMk cId="1824734412" sldId="263"/>
            <ac:spMk id="93" creationId="{7B6FBACC-399D-45DD-933F-127688C092C1}"/>
          </ac:spMkLst>
        </pc:spChg>
        <pc:spChg chg="add">
          <ac:chgData name="Phyo Thaw" userId="16eb5ffc8e637809" providerId="LiveId" clId="{297C8A2B-5CF5-4B01-A5AD-C37A4993D11E}" dt="2025-04-11T05:03:29.451" v="2125" actId="26606"/>
          <ac:spMkLst>
            <pc:docMk/>
            <pc:sldMk cId="1824734412" sldId="263"/>
            <ac:spMk id="97" creationId="{A4921F60-5118-4274-90FB-B9934DC833E8}"/>
          </ac:spMkLst>
        </pc:spChg>
        <pc:picChg chg="del mod">
          <ac:chgData name="Phyo Thaw" userId="16eb5ffc8e637809" providerId="LiveId" clId="{297C8A2B-5CF5-4B01-A5AD-C37A4993D11E}" dt="2025-04-11T05:02:07.151" v="2083" actId="478"/>
          <ac:picMkLst>
            <pc:docMk/>
            <pc:sldMk cId="1824734412" sldId="263"/>
            <ac:picMk id="5" creationId="{AF9721E8-DB90-AACA-2238-F2A2B1AE34CF}"/>
          </ac:picMkLst>
        </pc:picChg>
        <pc:picChg chg="del">
          <ac:chgData name="Phyo Thaw" userId="16eb5ffc8e637809" providerId="LiveId" clId="{297C8A2B-5CF5-4B01-A5AD-C37A4993D11E}" dt="2025-04-11T05:01:58.201" v="2082" actId="26606"/>
          <ac:picMkLst>
            <pc:docMk/>
            <pc:sldMk cId="1824734412" sldId="263"/>
            <ac:picMk id="32" creationId="{9A3E52DE-B21B-D70C-DD12-56DF7D42CB81}"/>
          </ac:picMkLst>
        </pc:picChg>
        <pc:picChg chg="del">
          <ac:chgData name="Phyo Thaw" userId="16eb5ffc8e637809" providerId="LiveId" clId="{297C8A2B-5CF5-4B01-A5AD-C37A4993D11E}" dt="2025-04-11T05:01:58.201" v="2082" actId="26606"/>
          <ac:picMkLst>
            <pc:docMk/>
            <pc:sldMk cId="1824734412" sldId="263"/>
            <ac:picMk id="34" creationId="{27BF3F43-E8F2-CC1A-EEA1-AF723CDA9359}"/>
          </ac:picMkLst>
        </pc:picChg>
        <pc:picChg chg="del">
          <ac:chgData name="Phyo Thaw" userId="16eb5ffc8e637809" providerId="LiveId" clId="{297C8A2B-5CF5-4B01-A5AD-C37A4993D11E}" dt="2025-04-11T05:01:58.201" v="2082" actId="26606"/>
          <ac:picMkLst>
            <pc:docMk/>
            <pc:sldMk cId="1824734412" sldId="263"/>
            <ac:picMk id="38" creationId="{3D453F01-E00A-6EB2-33E2-6DC93A4A2D1A}"/>
          </ac:picMkLst>
        </pc:picChg>
        <pc:picChg chg="add del">
          <ac:chgData name="Phyo Thaw" userId="16eb5ffc8e637809" providerId="LiveId" clId="{297C8A2B-5CF5-4B01-A5AD-C37A4993D11E}" dt="2025-04-11T05:02:47.461" v="2100" actId="26606"/>
          <ac:picMkLst>
            <pc:docMk/>
            <pc:sldMk cId="1824734412" sldId="263"/>
            <ac:picMk id="43" creationId="{22790EC5-ACA7-4536-8066-B60199F3C6DF}"/>
          </ac:picMkLst>
        </pc:picChg>
        <pc:picChg chg="add del">
          <ac:chgData name="Phyo Thaw" userId="16eb5ffc8e637809" providerId="LiveId" clId="{297C8A2B-5CF5-4B01-A5AD-C37A4993D11E}" dt="2025-04-11T05:02:47.461" v="2100" actId="26606"/>
          <ac:picMkLst>
            <pc:docMk/>
            <pc:sldMk cId="1824734412" sldId="263"/>
            <ac:picMk id="45" creationId="{CAD20AEA-7CAF-4A83-BE2E-EAF010B8B7FC}"/>
          </ac:picMkLst>
        </pc:picChg>
        <pc:picChg chg="add del">
          <ac:chgData name="Phyo Thaw" userId="16eb5ffc8e637809" providerId="LiveId" clId="{297C8A2B-5CF5-4B01-A5AD-C37A4993D11E}" dt="2025-04-11T05:02:47.461" v="2100" actId="26606"/>
          <ac:picMkLst>
            <pc:docMk/>
            <pc:sldMk cId="1824734412" sldId="263"/>
            <ac:picMk id="49" creationId="{DA70F40A-D18F-4F05-A106-6D2CB24DC79A}"/>
          </ac:picMkLst>
        </pc:picChg>
        <pc:picChg chg="add del">
          <ac:chgData name="Phyo Thaw" userId="16eb5ffc8e637809" providerId="LiveId" clId="{297C8A2B-5CF5-4B01-A5AD-C37A4993D11E}" dt="2025-04-11T05:02:47.544" v="2101" actId="26606"/>
          <ac:picMkLst>
            <pc:docMk/>
            <pc:sldMk cId="1824734412" sldId="263"/>
            <ac:picMk id="51" creationId="{83A45DCD-B5FB-4A86-88D2-91088C7FFC5F}"/>
          </ac:picMkLst>
        </pc:picChg>
        <pc:picChg chg="add del">
          <ac:chgData name="Phyo Thaw" userId="16eb5ffc8e637809" providerId="LiveId" clId="{297C8A2B-5CF5-4B01-A5AD-C37A4993D11E}" dt="2025-04-11T05:02:41.386" v="2098" actId="26606"/>
          <ac:picMkLst>
            <pc:docMk/>
            <pc:sldMk cId="1824734412" sldId="263"/>
            <ac:picMk id="56" creationId="{9A0F0AC6-A89F-416B-9FA4-48E664065E73}"/>
          </ac:picMkLst>
        </pc:picChg>
        <pc:picChg chg="add del">
          <ac:chgData name="Phyo Thaw" userId="16eb5ffc8e637809" providerId="LiveId" clId="{297C8A2B-5CF5-4B01-A5AD-C37A4993D11E}" dt="2025-04-11T05:02:41.386" v="2098" actId="26606"/>
          <ac:picMkLst>
            <pc:docMk/>
            <pc:sldMk cId="1824734412" sldId="263"/>
            <ac:picMk id="58" creationId="{C31AA009-40AD-4098-8AE7-680CA35C6EAA}"/>
          </ac:picMkLst>
        </pc:picChg>
        <pc:picChg chg="add">
          <ac:chgData name="Phyo Thaw" userId="16eb5ffc8e637809" providerId="LiveId" clId="{297C8A2B-5CF5-4B01-A5AD-C37A4993D11E}" dt="2025-04-11T05:02:35.620" v="2097" actId="26606"/>
          <ac:picMkLst>
            <pc:docMk/>
            <pc:sldMk cId="1824734412" sldId="263"/>
            <ac:picMk id="62" creationId="{D2DA77D5-12C4-446D-AC72-A514960A553E}"/>
          </ac:picMkLst>
        </pc:picChg>
        <pc:picChg chg="add del">
          <ac:chgData name="Phyo Thaw" userId="16eb5ffc8e637809" providerId="LiveId" clId="{297C8A2B-5CF5-4B01-A5AD-C37A4993D11E}" dt="2025-04-11T05:02:41.386" v="2098" actId="26606"/>
          <ac:picMkLst>
            <pc:docMk/>
            <pc:sldMk cId="1824734412" sldId="263"/>
            <ac:picMk id="64" creationId="{19E04E4F-6B32-4651-ACE0-DACABF1FC254}"/>
          </ac:picMkLst>
        </pc:picChg>
        <pc:picChg chg="del">
          <ac:chgData name="Phyo Thaw" userId="16eb5ffc8e637809" providerId="LiveId" clId="{297C8A2B-5CF5-4B01-A5AD-C37A4993D11E}" dt="2025-04-11T05:02:41.386" v="2098" actId="26606"/>
          <ac:picMkLst>
            <pc:docMk/>
            <pc:sldMk cId="1824734412" sldId="263"/>
            <ac:picMk id="66" creationId="{13D4F2B0-7771-46FC-9763-240E8F55F14D}"/>
          </ac:picMkLst>
        </pc:picChg>
        <pc:picChg chg="add del">
          <ac:chgData name="Phyo Thaw" userId="16eb5ffc8e637809" providerId="LiveId" clId="{297C8A2B-5CF5-4B01-A5AD-C37A4993D11E}" dt="2025-04-11T05:02:41.386" v="2098" actId="26606"/>
          <ac:picMkLst>
            <pc:docMk/>
            <pc:sldMk cId="1824734412" sldId="263"/>
            <ac:picMk id="68" creationId="{6164F387-6750-4AFF-8A10-65C64D31ECA3}"/>
          </ac:picMkLst>
        </pc:picChg>
        <pc:picChg chg="add del">
          <ac:chgData name="Phyo Thaw" userId="16eb5ffc8e637809" providerId="LiveId" clId="{297C8A2B-5CF5-4B01-A5AD-C37A4993D11E}" dt="2025-04-11T05:02:47.461" v="2100" actId="26606"/>
          <ac:picMkLst>
            <pc:docMk/>
            <pc:sldMk cId="1824734412" sldId="263"/>
            <ac:picMk id="70" creationId="{9A0F0AC6-A89F-416B-9FA4-48E664065E73}"/>
          </ac:picMkLst>
        </pc:picChg>
        <pc:picChg chg="add del">
          <ac:chgData name="Phyo Thaw" userId="16eb5ffc8e637809" providerId="LiveId" clId="{297C8A2B-5CF5-4B01-A5AD-C37A4993D11E}" dt="2025-04-11T05:02:47.461" v="2100" actId="26606"/>
          <ac:picMkLst>
            <pc:docMk/>
            <pc:sldMk cId="1824734412" sldId="263"/>
            <ac:picMk id="71" creationId="{C31AA009-40AD-4098-8AE7-680CA35C6EAA}"/>
          </ac:picMkLst>
        </pc:picChg>
        <pc:picChg chg="add del">
          <ac:chgData name="Phyo Thaw" userId="16eb5ffc8e637809" providerId="LiveId" clId="{297C8A2B-5CF5-4B01-A5AD-C37A4993D11E}" dt="2025-04-11T05:02:47.461" v="2100" actId="26606"/>
          <ac:picMkLst>
            <pc:docMk/>
            <pc:sldMk cId="1824734412" sldId="263"/>
            <ac:picMk id="73" creationId="{8B3A8DA3-6E81-4BA8-A084-FE4E32A32BB6}"/>
          </ac:picMkLst>
        </pc:picChg>
        <pc:picChg chg="add del">
          <ac:chgData name="Phyo Thaw" userId="16eb5ffc8e637809" providerId="LiveId" clId="{297C8A2B-5CF5-4B01-A5AD-C37A4993D11E}" dt="2025-04-11T05:03:29.451" v="2125" actId="26606"/>
          <ac:picMkLst>
            <pc:docMk/>
            <pc:sldMk cId="1824734412" sldId="263"/>
            <ac:picMk id="76" creationId="{9A0F0AC6-A89F-416B-9FA4-48E664065E73}"/>
          </ac:picMkLst>
        </pc:picChg>
        <pc:picChg chg="add del">
          <ac:chgData name="Phyo Thaw" userId="16eb5ffc8e637809" providerId="LiveId" clId="{297C8A2B-5CF5-4B01-A5AD-C37A4993D11E}" dt="2025-04-11T05:03:27.221" v="2123" actId="26606"/>
          <ac:picMkLst>
            <pc:docMk/>
            <pc:sldMk cId="1824734412" sldId="263"/>
            <ac:picMk id="77" creationId="{C31AA009-40AD-4098-8AE7-680CA35C6EAA}"/>
          </ac:picMkLst>
        </pc:picChg>
        <pc:picChg chg="add del">
          <ac:chgData name="Phyo Thaw" userId="16eb5ffc8e637809" providerId="LiveId" clId="{297C8A2B-5CF5-4B01-A5AD-C37A4993D11E}" dt="2025-04-11T05:03:29.451" v="2125" actId="26606"/>
          <ac:picMkLst>
            <pc:docMk/>
            <pc:sldMk cId="1824734412" sldId="263"/>
            <ac:picMk id="81" creationId="{BE9CCFFE-A385-4D35-8504-960F050EF7F8}"/>
          </ac:picMkLst>
        </pc:picChg>
        <pc:picChg chg="add del">
          <ac:chgData name="Phyo Thaw" userId="16eb5ffc8e637809" providerId="LiveId" clId="{297C8A2B-5CF5-4B01-A5AD-C37A4993D11E}" dt="2025-04-11T05:03:29.451" v="2125" actId="26606"/>
          <ac:picMkLst>
            <pc:docMk/>
            <pc:sldMk cId="1824734412" sldId="263"/>
            <ac:picMk id="82" creationId="{1AD41804-3572-46FD-8124-D3079B642712}"/>
          </ac:picMkLst>
        </pc:picChg>
        <pc:picChg chg="add">
          <ac:chgData name="Phyo Thaw" userId="16eb5ffc8e637809" providerId="LiveId" clId="{297C8A2B-5CF5-4B01-A5AD-C37A4993D11E}" dt="2025-04-11T05:02:47.544" v="2101" actId="26606"/>
          <ac:picMkLst>
            <pc:docMk/>
            <pc:sldMk cId="1824734412" sldId="263"/>
            <ac:picMk id="84" creationId="{2FA7483C-C90B-453F-AB53-60D8FDE6D3F6}"/>
          </ac:picMkLst>
        </pc:picChg>
        <pc:picChg chg="del">
          <ac:chgData name="Phyo Thaw" userId="16eb5ffc8e637809" providerId="LiveId" clId="{297C8A2B-5CF5-4B01-A5AD-C37A4993D11E}" dt="2025-04-11T05:03:29.410" v="2124" actId="26606"/>
          <ac:picMkLst>
            <pc:docMk/>
            <pc:sldMk cId="1824734412" sldId="263"/>
            <ac:picMk id="89" creationId="{9A0F0AC6-A89F-416B-9FA4-48E664065E73}"/>
          </ac:picMkLst>
        </pc:picChg>
        <pc:picChg chg="add del">
          <ac:chgData name="Phyo Thaw" userId="16eb5ffc8e637809" providerId="LiveId" clId="{297C8A2B-5CF5-4B01-A5AD-C37A4993D11E}" dt="2025-04-11T05:03:29.410" v="2124" actId="26606"/>
          <ac:picMkLst>
            <pc:docMk/>
            <pc:sldMk cId="1824734412" sldId="263"/>
            <ac:picMk id="91" creationId="{C31AA009-40AD-4098-8AE7-680CA35C6EAA}"/>
          </ac:picMkLst>
        </pc:picChg>
        <pc:picChg chg="add">
          <ac:chgData name="Phyo Thaw" userId="16eb5ffc8e637809" providerId="LiveId" clId="{297C8A2B-5CF5-4B01-A5AD-C37A4993D11E}" dt="2025-04-11T05:03:29.451" v="2125" actId="26606"/>
          <ac:picMkLst>
            <pc:docMk/>
            <pc:sldMk cId="1824734412" sldId="263"/>
            <ac:picMk id="95" creationId="{9A0F0AC6-A89F-416B-9FA4-48E664065E73}"/>
          </ac:picMkLst>
        </pc:picChg>
        <pc:picChg chg="add">
          <ac:chgData name="Phyo Thaw" userId="16eb5ffc8e637809" providerId="LiveId" clId="{297C8A2B-5CF5-4B01-A5AD-C37A4993D11E}" dt="2025-04-11T05:03:29.451" v="2125" actId="26606"/>
          <ac:picMkLst>
            <pc:docMk/>
            <pc:sldMk cId="1824734412" sldId="263"/>
            <ac:picMk id="96" creationId="{C31AA009-40AD-4098-8AE7-680CA35C6EAA}"/>
          </ac:picMkLst>
        </pc:picChg>
      </pc:sldChg>
      <pc:sldChg chg="addSp delSp modSp add mod ord setBg setClrOvrMap delDesignElem">
        <pc:chgData name="Phyo Thaw" userId="16eb5ffc8e637809" providerId="LiveId" clId="{297C8A2B-5CF5-4B01-A5AD-C37A4993D11E}" dt="2025-04-11T06:02:24.570" v="3220"/>
        <pc:sldMkLst>
          <pc:docMk/>
          <pc:sldMk cId="2365509727" sldId="264"/>
        </pc:sldMkLst>
        <pc:spChg chg="mod">
          <ac:chgData name="Phyo Thaw" userId="16eb5ffc8e637809" providerId="LiveId" clId="{297C8A2B-5CF5-4B01-A5AD-C37A4993D11E}" dt="2025-04-11T05:03:49.243" v="2152" actId="20577"/>
          <ac:spMkLst>
            <pc:docMk/>
            <pc:sldMk cId="2365509727" sldId="264"/>
            <ac:spMk id="2" creationId="{7AFDB5FF-3183-5C0C-B094-CA12404C89F5}"/>
          </ac:spMkLst>
        </pc:spChg>
        <pc:spChg chg="add del mod">
          <ac:chgData name="Phyo Thaw" userId="16eb5ffc8e637809" providerId="LiveId" clId="{297C8A2B-5CF5-4B01-A5AD-C37A4993D11E}" dt="2025-04-11T05:06:34.840" v="2157" actId="14826"/>
          <ac:spMkLst>
            <pc:docMk/>
            <pc:sldMk cId="2365509727" sldId="264"/>
            <ac:spMk id="3" creationId="{4E965A1C-3DED-0398-C1A1-F76B6E1D75AE}"/>
          </ac:spMkLst>
        </pc:spChg>
        <pc:spChg chg="add del">
          <ac:chgData name="Phyo Thaw" userId="16eb5ffc8e637809" providerId="LiveId" clId="{297C8A2B-5CF5-4B01-A5AD-C37A4993D11E}" dt="2025-04-11T05:06:51.256" v="2160" actId="26606"/>
          <ac:spMkLst>
            <pc:docMk/>
            <pc:sldMk cId="2365509727" sldId="264"/>
            <ac:spMk id="27" creationId="{33079140-43D1-718D-6109-1C626DDF4163}"/>
          </ac:spMkLst>
        </pc:spChg>
        <pc:spChg chg="add del">
          <ac:chgData name="Phyo Thaw" userId="16eb5ffc8e637809" providerId="LiveId" clId="{297C8A2B-5CF5-4B01-A5AD-C37A4993D11E}" dt="2025-04-11T05:06:51.194" v="2159" actId="26606"/>
          <ac:spMkLst>
            <pc:docMk/>
            <pc:sldMk cId="2365509727" sldId="264"/>
            <ac:spMk id="38" creationId="{B40FCD49-2060-48B9-8212-8A5F1DF4726F}"/>
          </ac:spMkLst>
        </pc:spChg>
        <pc:spChg chg="add del">
          <ac:chgData name="Phyo Thaw" userId="16eb5ffc8e637809" providerId="LiveId" clId="{297C8A2B-5CF5-4B01-A5AD-C37A4993D11E}" dt="2025-04-11T06:02:24.570" v="3220"/>
          <ac:spMkLst>
            <pc:docMk/>
            <pc:sldMk cId="2365509727" sldId="264"/>
            <ac:spMk id="46" creationId="{B40FCD49-2060-48B9-8212-8A5F1DF4726F}"/>
          </ac:spMkLst>
        </pc:spChg>
        <pc:picChg chg="add del">
          <ac:chgData name="Phyo Thaw" userId="16eb5ffc8e637809" providerId="LiveId" clId="{297C8A2B-5CF5-4B01-A5AD-C37A4993D11E}" dt="2025-04-11T05:06:51.256" v="2160" actId="26606"/>
          <ac:picMkLst>
            <pc:docMk/>
            <pc:sldMk cId="2365509727" sldId="264"/>
            <ac:picMk id="25" creationId="{F4DEE6D5-E112-0E72-621A-6C7FC96051A4}"/>
          </ac:picMkLst>
        </pc:picChg>
        <pc:picChg chg="add del">
          <ac:chgData name="Phyo Thaw" userId="16eb5ffc8e637809" providerId="LiveId" clId="{297C8A2B-5CF5-4B01-A5AD-C37A4993D11E}" dt="2025-04-11T05:06:51.256" v="2160" actId="26606"/>
          <ac:picMkLst>
            <pc:docMk/>
            <pc:sldMk cId="2365509727" sldId="264"/>
            <ac:picMk id="26" creationId="{7F9F84E8-533C-491C-5E14-5BD3E7368D1C}"/>
          </ac:picMkLst>
        </pc:picChg>
        <pc:picChg chg="add del mod">
          <ac:chgData name="Phyo Thaw" userId="16eb5ffc8e637809" providerId="LiveId" clId="{297C8A2B-5CF5-4B01-A5AD-C37A4993D11E}" dt="2025-04-11T05:07:59.235" v="2164"/>
          <ac:picMkLst>
            <pc:docMk/>
            <pc:sldMk cId="2365509727" sldId="264"/>
            <ac:picMk id="28" creationId="{D8C153A4-DFB7-1A83-FBCD-7047059F15F5}"/>
          </ac:picMkLst>
        </pc:picChg>
        <pc:picChg chg="add del">
          <ac:chgData name="Phyo Thaw" userId="16eb5ffc8e637809" providerId="LiveId" clId="{297C8A2B-5CF5-4B01-A5AD-C37A4993D11E}" dt="2025-04-11T05:06:51.256" v="2160" actId="26606"/>
          <ac:picMkLst>
            <pc:docMk/>
            <pc:sldMk cId="2365509727" sldId="264"/>
            <ac:picMk id="29" creationId="{DB7A1F2B-3712-DF1F-9802-49624421C350}"/>
          </ac:picMkLst>
        </pc:picChg>
        <pc:picChg chg="add del">
          <ac:chgData name="Phyo Thaw" userId="16eb5ffc8e637809" providerId="LiveId" clId="{297C8A2B-5CF5-4B01-A5AD-C37A4993D11E}" dt="2025-04-11T05:06:51.194" v="2159" actId="26606"/>
          <ac:picMkLst>
            <pc:docMk/>
            <pc:sldMk cId="2365509727" sldId="264"/>
            <ac:picMk id="34" creationId="{22790EC5-ACA7-4536-8066-B60199F3C6DF}"/>
          </ac:picMkLst>
        </pc:picChg>
        <pc:picChg chg="add del">
          <ac:chgData name="Phyo Thaw" userId="16eb5ffc8e637809" providerId="LiveId" clId="{297C8A2B-5CF5-4B01-A5AD-C37A4993D11E}" dt="2025-04-11T05:06:51.194" v="2159" actId="26606"/>
          <ac:picMkLst>
            <pc:docMk/>
            <pc:sldMk cId="2365509727" sldId="264"/>
            <ac:picMk id="36" creationId="{CAD20AEA-7CAF-4A83-BE2E-EAF010B8B7FC}"/>
          </ac:picMkLst>
        </pc:picChg>
        <pc:picChg chg="add del">
          <ac:chgData name="Phyo Thaw" userId="16eb5ffc8e637809" providerId="LiveId" clId="{297C8A2B-5CF5-4B01-A5AD-C37A4993D11E}" dt="2025-04-11T05:06:51.194" v="2159" actId="26606"/>
          <ac:picMkLst>
            <pc:docMk/>
            <pc:sldMk cId="2365509727" sldId="264"/>
            <ac:picMk id="40" creationId="{DA70F40A-D18F-4F05-A106-6D2CB24DC79A}"/>
          </ac:picMkLst>
        </pc:picChg>
        <pc:picChg chg="add del">
          <ac:chgData name="Phyo Thaw" userId="16eb5ffc8e637809" providerId="LiveId" clId="{297C8A2B-5CF5-4B01-A5AD-C37A4993D11E}" dt="2025-04-11T05:06:51.194" v="2159" actId="26606"/>
          <ac:picMkLst>
            <pc:docMk/>
            <pc:sldMk cId="2365509727" sldId="264"/>
            <ac:picMk id="42" creationId="{83A45DCD-B5FB-4A86-88D2-91088C7FFC5F}"/>
          </ac:picMkLst>
        </pc:picChg>
        <pc:picChg chg="add del">
          <ac:chgData name="Phyo Thaw" userId="16eb5ffc8e637809" providerId="LiveId" clId="{297C8A2B-5CF5-4B01-A5AD-C37A4993D11E}" dt="2025-04-11T06:02:24.570" v="3220"/>
          <ac:picMkLst>
            <pc:docMk/>
            <pc:sldMk cId="2365509727" sldId="264"/>
            <ac:picMk id="44" creationId="{22790EC5-ACA7-4536-8066-B60199F3C6DF}"/>
          </ac:picMkLst>
        </pc:picChg>
        <pc:picChg chg="add del">
          <ac:chgData name="Phyo Thaw" userId="16eb5ffc8e637809" providerId="LiveId" clId="{297C8A2B-5CF5-4B01-A5AD-C37A4993D11E}" dt="2025-04-11T06:02:24.570" v="3220"/>
          <ac:picMkLst>
            <pc:docMk/>
            <pc:sldMk cId="2365509727" sldId="264"/>
            <ac:picMk id="45" creationId="{CAD20AEA-7CAF-4A83-BE2E-EAF010B8B7FC}"/>
          </ac:picMkLst>
        </pc:picChg>
        <pc:picChg chg="add del">
          <ac:chgData name="Phyo Thaw" userId="16eb5ffc8e637809" providerId="LiveId" clId="{297C8A2B-5CF5-4B01-A5AD-C37A4993D11E}" dt="2025-04-11T06:02:24.570" v="3220"/>
          <ac:picMkLst>
            <pc:docMk/>
            <pc:sldMk cId="2365509727" sldId="264"/>
            <ac:picMk id="47" creationId="{83A45DCD-B5FB-4A86-88D2-91088C7FFC5F}"/>
          </ac:picMkLst>
        </pc:picChg>
      </pc:sldChg>
      <pc:sldChg chg="addSp delSp modSp add mod ord modAnim">
        <pc:chgData name="Phyo Thaw" userId="16eb5ffc8e637809" providerId="LiveId" clId="{297C8A2B-5CF5-4B01-A5AD-C37A4993D11E}" dt="2025-04-11T05:33:41.288" v="2664" actId="20577"/>
        <pc:sldMkLst>
          <pc:docMk/>
          <pc:sldMk cId="2481462756" sldId="265"/>
        </pc:sldMkLst>
        <pc:spChg chg="mod">
          <ac:chgData name="Phyo Thaw" userId="16eb5ffc8e637809" providerId="LiveId" clId="{297C8A2B-5CF5-4B01-A5AD-C37A4993D11E}" dt="2025-04-11T05:33:41.288" v="2664" actId="20577"/>
          <ac:spMkLst>
            <pc:docMk/>
            <pc:sldMk cId="2481462756" sldId="265"/>
            <ac:spMk id="2" creationId="{C0EB30B1-B6F0-3D8F-A277-6C7F98B62226}"/>
          </ac:spMkLst>
        </pc:spChg>
        <pc:spChg chg="del">
          <ac:chgData name="Phyo Thaw" userId="16eb5ffc8e637809" providerId="LiveId" clId="{297C8A2B-5CF5-4B01-A5AD-C37A4993D11E}" dt="2025-04-11T05:25:58.266" v="2446" actId="478"/>
          <ac:spMkLst>
            <pc:docMk/>
            <pc:sldMk cId="2481462756" sldId="265"/>
            <ac:spMk id="5" creationId="{E9EC204E-67A9-57E4-2376-F623E656A29B}"/>
          </ac:spMkLst>
        </pc:spChg>
        <pc:spChg chg="del">
          <ac:chgData name="Phyo Thaw" userId="16eb5ffc8e637809" providerId="LiveId" clId="{297C8A2B-5CF5-4B01-A5AD-C37A4993D11E}" dt="2025-04-11T05:25:58.266" v="2446" actId="478"/>
          <ac:spMkLst>
            <pc:docMk/>
            <pc:sldMk cId="2481462756" sldId="265"/>
            <ac:spMk id="9" creationId="{4896BFC3-844D-6745-E212-BF6D4F03994B}"/>
          </ac:spMkLst>
        </pc:spChg>
        <pc:spChg chg="del">
          <ac:chgData name="Phyo Thaw" userId="16eb5ffc8e637809" providerId="LiveId" clId="{297C8A2B-5CF5-4B01-A5AD-C37A4993D11E}" dt="2025-04-11T05:25:58.266" v="2446" actId="478"/>
          <ac:spMkLst>
            <pc:docMk/>
            <pc:sldMk cId="2481462756" sldId="265"/>
            <ac:spMk id="12" creationId="{C1F417B5-0581-87E7-8070-59213483CBD3}"/>
          </ac:spMkLst>
        </pc:spChg>
        <pc:spChg chg="del">
          <ac:chgData name="Phyo Thaw" userId="16eb5ffc8e637809" providerId="LiveId" clId="{297C8A2B-5CF5-4B01-A5AD-C37A4993D11E}" dt="2025-04-11T05:25:58.266" v="2446" actId="478"/>
          <ac:spMkLst>
            <pc:docMk/>
            <pc:sldMk cId="2481462756" sldId="265"/>
            <ac:spMk id="14" creationId="{9D01FAC0-FB99-53A1-5446-24E374B04B96}"/>
          </ac:spMkLst>
        </pc:spChg>
        <pc:spChg chg="del">
          <ac:chgData name="Phyo Thaw" userId="16eb5ffc8e637809" providerId="LiveId" clId="{297C8A2B-5CF5-4B01-A5AD-C37A4993D11E}" dt="2025-04-11T05:25:58.266" v="2446" actId="478"/>
          <ac:spMkLst>
            <pc:docMk/>
            <pc:sldMk cId="2481462756" sldId="265"/>
            <ac:spMk id="15" creationId="{DE1DB62A-7C53-0509-C762-7078F5CD6ECC}"/>
          </ac:spMkLst>
        </pc:spChg>
        <pc:spChg chg="del">
          <ac:chgData name="Phyo Thaw" userId="16eb5ffc8e637809" providerId="LiveId" clId="{297C8A2B-5CF5-4B01-A5AD-C37A4993D11E}" dt="2025-04-11T05:25:58.266" v="2446" actId="478"/>
          <ac:spMkLst>
            <pc:docMk/>
            <pc:sldMk cId="2481462756" sldId="265"/>
            <ac:spMk id="19" creationId="{5B403389-BF13-50AF-4C24-5EC77152C2C4}"/>
          </ac:spMkLst>
        </pc:spChg>
        <pc:spChg chg="del">
          <ac:chgData name="Phyo Thaw" userId="16eb5ffc8e637809" providerId="LiveId" clId="{297C8A2B-5CF5-4B01-A5AD-C37A4993D11E}" dt="2025-04-11T05:25:58.266" v="2446" actId="478"/>
          <ac:spMkLst>
            <pc:docMk/>
            <pc:sldMk cId="2481462756" sldId="265"/>
            <ac:spMk id="20" creationId="{96F70227-2CED-A22D-D086-3BD42C0617C9}"/>
          </ac:spMkLst>
        </pc:spChg>
        <pc:spChg chg="del">
          <ac:chgData name="Phyo Thaw" userId="16eb5ffc8e637809" providerId="LiveId" clId="{297C8A2B-5CF5-4B01-A5AD-C37A4993D11E}" dt="2025-04-11T05:25:58.266" v="2446" actId="478"/>
          <ac:spMkLst>
            <pc:docMk/>
            <pc:sldMk cId="2481462756" sldId="265"/>
            <ac:spMk id="29" creationId="{2D67DD53-0C25-D821-7AF0-342E7912489B}"/>
          </ac:spMkLst>
        </pc:spChg>
        <pc:spChg chg="del">
          <ac:chgData name="Phyo Thaw" userId="16eb5ffc8e637809" providerId="LiveId" clId="{297C8A2B-5CF5-4B01-A5AD-C37A4993D11E}" dt="2025-04-11T05:25:58.266" v="2446" actId="478"/>
          <ac:spMkLst>
            <pc:docMk/>
            <pc:sldMk cId="2481462756" sldId="265"/>
            <ac:spMk id="30" creationId="{1A566E0B-4C79-5230-2E06-641B69E3985C}"/>
          </ac:spMkLst>
        </pc:spChg>
        <pc:spChg chg="del">
          <ac:chgData name="Phyo Thaw" userId="16eb5ffc8e637809" providerId="LiveId" clId="{297C8A2B-5CF5-4B01-A5AD-C37A4993D11E}" dt="2025-04-11T05:25:58.266" v="2446" actId="478"/>
          <ac:spMkLst>
            <pc:docMk/>
            <pc:sldMk cId="2481462756" sldId="265"/>
            <ac:spMk id="37" creationId="{D55829DC-13CB-FA08-61CC-7A177283F422}"/>
          </ac:spMkLst>
        </pc:spChg>
        <pc:picChg chg="add del mod">
          <ac:chgData name="Phyo Thaw" userId="16eb5ffc8e637809" providerId="LiveId" clId="{297C8A2B-5CF5-4B01-A5AD-C37A4993D11E}" dt="2025-04-11T05:30:08.510" v="2549" actId="478"/>
          <ac:picMkLst>
            <pc:docMk/>
            <pc:sldMk cId="2481462756" sldId="265"/>
            <ac:picMk id="18" creationId="{C9FC27E1-DDD3-FD42-11F0-B26C3EABEF2E}"/>
          </ac:picMkLst>
        </pc:picChg>
        <pc:picChg chg="add mod modCrop">
          <ac:chgData name="Phyo Thaw" userId="16eb5ffc8e637809" providerId="LiveId" clId="{297C8A2B-5CF5-4B01-A5AD-C37A4993D11E}" dt="2025-04-11T05:33:04.831" v="2642" actId="1076"/>
          <ac:picMkLst>
            <pc:docMk/>
            <pc:sldMk cId="2481462756" sldId="265"/>
            <ac:picMk id="26" creationId="{849C726A-8D3B-367D-784D-1256A5D2DF34}"/>
          </ac:picMkLst>
        </pc:picChg>
        <pc:picChg chg="add mod modCrop">
          <ac:chgData name="Phyo Thaw" userId="16eb5ffc8e637809" providerId="LiveId" clId="{297C8A2B-5CF5-4B01-A5AD-C37A4993D11E}" dt="2025-04-11T05:32:59.190" v="2636" actId="1076"/>
          <ac:picMkLst>
            <pc:docMk/>
            <pc:sldMk cId="2481462756" sldId="265"/>
            <ac:picMk id="33" creationId="{5CADFAAB-AD25-650C-DA41-FE05E01B740D}"/>
          </ac:picMkLst>
        </pc:picChg>
        <pc:picChg chg="add mod modCrop">
          <ac:chgData name="Phyo Thaw" userId="16eb5ffc8e637809" providerId="LiveId" clId="{297C8A2B-5CF5-4B01-A5AD-C37A4993D11E}" dt="2025-04-11T05:32:20.227" v="2618" actId="1076"/>
          <ac:picMkLst>
            <pc:docMk/>
            <pc:sldMk cId="2481462756" sldId="265"/>
            <ac:picMk id="42" creationId="{2620804A-E9E9-D64F-4650-8EC112E9BCDD}"/>
          </ac:picMkLst>
        </pc:picChg>
        <pc:picChg chg="add mod modCrop">
          <ac:chgData name="Phyo Thaw" userId="16eb5ffc8e637809" providerId="LiveId" clId="{297C8A2B-5CF5-4B01-A5AD-C37A4993D11E}" dt="2025-04-11T05:32:18.465" v="2617" actId="1076"/>
          <ac:picMkLst>
            <pc:docMk/>
            <pc:sldMk cId="2481462756" sldId="265"/>
            <ac:picMk id="44" creationId="{D113E314-633D-482C-4AAD-EACFFE918F21}"/>
          </ac:picMkLst>
        </pc:picChg>
        <pc:picChg chg="add mod modCrop">
          <ac:chgData name="Phyo Thaw" userId="16eb5ffc8e637809" providerId="LiveId" clId="{297C8A2B-5CF5-4B01-A5AD-C37A4993D11E}" dt="2025-04-11T05:33:16.509" v="2663" actId="1038"/>
          <ac:picMkLst>
            <pc:docMk/>
            <pc:sldMk cId="2481462756" sldId="265"/>
            <ac:picMk id="46" creationId="{B82F9F17-C961-BF92-F6EA-6334F0F52744}"/>
          </ac:picMkLst>
        </pc:picChg>
      </pc:sldChg>
      <pc:sldChg chg="new del">
        <pc:chgData name="Phyo Thaw" userId="16eb5ffc8e637809" providerId="LiveId" clId="{297C8A2B-5CF5-4B01-A5AD-C37A4993D11E}" dt="2025-04-11T05:33:58.984" v="2666" actId="47"/>
        <pc:sldMkLst>
          <pc:docMk/>
          <pc:sldMk cId="783414789" sldId="266"/>
        </pc:sldMkLst>
      </pc:sldChg>
      <pc:sldChg chg="addSp delSp modSp add mod">
        <pc:chgData name="Phyo Thaw" userId="16eb5ffc8e637809" providerId="LiveId" clId="{297C8A2B-5CF5-4B01-A5AD-C37A4993D11E}" dt="2025-04-11T06:15:43.037" v="3302" actId="1076"/>
        <pc:sldMkLst>
          <pc:docMk/>
          <pc:sldMk cId="2453959929" sldId="266"/>
        </pc:sldMkLst>
        <pc:spChg chg="mod">
          <ac:chgData name="Phyo Thaw" userId="16eb5ffc8e637809" providerId="LiveId" clId="{297C8A2B-5CF5-4B01-A5AD-C37A4993D11E}" dt="2025-04-11T05:37:19.855" v="2712" actId="20577"/>
          <ac:spMkLst>
            <pc:docMk/>
            <pc:sldMk cId="2453959929" sldId="266"/>
            <ac:spMk id="2" creationId="{E8EFA0AD-AE42-63C3-1E06-485DD4831A57}"/>
          </ac:spMkLst>
        </pc:spChg>
        <pc:spChg chg="add mod">
          <ac:chgData name="Phyo Thaw" userId="16eb5ffc8e637809" providerId="LiveId" clId="{297C8A2B-5CF5-4B01-A5AD-C37A4993D11E}" dt="2025-04-11T06:15:43.037" v="3302" actId="1076"/>
          <ac:spMkLst>
            <pc:docMk/>
            <pc:sldMk cId="2453959929" sldId="266"/>
            <ac:spMk id="17" creationId="{EB2AAF10-A03C-470C-E75D-B479E68073AF}"/>
          </ac:spMkLst>
        </pc:spChg>
        <pc:spChg chg="mod">
          <ac:chgData name="Phyo Thaw" userId="16eb5ffc8e637809" providerId="LiveId" clId="{297C8A2B-5CF5-4B01-A5AD-C37A4993D11E}" dt="2025-04-11T05:54:19.615" v="3102" actId="20577"/>
          <ac:spMkLst>
            <pc:docMk/>
            <pc:sldMk cId="2453959929" sldId="266"/>
            <ac:spMk id="41" creationId="{9FBC763C-8044-9CBE-AB52-58AE7F25E3B3}"/>
          </ac:spMkLst>
        </pc:spChg>
        <pc:picChg chg="add del mod">
          <ac:chgData name="Phyo Thaw" userId="16eb5ffc8e637809" providerId="LiveId" clId="{297C8A2B-5CF5-4B01-A5AD-C37A4993D11E}" dt="2025-04-11T05:36:51.546" v="2674" actId="478"/>
          <ac:picMkLst>
            <pc:docMk/>
            <pc:sldMk cId="2453959929" sldId="266"/>
            <ac:picMk id="4" creationId="{0241F810-7B93-7FBD-4E55-D0B80544B084}"/>
          </ac:picMkLst>
        </pc:picChg>
        <pc:picChg chg="add del mod">
          <ac:chgData name="Phyo Thaw" userId="16eb5ffc8e637809" providerId="LiveId" clId="{297C8A2B-5CF5-4B01-A5AD-C37A4993D11E}" dt="2025-04-11T05:49:28.865" v="2777" actId="478"/>
          <ac:picMkLst>
            <pc:docMk/>
            <pc:sldMk cId="2453959929" sldId="266"/>
            <ac:picMk id="6" creationId="{2D101F57-BF67-7C5D-FC10-345B4C90BB14}"/>
          </ac:picMkLst>
        </pc:picChg>
        <pc:picChg chg="add mod">
          <ac:chgData name="Phyo Thaw" userId="16eb5ffc8e637809" providerId="LiveId" clId="{297C8A2B-5CF5-4B01-A5AD-C37A4993D11E}" dt="2025-04-11T06:09:38.238" v="3288" actId="14100"/>
          <ac:picMkLst>
            <pc:docMk/>
            <pc:sldMk cId="2453959929" sldId="266"/>
            <ac:picMk id="8" creationId="{1A1E00E6-6E59-DCA2-823C-F2076D8BD0E7}"/>
          </ac:picMkLst>
        </pc:picChg>
        <pc:picChg chg="add del mod">
          <ac:chgData name="Phyo Thaw" userId="16eb5ffc8e637809" providerId="LiveId" clId="{297C8A2B-5CF5-4B01-A5AD-C37A4993D11E}" dt="2025-04-11T05:38:58.886" v="2733" actId="478"/>
          <ac:picMkLst>
            <pc:docMk/>
            <pc:sldMk cId="2453959929" sldId="266"/>
            <ac:picMk id="10" creationId="{3FBB7150-AD82-F59B-87BC-C74B43EF13FB}"/>
          </ac:picMkLst>
        </pc:picChg>
        <pc:picChg chg="add del mod">
          <ac:chgData name="Phyo Thaw" userId="16eb5ffc8e637809" providerId="LiveId" clId="{297C8A2B-5CF5-4B01-A5AD-C37A4993D11E}" dt="2025-04-11T05:38:57.168" v="2732" actId="478"/>
          <ac:picMkLst>
            <pc:docMk/>
            <pc:sldMk cId="2453959929" sldId="266"/>
            <ac:picMk id="12" creationId="{F3084858-20FD-526A-215C-0DC4AF3FDC97}"/>
          </ac:picMkLst>
        </pc:picChg>
        <pc:picChg chg="add del mod">
          <ac:chgData name="Phyo Thaw" userId="16eb5ffc8e637809" providerId="LiveId" clId="{297C8A2B-5CF5-4B01-A5AD-C37A4993D11E}" dt="2025-04-11T05:49:27.037" v="2776" actId="478"/>
          <ac:picMkLst>
            <pc:docMk/>
            <pc:sldMk cId="2453959929" sldId="266"/>
            <ac:picMk id="14" creationId="{E58384AA-CA15-D9DD-C7BC-2CE49FF178A9}"/>
          </ac:picMkLst>
        </pc:picChg>
        <pc:picChg chg="add del mod">
          <ac:chgData name="Phyo Thaw" userId="16eb5ffc8e637809" providerId="LiveId" clId="{297C8A2B-5CF5-4B01-A5AD-C37A4993D11E}" dt="2025-04-11T05:49:27.037" v="2776" actId="478"/>
          <ac:picMkLst>
            <pc:docMk/>
            <pc:sldMk cId="2453959929" sldId="266"/>
            <ac:picMk id="16" creationId="{D47DBE6B-2F4B-4650-C9FC-80488C689BD8}"/>
          </ac:picMkLst>
        </pc:picChg>
        <pc:picChg chg="add mod">
          <ac:chgData name="Phyo Thaw" userId="16eb5ffc8e637809" providerId="LiveId" clId="{297C8A2B-5CF5-4B01-A5AD-C37A4993D11E}" dt="2025-04-11T06:14:03.528" v="3301" actId="1076"/>
          <ac:picMkLst>
            <pc:docMk/>
            <pc:sldMk cId="2453959929" sldId="266"/>
            <ac:picMk id="18" creationId="{59633744-390E-6E20-0439-6ED3C224C1BD}"/>
          </ac:picMkLst>
        </pc:picChg>
        <pc:picChg chg="add mod">
          <ac:chgData name="Phyo Thaw" userId="16eb5ffc8e637809" providerId="LiveId" clId="{297C8A2B-5CF5-4B01-A5AD-C37A4993D11E}" dt="2025-04-11T06:14:02.122" v="3300" actId="1076"/>
          <ac:picMkLst>
            <pc:docMk/>
            <pc:sldMk cId="2453959929" sldId="266"/>
            <ac:picMk id="19" creationId="{33E117CF-CBB2-B497-458D-4D916562C7F5}"/>
          </ac:picMkLst>
        </pc:picChg>
        <pc:picChg chg="del">
          <ac:chgData name="Phyo Thaw" userId="16eb5ffc8e637809" providerId="LiveId" clId="{297C8A2B-5CF5-4B01-A5AD-C37A4993D11E}" dt="2025-04-11T05:36:39.856" v="2668" actId="478"/>
          <ac:picMkLst>
            <pc:docMk/>
            <pc:sldMk cId="2453959929" sldId="266"/>
            <ac:picMk id="26" creationId="{30479EB9-E96C-005A-25C7-831B53DB620B}"/>
          </ac:picMkLst>
        </pc:picChg>
        <pc:picChg chg="del">
          <ac:chgData name="Phyo Thaw" userId="16eb5ffc8e637809" providerId="LiveId" clId="{297C8A2B-5CF5-4B01-A5AD-C37A4993D11E}" dt="2025-04-11T05:36:39.856" v="2668" actId="478"/>
          <ac:picMkLst>
            <pc:docMk/>
            <pc:sldMk cId="2453959929" sldId="266"/>
            <ac:picMk id="33" creationId="{9CA992A5-4BF0-5793-EFF7-E68C78311992}"/>
          </ac:picMkLst>
        </pc:picChg>
        <pc:picChg chg="del">
          <ac:chgData name="Phyo Thaw" userId="16eb5ffc8e637809" providerId="LiveId" clId="{297C8A2B-5CF5-4B01-A5AD-C37A4993D11E}" dt="2025-04-11T05:36:39.856" v="2668" actId="478"/>
          <ac:picMkLst>
            <pc:docMk/>
            <pc:sldMk cId="2453959929" sldId="266"/>
            <ac:picMk id="42" creationId="{13A391FC-9346-561C-95D0-2411AF0881EF}"/>
          </ac:picMkLst>
        </pc:picChg>
        <pc:picChg chg="del">
          <ac:chgData name="Phyo Thaw" userId="16eb5ffc8e637809" providerId="LiveId" clId="{297C8A2B-5CF5-4B01-A5AD-C37A4993D11E}" dt="2025-04-11T05:36:39.856" v="2668" actId="478"/>
          <ac:picMkLst>
            <pc:docMk/>
            <pc:sldMk cId="2453959929" sldId="266"/>
            <ac:picMk id="44" creationId="{0421AB58-D38E-E70C-6996-FFB4B849D178}"/>
          </ac:picMkLst>
        </pc:picChg>
        <pc:picChg chg="del">
          <ac:chgData name="Phyo Thaw" userId="16eb5ffc8e637809" providerId="LiveId" clId="{297C8A2B-5CF5-4B01-A5AD-C37A4993D11E}" dt="2025-04-11T05:36:39.856" v="2668" actId="478"/>
          <ac:picMkLst>
            <pc:docMk/>
            <pc:sldMk cId="2453959929" sldId="266"/>
            <ac:picMk id="46" creationId="{1DDA66B0-C02B-326B-0858-ADA64396D2A2}"/>
          </ac:picMkLst>
        </pc:picChg>
      </pc:sldChg>
      <pc:sldChg chg="addSp delSp modSp add mod delAnim modAnim">
        <pc:chgData name="Phyo Thaw" userId="16eb5ffc8e637809" providerId="LiveId" clId="{297C8A2B-5CF5-4B01-A5AD-C37A4993D11E}" dt="2025-04-11T06:45:41.601" v="3823" actId="207"/>
        <pc:sldMkLst>
          <pc:docMk/>
          <pc:sldMk cId="3153574795" sldId="267"/>
        </pc:sldMkLst>
        <pc:spChg chg="mod">
          <ac:chgData name="Phyo Thaw" userId="16eb5ffc8e637809" providerId="LiveId" clId="{297C8A2B-5CF5-4B01-A5AD-C37A4993D11E}" dt="2025-04-11T06:00:49.445" v="3187" actId="20577"/>
          <ac:spMkLst>
            <pc:docMk/>
            <pc:sldMk cId="3153574795" sldId="267"/>
            <ac:spMk id="2" creationId="{EFF3BD45-8DFF-8B0B-D6D3-67402F38480C}"/>
          </ac:spMkLst>
        </pc:spChg>
        <pc:spChg chg="add mod">
          <ac:chgData name="Phyo Thaw" userId="16eb5ffc8e637809" providerId="LiveId" clId="{297C8A2B-5CF5-4B01-A5AD-C37A4993D11E}" dt="2025-04-11T05:55:20.447" v="3105" actId="1076"/>
          <ac:spMkLst>
            <pc:docMk/>
            <pc:sldMk cId="3153574795" sldId="267"/>
            <ac:spMk id="3" creationId="{463B317F-89E0-800C-54B3-299CA5464618}"/>
          </ac:spMkLst>
        </pc:spChg>
        <pc:spChg chg="add">
          <ac:chgData name="Phyo Thaw" userId="16eb5ffc8e637809" providerId="LiveId" clId="{297C8A2B-5CF5-4B01-A5AD-C37A4993D11E}" dt="2025-04-11T05:58:09.261" v="3137"/>
          <ac:spMkLst>
            <pc:docMk/>
            <pc:sldMk cId="3153574795" sldId="267"/>
            <ac:spMk id="10" creationId="{F3BD3845-32F2-45DA-3F19-275E511C2676}"/>
          </ac:spMkLst>
        </pc:spChg>
        <pc:spChg chg="add mod">
          <ac:chgData name="Phyo Thaw" userId="16eb5ffc8e637809" providerId="LiveId" clId="{297C8A2B-5CF5-4B01-A5AD-C37A4993D11E}" dt="2025-04-11T06:01:26.952" v="3189"/>
          <ac:spMkLst>
            <pc:docMk/>
            <pc:sldMk cId="3153574795" sldId="267"/>
            <ac:spMk id="13" creationId="{7A850FF4-917C-9AE4-8812-857F954B48C6}"/>
          </ac:spMkLst>
        </pc:spChg>
        <pc:spChg chg="add mod">
          <ac:chgData name="Phyo Thaw" userId="16eb5ffc8e637809" providerId="LiveId" clId="{297C8A2B-5CF5-4B01-A5AD-C37A4993D11E}" dt="2025-04-11T06:45:41.601" v="3823" actId="207"/>
          <ac:spMkLst>
            <pc:docMk/>
            <pc:sldMk cId="3153574795" sldId="267"/>
            <ac:spMk id="15" creationId="{1CDC3883-5C71-1526-F260-22F1AAEE48C5}"/>
          </ac:spMkLst>
        </pc:spChg>
        <pc:spChg chg="del">
          <ac:chgData name="Phyo Thaw" userId="16eb5ffc8e637809" providerId="LiveId" clId="{297C8A2B-5CF5-4B01-A5AD-C37A4993D11E}" dt="2025-04-11T05:55:17.419" v="3104" actId="478"/>
          <ac:spMkLst>
            <pc:docMk/>
            <pc:sldMk cId="3153574795" sldId="267"/>
            <ac:spMk id="41" creationId="{663CCAF2-50A3-AEC9-7B84-79AA67535AD0}"/>
          </ac:spMkLst>
        </pc:spChg>
        <pc:picChg chg="add del mod">
          <ac:chgData name="Phyo Thaw" userId="16eb5ffc8e637809" providerId="LiveId" clId="{297C8A2B-5CF5-4B01-A5AD-C37A4993D11E}" dt="2025-04-11T06:00:17.508" v="3153" actId="478"/>
          <ac:picMkLst>
            <pc:docMk/>
            <pc:sldMk cId="3153574795" sldId="267"/>
            <ac:picMk id="5" creationId="{8B77C531-71B5-19C5-5A0F-DE2A1FC4A1D6}"/>
          </ac:picMkLst>
        </pc:picChg>
        <pc:picChg chg="del mod ord">
          <ac:chgData name="Phyo Thaw" userId="16eb5ffc8e637809" providerId="LiveId" clId="{297C8A2B-5CF5-4B01-A5AD-C37A4993D11E}" dt="2025-04-11T06:09:53.412" v="3292" actId="21"/>
          <ac:picMkLst>
            <pc:docMk/>
            <pc:sldMk cId="3153574795" sldId="267"/>
            <ac:picMk id="6" creationId="{33E117CF-CBB2-B497-458D-4D916562C7F5}"/>
          </ac:picMkLst>
        </pc:picChg>
        <pc:picChg chg="del">
          <ac:chgData name="Phyo Thaw" userId="16eb5ffc8e637809" providerId="LiveId" clId="{297C8A2B-5CF5-4B01-A5AD-C37A4993D11E}" dt="2025-04-11T05:39:21.618" v="2742" actId="478"/>
          <ac:picMkLst>
            <pc:docMk/>
            <pc:sldMk cId="3153574795" sldId="267"/>
            <ac:picMk id="8" creationId="{DC4DE542-7D88-E23F-4276-0532403A164B}"/>
          </ac:picMkLst>
        </pc:picChg>
        <pc:picChg chg="add del mod">
          <ac:chgData name="Phyo Thaw" userId="16eb5ffc8e637809" providerId="LiveId" clId="{297C8A2B-5CF5-4B01-A5AD-C37A4993D11E}" dt="2025-04-11T05:56:45.074" v="3124" actId="478"/>
          <ac:picMkLst>
            <pc:docMk/>
            <pc:sldMk cId="3153574795" sldId="267"/>
            <ac:picMk id="9" creationId="{F22B3E9B-E348-B474-BB28-3806E9D3D190}"/>
          </ac:picMkLst>
        </pc:picChg>
        <pc:picChg chg="add mod">
          <ac:chgData name="Phyo Thaw" userId="16eb5ffc8e637809" providerId="LiveId" clId="{297C8A2B-5CF5-4B01-A5AD-C37A4993D11E}" dt="2025-04-11T06:45:33.969" v="3820" actId="1076"/>
          <ac:picMkLst>
            <pc:docMk/>
            <pc:sldMk cId="3153574795" sldId="267"/>
            <ac:picMk id="12" creationId="{0DA21D9D-3ADF-92AC-CF53-66299B75A610}"/>
          </ac:picMkLst>
        </pc:picChg>
        <pc:picChg chg="del mod modCrop">
          <ac:chgData name="Phyo Thaw" userId="16eb5ffc8e637809" providerId="LiveId" clId="{297C8A2B-5CF5-4B01-A5AD-C37A4993D11E}" dt="2025-04-11T06:10:14.708" v="3298" actId="478"/>
          <ac:picMkLst>
            <pc:docMk/>
            <pc:sldMk cId="3153574795" sldId="267"/>
            <ac:picMk id="14" creationId="{A10D592A-8EC0-7722-F55F-FD477296F85C}"/>
          </ac:picMkLst>
        </pc:picChg>
        <pc:picChg chg="del mod">
          <ac:chgData name="Phyo Thaw" userId="16eb5ffc8e637809" providerId="LiveId" clId="{297C8A2B-5CF5-4B01-A5AD-C37A4993D11E}" dt="2025-04-11T05:50:21.277" v="2782" actId="21"/>
          <ac:picMkLst>
            <pc:docMk/>
            <pc:sldMk cId="3153574795" sldId="267"/>
            <ac:picMk id="16" creationId="{59633744-390E-6E20-0439-6ED3C224C1BD}"/>
          </ac:picMkLst>
        </pc:picChg>
      </pc:sldChg>
      <pc:sldChg chg="addSp delSp modSp add mod ord setBg setClrOvrMap delDesignElem chgLayout">
        <pc:chgData name="Phyo Thaw" userId="16eb5ffc8e637809" providerId="LiveId" clId="{297C8A2B-5CF5-4B01-A5AD-C37A4993D11E}" dt="2025-04-11T07:59:19.004" v="4999"/>
        <pc:sldMkLst>
          <pc:docMk/>
          <pc:sldMk cId="1046683041" sldId="268"/>
        </pc:sldMkLst>
        <pc:spChg chg="mod ord">
          <ac:chgData name="Phyo Thaw" userId="16eb5ffc8e637809" providerId="LiveId" clId="{297C8A2B-5CF5-4B01-A5AD-C37A4993D11E}" dt="2025-04-11T06:21:42.495" v="3368" actId="26606"/>
          <ac:spMkLst>
            <pc:docMk/>
            <pc:sldMk cId="1046683041" sldId="268"/>
            <ac:spMk id="2" creationId="{E79A5470-722D-2FB2-06BF-FF2D0C018948}"/>
          </ac:spMkLst>
        </pc:spChg>
        <pc:spChg chg="add del mod">
          <ac:chgData name="Phyo Thaw" userId="16eb5ffc8e637809" providerId="LiveId" clId="{297C8A2B-5CF5-4B01-A5AD-C37A4993D11E}" dt="2025-04-11T06:05:07.284" v="3248" actId="478"/>
          <ac:spMkLst>
            <pc:docMk/>
            <pc:sldMk cId="1046683041" sldId="268"/>
            <ac:spMk id="5" creationId="{8721A69A-C8EA-7244-7649-49B5DD51D29C}"/>
          </ac:spMkLst>
        </pc:spChg>
        <pc:spChg chg="add">
          <ac:chgData name="Phyo Thaw" userId="16eb5ffc8e637809" providerId="LiveId" clId="{297C8A2B-5CF5-4B01-A5AD-C37A4993D11E}" dt="2025-04-11T06:05:45.163" v="3250"/>
          <ac:spMkLst>
            <pc:docMk/>
            <pc:sldMk cId="1046683041" sldId="268"/>
            <ac:spMk id="6" creationId="{789706F6-94FC-4AC6-2F52-D3DCF1440934}"/>
          </ac:spMkLst>
        </pc:spChg>
        <pc:spChg chg="add mod">
          <ac:chgData name="Phyo Thaw" userId="16eb5ffc8e637809" providerId="LiveId" clId="{297C8A2B-5CF5-4B01-A5AD-C37A4993D11E}" dt="2025-04-11T06:05:54.744" v="3252"/>
          <ac:spMkLst>
            <pc:docMk/>
            <pc:sldMk cId="1046683041" sldId="268"/>
            <ac:spMk id="7" creationId="{CE6429FC-2CC1-509C-6D89-0DEFC20EC2CD}"/>
          </ac:spMkLst>
        </pc:spChg>
        <pc:spChg chg="add mod">
          <ac:chgData name="Phyo Thaw" userId="16eb5ffc8e637809" providerId="LiveId" clId="{297C8A2B-5CF5-4B01-A5AD-C37A4993D11E}" dt="2025-04-11T06:05:54.755" v="3253"/>
          <ac:spMkLst>
            <pc:docMk/>
            <pc:sldMk cId="1046683041" sldId="268"/>
            <ac:spMk id="8" creationId="{F9EFA318-424A-AED8-09B1-7EF58D86DA07}"/>
          </ac:spMkLst>
        </pc:spChg>
        <pc:spChg chg="add mod ord">
          <ac:chgData name="Phyo Thaw" userId="16eb5ffc8e637809" providerId="LiveId" clId="{297C8A2B-5CF5-4B01-A5AD-C37A4993D11E}" dt="2025-04-11T06:21:42.495" v="3368" actId="26606"/>
          <ac:spMkLst>
            <pc:docMk/>
            <pc:sldMk cId="1046683041" sldId="268"/>
            <ac:spMk id="11" creationId="{02B63D8A-49F5-BE72-9415-F8E13B1886E8}"/>
          </ac:spMkLst>
        </pc:spChg>
        <pc:spChg chg="add del">
          <ac:chgData name="Phyo Thaw" userId="16eb5ffc8e637809" providerId="LiveId" clId="{297C8A2B-5CF5-4B01-A5AD-C37A4993D11E}" dt="2025-04-11T06:04:15.267" v="3242" actId="26606"/>
          <ac:spMkLst>
            <pc:docMk/>
            <pc:sldMk cId="1046683041" sldId="268"/>
            <ac:spMk id="14" creationId="{4A391C69-E52F-4DC0-B51A-0DABC5484014}"/>
          </ac:spMkLst>
        </pc:spChg>
        <pc:spChg chg="add del">
          <ac:chgData name="Phyo Thaw" userId="16eb5ffc8e637809" providerId="LiveId" clId="{297C8A2B-5CF5-4B01-A5AD-C37A4993D11E}" dt="2025-04-11T06:04:15.267" v="3242" actId="26606"/>
          <ac:spMkLst>
            <pc:docMk/>
            <pc:sldMk cId="1046683041" sldId="268"/>
            <ac:spMk id="16" creationId="{048390FD-448E-4FF2-AEE8-C46960568E34}"/>
          </ac:spMkLst>
        </pc:spChg>
        <pc:spChg chg="add del">
          <ac:chgData name="Phyo Thaw" userId="16eb5ffc8e637809" providerId="LiveId" clId="{297C8A2B-5CF5-4B01-A5AD-C37A4993D11E}" dt="2025-04-11T06:20:21.259" v="3350" actId="26606"/>
          <ac:spMkLst>
            <pc:docMk/>
            <pc:sldMk cId="1046683041" sldId="268"/>
            <ac:spMk id="17" creationId="{B40FCD49-2060-48B9-8212-8A5F1DF4726F}"/>
          </ac:spMkLst>
        </pc:spChg>
        <pc:spChg chg="add del">
          <ac:chgData name="Phyo Thaw" userId="16eb5ffc8e637809" providerId="LiveId" clId="{297C8A2B-5CF5-4B01-A5AD-C37A4993D11E}" dt="2025-04-11T06:04:57.695" v="3247" actId="26606"/>
          <ac:spMkLst>
            <pc:docMk/>
            <pc:sldMk cId="1046683041" sldId="268"/>
            <ac:spMk id="22" creationId="{4A391C69-E52F-4DC0-B51A-0DABC5484014}"/>
          </ac:spMkLst>
        </pc:spChg>
        <pc:spChg chg="add del">
          <ac:chgData name="Phyo Thaw" userId="16eb5ffc8e637809" providerId="LiveId" clId="{297C8A2B-5CF5-4B01-A5AD-C37A4993D11E}" dt="2025-04-11T06:04:57.695" v="3247" actId="26606"/>
          <ac:spMkLst>
            <pc:docMk/>
            <pc:sldMk cId="1046683041" sldId="268"/>
            <ac:spMk id="23" creationId="{048390FD-448E-4FF2-AEE8-C46960568E34}"/>
          </ac:spMkLst>
        </pc:spChg>
        <pc:spChg chg="add del">
          <ac:chgData name="Phyo Thaw" userId="16eb5ffc8e637809" providerId="LiveId" clId="{297C8A2B-5CF5-4B01-A5AD-C37A4993D11E}" dt="2025-04-11T06:21:42.495" v="3368" actId="26606"/>
          <ac:spMkLst>
            <pc:docMk/>
            <pc:sldMk cId="1046683041" sldId="268"/>
            <ac:spMk id="30" creationId="{45873676-3D69-48B0-BA02-D759766A90D7}"/>
          </ac:spMkLst>
        </pc:spChg>
        <pc:spChg chg="add del">
          <ac:chgData name="Phyo Thaw" userId="16eb5ffc8e637809" providerId="LiveId" clId="{297C8A2B-5CF5-4B01-A5AD-C37A4993D11E}" dt="2025-04-11T06:05:12.108" v="3249" actId="26606"/>
          <ac:spMkLst>
            <pc:docMk/>
            <pc:sldMk cId="1046683041" sldId="268"/>
            <ac:spMk id="33" creationId="{2255CADE-DCE0-447F-B290-2AE78E5E5598}"/>
          </ac:spMkLst>
        </pc:spChg>
        <pc:spChg chg="add del">
          <ac:chgData name="Phyo Thaw" userId="16eb5ffc8e637809" providerId="LiveId" clId="{297C8A2B-5CF5-4B01-A5AD-C37A4993D11E}" dt="2025-04-11T06:05:12.108" v="3249" actId="26606"/>
          <ac:spMkLst>
            <pc:docMk/>
            <pc:sldMk cId="1046683041" sldId="268"/>
            <ac:spMk id="35" creationId="{4245587C-701C-48A1-9B6B-10C3DF81A876}"/>
          </ac:spMkLst>
        </pc:spChg>
        <pc:spChg chg="add del">
          <ac:chgData name="Phyo Thaw" userId="16eb5ffc8e637809" providerId="LiveId" clId="{297C8A2B-5CF5-4B01-A5AD-C37A4993D11E}" dt="2025-04-11T06:06:00.492" v="3255" actId="26606"/>
          <ac:spMkLst>
            <pc:docMk/>
            <pc:sldMk cId="1046683041" sldId="268"/>
            <ac:spMk id="40" creationId="{4E50CAEE-CAC0-4F18-9593-F09A3338C1A8}"/>
          </ac:spMkLst>
        </pc:spChg>
        <pc:spChg chg="add del">
          <ac:chgData name="Phyo Thaw" userId="16eb5ffc8e637809" providerId="LiveId" clId="{297C8A2B-5CF5-4B01-A5AD-C37A4993D11E}" dt="2025-04-11T07:59:19.004" v="4999"/>
          <ac:spMkLst>
            <pc:docMk/>
            <pc:sldMk cId="1046683041" sldId="268"/>
            <ac:spMk id="43" creationId="{B40FCD49-2060-48B9-8212-8A5F1DF4726F}"/>
          </ac:spMkLst>
        </pc:spChg>
        <pc:spChg chg="del">
          <ac:chgData name="Phyo Thaw" userId="16eb5ffc8e637809" providerId="LiveId" clId="{297C8A2B-5CF5-4B01-A5AD-C37A4993D11E}" dt="2025-04-11T06:02:24.570" v="3220"/>
          <ac:spMkLst>
            <pc:docMk/>
            <pc:sldMk cId="1046683041" sldId="268"/>
            <ac:spMk id="46" creationId="{77D16A10-A0C5-B8AE-6548-512E383D525A}"/>
          </ac:spMkLst>
        </pc:spChg>
        <pc:spChg chg="add del">
          <ac:chgData name="Phyo Thaw" userId="16eb5ffc8e637809" providerId="LiveId" clId="{297C8A2B-5CF5-4B01-A5AD-C37A4993D11E}" dt="2025-04-11T06:20:16.221" v="3348" actId="700"/>
          <ac:spMkLst>
            <pc:docMk/>
            <pc:sldMk cId="1046683041" sldId="268"/>
            <ac:spMk id="63" creationId="{B40FCD49-2060-48B9-8212-8A5F1DF4726F}"/>
          </ac:spMkLst>
        </pc:spChg>
        <pc:picChg chg="add del mod ord">
          <ac:chgData name="Phyo Thaw" userId="16eb5ffc8e637809" providerId="LiveId" clId="{297C8A2B-5CF5-4B01-A5AD-C37A4993D11E}" dt="2025-04-11T06:05:07.284" v="3248" actId="478"/>
          <ac:picMkLst>
            <pc:docMk/>
            <pc:sldMk cId="1046683041" sldId="268"/>
            <ac:picMk id="4" creationId="{4E1E45C5-4C77-3E55-D500-A4129E75484F}"/>
          </ac:picMkLst>
        </pc:picChg>
        <pc:picChg chg="add mod ord">
          <ac:chgData name="Phyo Thaw" userId="16eb5ffc8e637809" providerId="LiveId" clId="{297C8A2B-5CF5-4B01-A5AD-C37A4993D11E}" dt="2025-04-11T06:21:59.074" v="3369"/>
          <ac:picMkLst>
            <pc:docMk/>
            <pc:sldMk cId="1046683041" sldId="268"/>
            <ac:picMk id="9" creationId="{5F186A18-B434-5721-36D3-DDB2D0D8216F}"/>
          </ac:picMkLst>
        </pc:picChg>
        <pc:picChg chg="add del">
          <ac:chgData name="Phyo Thaw" userId="16eb5ffc8e637809" providerId="LiveId" clId="{297C8A2B-5CF5-4B01-A5AD-C37A4993D11E}" dt="2025-04-11T06:04:15.267" v="3242" actId="26606"/>
          <ac:picMkLst>
            <pc:docMk/>
            <pc:sldMk cId="1046683041" sldId="268"/>
            <ac:picMk id="10" creationId="{22790EC5-ACA7-4536-8066-B60199F3C6DF}"/>
          </ac:picMkLst>
        </pc:picChg>
        <pc:picChg chg="add del">
          <ac:chgData name="Phyo Thaw" userId="16eb5ffc8e637809" providerId="LiveId" clId="{297C8A2B-5CF5-4B01-A5AD-C37A4993D11E}" dt="2025-04-11T06:04:15.267" v="3242" actId="26606"/>
          <ac:picMkLst>
            <pc:docMk/>
            <pc:sldMk cId="1046683041" sldId="268"/>
            <ac:picMk id="12" creationId="{CAD20AEA-7CAF-4A83-BE2E-EAF010B8B7FC}"/>
          </ac:picMkLst>
        </pc:picChg>
        <pc:picChg chg="add del">
          <ac:chgData name="Phyo Thaw" userId="16eb5ffc8e637809" providerId="LiveId" clId="{297C8A2B-5CF5-4B01-A5AD-C37A4993D11E}" dt="2025-04-11T06:20:21.259" v="3350" actId="26606"/>
          <ac:picMkLst>
            <pc:docMk/>
            <pc:sldMk cId="1046683041" sldId="268"/>
            <ac:picMk id="13" creationId="{22790EC5-ACA7-4536-8066-B60199F3C6DF}"/>
          </ac:picMkLst>
        </pc:picChg>
        <pc:picChg chg="add del">
          <ac:chgData name="Phyo Thaw" userId="16eb5ffc8e637809" providerId="LiveId" clId="{297C8A2B-5CF5-4B01-A5AD-C37A4993D11E}" dt="2025-04-11T06:20:21.259" v="3350" actId="26606"/>
          <ac:picMkLst>
            <pc:docMk/>
            <pc:sldMk cId="1046683041" sldId="268"/>
            <ac:picMk id="15" creationId="{CAD20AEA-7CAF-4A83-BE2E-EAF010B8B7FC}"/>
          </ac:picMkLst>
        </pc:picChg>
        <pc:picChg chg="add del">
          <ac:chgData name="Phyo Thaw" userId="16eb5ffc8e637809" providerId="LiveId" clId="{297C8A2B-5CF5-4B01-A5AD-C37A4993D11E}" dt="2025-04-11T06:04:15.267" v="3242" actId="26606"/>
          <ac:picMkLst>
            <pc:docMk/>
            <pc:sldMk cId="1046683041" sldId="268"/>
            <ac:picMk id="18" creationId="{0BD259F2-A289-4420-B3EB-BBC6A904FC0B}"/>
          </ac:picMkLst>
        </pc:picChg>
        <pc:picChg chg="add del">
          <ac:chgData name="Phyo Thaw" userId="16eb5ffc8e637809" providerId="LiveId" clId="{297C8A2B-5CF5-4B01-A5AD-C37A4993D11E}" dt="2025-04-11T06:20:21.259" v="3350" actId="26606"/>
          <ac:picMkLst>
            <pc:docMk/>
            <pc:sldMk cId="1046683041" sldId="268"/>
            <ac:picMk id="19" creationId="{83A45DCD-B5FB-4A86-88D2-91088C7FFC5F}"/>
          </ac:picMkLst>
        </pc:picChg>
        <pc:picChg chg="add">
          <ac:chgData name="Phyo Thaw" userId="16eb5ffc8e637809" providerId="LiveId" clId="{297C8A2B-5CF5-4B01-A5AD-C37A4993D11E}" dt="2025-04-11T06:04:15.316" v="3243" actId="26606"/>
          <ac:picMkLst>
            <pc:docMk/>
            <pc:sldMk cId="1046683041" sldId="268"/>
            <ac:picMk id="20" creationId="{22790EC5-ACA7-4536-8066-B60199F3C6DF}"/>
          </ac:picMkLst>
        </pc:picChg>
        <pc:picChg chg="add del">
          <ac:chgData name="Phyo Thaw" userId="16eb5ffc8e637809" providerId="LiveId" clId="{297C8A2B-5CF5-4B01-A5AD-C37A4993D11E}" dt="2025-04-11T06:04:57.695" v="3247" actId="26606"/>
          <ac:picMkLst>
            <pc:docMk/>
            <pc:sldMk cId="1046683041" sldId="268"/>
            <ac:picMk id="21" creationId="{CAD20AEA-7CAF-4A83-BE2E-EAF010B8B7FC}"/>
          </ac:picMkLst>
        </pc:picChg>
        <pc:picChg chg="add del">
          <ac:chgData name="Phyo Thaw" userId="16eb5ffc8e637809" providerId="LiveId" clId="{297C8A2B-5CF5-4B01-A5AD-C37A4993D11E}" dt="2025-04-11T06:04:57.695" v="3247" actId="26606"/>
          <ac:picMkLst>
            <pc:docMk/>
            <pc:sldMk cId="1046683041" sldId="268"/>
            <ac:picMk id="24" creationId="{0BD259F2-A289-4420-B3EB-BBC6A904FC0B}"/>
          </ac:picMkLst>
        </pc:picChg>
        <pc:picChg chg="add del">
          <ac:chgData name="Phyo Thaw" userId="16eb5ffc8e637809" providerId="LiveId" clId="{297C8A2B-5CF5-4B01-A5AD-C37A4993D11E}" dt="2025-04-11T06:21:42.495" v="3368" actId="26606"/>
          <ac:picMkLst>
            <pc:docMk/>
            <pc:sldMk cId="1046683041" sldId="268"/>
            <ac:picMk id="25" creationId="{22790EC5-ACA7-4536-8066-B60199F3C6DF}"/>
          </ac:picMkLst>
        </pc:picChg>
        <pc:picChg chg="add del">
          <ac:chgData name="Phyo Thaw" userId="16eb5ffc8e637809" providerId="LiveId" clId="{297C8A2B-5CF5-4B01-A5AD-C37A4993D11E}" dt="2025-04-11T06:21:42.495" v="3368" actId="26606"/>
          <ac:picMkLst>
            <pc:docMk/>
            <pc:sldMk cId="1046683041" sldId="268"/>
            <ac:picMk id="26" creationId="{3CA8EEE2-DA9A-4635-9B41-33EB565145F4}"/>
          </ac:picMkLst>
        </pc:picChg>
        <pc:picChg chg="add del">
          <ac:chgData name="Phyo Thaw" userId="16eb5ffc8e637809" providerId="LiveId" clId="{297C8A2B-5CF5-4B01-A5AD-C37A4993D11E}" dt="2025-04-11T06:21:42.495" v="3368" actId="26606"/>
          <ac:picMkLst>
            <pc:docMk/>
            <pc:sldMk cId="1046683041" sldId="268"/>
            <ac:picMk id="27" creationId="{CAD20AEA-7CAF-4A83-BE2E-EAF010B8B7FC}"/>
          </ac:picMkLst>
        </pc:picChg>
        <pc:picChg chg="del">
          <ac:chgData name="Phyo Thaw" userId="16eb5ffc8e637809" providerId="LiveId" clId="{297C8A2B-5CF5-4B01-A5AD-C37A4993D11E}" dt="2025-04-11T06:02:17.186" v="3215" actId="478"/>
          <ac:picMkLst>
            <pc:docMk/>
            <pc:sldMk cId="1046683041" sldId="268"/>
            <ac:picMk id="28" creationId="{6B58237E-AF08-28B3-121C-9BFE8DFB8565}"/>
          </ac:picMkLst>
        </pc:picChg>
        <pc:picChg chg="add del">
          <ac:chgData name="Phyo Thaw" userId="16eb5ffc8e637809" providerId="LiveId" clId="{297C8A2B-5CF5-4B01-A5AD-C37A4993D11E}" dt="2025-04-11T06:05:12.108" v="3249" actId="26606"/>
          <ac:picMkLst>
            <pc:docMk/>
            <pc:sldMk cId="1046683041" sldId="268"/>
            <ac:picMk id="29" creationId="{22790EC5-ACA7-4536-8066-B60199F3C6DF}"/>
          </ac:picMkLst>
        </pc:picChg>
        <pc:picChg chg="add del">
          <ac:chgData name="Phyo Thaw" userId="16eb5ffc8e637809" providerId="LiveId" clId="{297C8A2B-5CF5-4B01-A5AD-C37A4993D11E}" dt="2025-04-11T06:21:42.495" v="3368" actId="26606"/>
          <ac:picMkLst>
            <pc:docMk/>
            <pc:sldMk cId="1046683041" sldId="268"/>
            <ac:picMk id="32" creationId="{248E96D7-6599-4607-9958-FD9E1000131D}"/>
          </ac:picMkLst>
        </pc:picChg>
        <pc:picChg chg="add del">
          <ac:chgData name="Phyo Thaw" userId="16eb5ffc8e637809" providerId="LiveId" clId="{297C8A2B-5CF5-4B01-A5AD-C37A4993D11E}" dt="2025-04-11T07:59:19.004" v="4999"/>
          <ac:picMkLst>
            <pc:docMk/>
            <pc:sldMk cId="1046683041" sldId="268"/>
            <ac:picMk id="36" creationId="{22790EC5-ACA7-4536-8066-B60199F3C6DF}"/>
          </ac:picMkLst>
        </pc:picChg>
        <pc:picChg chg="add del">
          <ac:chgData name="Phyo Thaw" userId="16eb5ffc8e637809" providerId="LiveId" clId="{297C8A2B-5CF5-4B01-A5AD-C37A4993D11E}" dt="2025-04-11T07:59:19.004" v="4999"/>
          <ac:picMkLst>
            <pc:docMk/>
            <pc:sldMk cId="1046683041" sldId="268"/>
            <ac:picMk id="38" creationId="{83A45DCD-B5FB-4A86-88D2-91088C7FFC5F}"/>
          </ac:picMkLst>
        </pc:picChg>
        <pc:picChg chg="add del">
          <ac:chgData name="Phyo Thaw" userId="16eb5ffc8e637809" providerId="LiveId" clId="{297C8A2B-5CF5-4B01-A5AD-C37A4993D11E}" dt="2025-04-11T07:59:19.004" v="4999"/>
          <ac:picMkLst>
            <pc:docMk/>
            <pc:sldMk cId="1046683041" sldId="268"/>
            <ac:picMk id="41" creationId="{CAD20AEA-7CAF-4A83-BE2E-EAF010B8B7FC}"/>
          </ac:picMkLst>
        </pc:picChg>
        <pc:picChg chg="add del">
          <ac:chgData name="Phyo Thaw" userId="16eb5ffc8e637809" providerId="LiveId" clId="{297C8A2B-5CF5-4B01-A5AD-C37A4993D11E}" dt="2025-04-11T06:06:00.492" v="3255" actId="26606"/>
          <ac:picMkLst>
            <pc:docMk/>
            <pc:sldMk cId="1046683041" sldId="268"/>
            <ac:picMk id="42" creationId="{9A0F0AC6-A89F-416B-9FA4-48E664065E73}"/>
          </ac:picMkLst>
        </pc:picChg>
        <pc:picChg chg="del">
          <ac:chgData name="Phyo Thaw" userId="16eb5ffc8e637809" providerId="LiveId" clId="{297C8A2B-5CF5-4B01-A5AD-C37A4993D11E}" dt="2025-04-11T06:02:24.570" v="3220"/>
          <ac:picMkLst>
            <pc:docMk/>
            <pc:sldMk cId="1046683041" sldId="268"/>
            <ac:picMk id="44" creationId="{AA749484-DBCE-30A7-08FA-2ABD99D465D5}"/>
          </ac:picMkLst>
        </pc:picChg>
        <pc:picChg chg="del">
          <ac:chgData name="Phyo Thaw" userId="16eb5ffc8e637809" providerId="LiveId" clId="{297C8A2B-5CF5-4B01-A5AD-C37A4993D11E}" dt="2025-04-11T06:02:24.570" v="3220"/>
          <ac:picMkLst>
            <pc:docMk/>
            <pc:sldMk cId="1046683041" sldId="268"/>
            <ac:picMk id="45" creationId="{674DEB9F-BA7F-2141-9F72-78BE6CC354DD}"/>
          </ac:picMkLst>
        </pc:picChg>
        <pc:picChg chg="del">
          <ac:chgData name="Phyo Thaw" userId="16eb5ffc8e637809" providerId="LiveId" clId="{297C8A2B-5CF5-4B01-A5AD-C37A4993D11E}" dt="2025-04-11T06:02:24.570" v="3220"/>
          <ac:picMkLst>
            <pc:docMk/>
            <pc:sldMk cId="1046683041" sldId="268"/>
            <ac:picMk id="47" creationId="{6BE6BF63-8F19-9C44-685C-F8E02FD5957D}"/>
          </ac:picMkLst>
        </pc:picChg>
        <pc:picChg chg="add">
          <ac:chgData name="Phyo Thaw" userId="16eb5ffc8e637809" providerId="LiveId" clId="{297C8A2B-5CF5-4B01-A5AD-C37A4993D11E}" dt="2025-04-11T06:05:12.108" v="3249" actId="26606"/>
          <ac:picMkLst>
            <pc:docMk/>
            <pc:sldMk cId="1046683041" sldId="268"/>
            <ac:picMk id="48" creationId="{D2DA77D5-12C4-446D-AC72-A514960A553E}"/>
          </ac:picMkLst>
        </pc:picChg>
        <pc:picChg chg="add del">
          <ac:chgData name="Phyo Thaw" userId="16eb5ffc8e637809" providerId="LiveId" clId="{297C8A2B-5CF5-4B01-A5AD-C37A4993D11E}" dt="2025-04-11T06:06:00.492" v="3255" actId="26606"/>
          <ac:picMkLst>
            <pc:docMk/>
            <pc:sldMk cId="1046683041" sldId="268"/>
            <ac:picMk id="50" creationId="{19E04E4F-6B32-4651-ACE0-DACABF1FC254}"/>
          </ac:picMkLst>
        </pc:picChg>
        <pc:picChg chg="add del">
          <ac:chgData name="Phyo Thaw" userId="16eb5ffc8e637809" providerId="LiveId" clId="{297C8A2B-5CF5-4B01-A5AD-C37A4993D11E}" dt="2025-04-11T06:06:00.492" v="3255" actId="26606"/>
          <ac:picMkLst>
            <pc:docMk/>
            <pc:sldMk cId="1046683041" sldId="268"/>
            <ac:picMk id="52" creationId="{13D4F2B0-7771-46FC-9763-240E8F55F14D}"/>
          </ac:picMkLst>
        </pc:picChg>
        <pc:picChg chg="add del">
          <ac:chgData name="Phyo Thaw" userId="16eb5ffc8e637809" providerId="LiveId" clId="{297C8A2B-5CF5-4B01-A5AD-C37A4993D11E}" dt="2025-04-11T06:06:00.492" v="3255" actId="26606"/>
          <ac:picMkLst>
            <pc:docMk/>
            <pc:sldMk cId="1046683041" sldId="268"/>
            <ac:picMk id="54" creationId="{6164F387-6750-4AFF-8A10-65C64D31ECA3}"/>
          </ac:picMkLst>
        </pc:picChg>
        <pc:picChg chg="add del">
          <ac:chgData name="Phyo Thaw" userId="16eb5ffc8e637809" providerId="LiveId" clId="{297C8A2B-5CF5-4B01-A5AD-C37A4993D11E}" dt="2025-04-11T06:20:16.221" v="3348" actId="700"/>
          <ac:picMkLst>
            <pc:docMk/>
            <pc:sldMk cId="1046683041" sldId="268"/>
            <ac:picMk id="59" creationId="{22790EC5-ACA7-4536-8066-B60199F3C6DF}"/>
          </ac:picMkLst>
        </pc:picChg>
        <pc:picChg chg="del">
          <ac:chgData name="Phyo Thaw" userId="16eb5ffc8e637809" providerId="LiveId" clId="{297C8A2B-5CF5-4B01-A5AD-C37A4993D11E}" dt="2025-04-11T06:20:16.221" v="3348" actId="700"/>
          <ac:picMkLst>
            <pc:docMk/>
            <pc:sldMk cId="1046683041" sldId="268"/>
            <ac:picMk id="61" creationId="{CAD20AEA-7CAF-4A83-BE2E-EAF010B8B7FC}"/>
          </ac:picMkLst>
        </pc:picChg>
        <pc:picChg chg="add del">
          <ac:chgData name="Phyo Thaw" userId="16eb5ffc8e637809" providerId="LiveId" clId="{297C8A2B-5CF5-4B01-A5AD-C37A4993D11E}" dt="2025-04-11T06:20:16.221" v="3348" actId="700"/>
          <ac:picMkLst>
            <pc:docMk/>
            <pc:sldMk cId="1046683041" sldId="268"/>
            <ac:picMk id="65" creationId="{83A45DCD-B5FB-4A86-88D2-91088C7FFC5F}"/>
          </ac:picMkLst>
        </pc:picChg>
        <pc:cxnChg chg="add">
          <ac:chgData name="Phyo Thaw" userId="16eb5ffc8e637809" providerId="LiveId" clId="{297C8A2B-5CF5-4B01-A5AD-C37A4993D11E}" dt="2025-04-11T06:20:21.408" v="3351" actId="26606"/>
          <ac:cxnSpMkLst>
            <pc:docMk/>
            <pc:sldMk cId="1046683041" sldId="268"/>
            <ac:cxnSpMk id="34" creationId="{99478AA5-D1D0-4B5E-9FDE-6F55026DA306}"/>
          </ac:cxnSpMkLst>
        </pc:cxnChg>
      </pc:sldChg>
      <pc:sldChg chg="delSp add del setBg delDesignElem">
        <pc:chgData name="Phyo Thaw" userId="16eb5ffc8e637809" providerId="LiveId" clId="{297C8A2B-5CF5-4B01-A5AD-C37A4993D11E}" dt="2025-04-11T06:01:36.967" v="3195" actId="47"/>
        <pc:sldMkLst>
          <pc:docMk/>
          <pc:sldMk cId="2574326659" sldId="268"/>
        </pc:sldMkLst>
        <pc:spChg chg="del">
          <ac:chgData name="Phyo Thaw" userId="16eb5ffc8e637809" providerId="LiveId" clId="{297C8A2B-5CF5-4B01-A5AD-C37A4993D11E}" dt="2025-04-11T06:01:32.472" v="3194"/>
          <ac:spMkLst>
            <pc:docMk/>
            <pc:sldMk cId="2574326659" sldId="268"/>
            <ac:spMk id="46" creationId="{08AC9B43-AB7F-5FC1-25CA-A5B5205E2DE3}"/>
          </ac:spMkLst>
        </pc:spChg>
        <pc:picChg chg="del">
          <ac:chgData name="Phyo Thaw" userId="16eb5ffc8e637809" providerId="LiveId" clId="{297C8A2B-5CF5-4B01-A5AD-C37A4993D11E}" dt="2025-04-11T06:01:32.472" v="3194"/>
          <ac:picMkLst>
            <pc:docMk/>
            <pc:sldMk cId="2574326659" sldId="268"/>
            <ac:picMk id="44" creationId="{E333A347-6684-E2DA-95AB-CCD23F19077E}"/>
          </ac:picMkLst>
        </pc:picChg>
        <pc:picChg chg="del">
          <ac:chgData name="Phyo Thaw" userId="16eb5ffc8e637809" providerId="LiveId" clId="{297C8A2B-5CF5-4B01-A5AD-C37A4993D11E}" dt="2025-04-11T06:01:32.472" v="3194"/>
          <ac:picMkLst>
            <pc:docMk/>
            <pc:sldMk cId="2574326659" sldId="268"/>
            <ac:picMk id="45" creationId="{06BDEE1F-E219-A547-CD8D-E5F862E79E2E}"/>
          </ac:picMkLst>
        </pc:picChg>
        <pc:picChg chg="del">
          <ac:chgData name="Phyo Thaw" userId="16eb5ffc8e637809" providerId="LiveId" clId="{297C8A2B-5CF5-4B01-A5AD-C37A4993D11E}" dt="2025-04-11T06:01:32.472" v="3194"/>
          <ac:picMkLst>
            <pc:docMk/>
            <pc:sldMk cId="2574326659" sldId="268"/>
            <ac:picMk id="47" creationId="{C9311313-0772-CFC6-5B96-1F72AF713875}"/>
          </ac:picMkLst>
        </pc:picChg>
      </pc:sldChg>
      <pc:sldChg chg="addSp delSp add del setBg delDesignElem">
        <pc:chgData name="Phyo Thaw" userId="16eb5ffc8e637809" providerId="LiveId" clId="{297C8A2B-5CF5-4B01-A5AD-C37A4993D11E}" dt="2025-04-11T06:01:30.525" v="3192"/>
        <pc:sldMkLst>
          <pc:docMk/>
          <pc:sldMk cId="3097522568" sldId="268"/>
        </pc:sldMkLst>
        <pc:spChg chg="add del">
          <ac:chgData name="Phyo Thaw" userId="16eb5ffc8e637809" providerId="LiveId" clId="{297C8A2B-5CF5-4B01-A5AD-C37A4993D11E}" dt="2025-04-11T06:01:30.525" v="3192"/>
          <ac:spMkLst>
            <pc:docMk/>
            <pc:sldMk cId="3097522568" sldId="268"/>
            <ac:spMk id="46" creationId="{9302F47E-97AA-290E-4093-45BE2BA19F4C}"/>
          </ac:spMkLst>
        </pc:spChg>
        <pc:picChg chg="add del">
          <ac:chgData name="Phyo Thaw" userId="16eb5ffc8e637809" providerId="LiveId" clId="{297C8A2B-5CF5-4B01-A5AD-C37A4993D11E}" dt="2025-04-11T06:01:30.525" v="3192"/>
          <ac:picMkLst>
            <pc:docMk/>
            <pc:sldMk cId="3097522568" sldId="268"/>
            <ac:picMk id="44" creationId="{276B8811-1BA6-B696-1AD5-4A357C0F7A36}"/>
          </ac:picMkLst>
        </pc:picChg>
        <pc:picChg chg="add del">
          <ac:chgData name="Phyo Thaw" userId="16eb5ffc8e637809" providerId="LiveId" clId="{297C8A2B-5CF5-4B01-A5AD-C37A4993D11E}" dt="2025-04-11T06:01:30.525" v="3192"/>
          <ac:picMkLst>
            <pc:docMk/>
            <pc:sldMk cId="3097522568" sldId="268"/>
            <ac:picMk id="45" creationId="{FD1ED6F3-187C-C2B3-04A0-5C02384A3741}"/>
          </ac:picMkLst>
        </pc:picChg>
        <pc:picChg chg="add del">
          <ac:chgData name="Phyo Thaw" userId="16eb5ffc8e637809" providerId="LiveId" clId="{297C8A2B-5CF5-4B01-A5AD-C37A4993D11E}" dt="2025-04-11T06:01:30.525" v="3192"/>
          <ac:picMkLst>
            <pc:docMk/>
            <pc:sldMk cId="3097522568" sldId="268"/>
            <ac:picMk id="47" creationId="{9AA9EC44-AF9D-7D74-A306-F660C0C09823}"/>
          </ac:picMkLst>
        </pc:picChg>
      </pc:sldChg>
      <pc:sldChg chg="new del">
        <pc:chgData name="Phyo Thaw" userId="16eb5ffc8e637809" providerId="LiveId" clId="{297C8A2B-5CF5-4B01-A5AD-C37A4993D11E}" dt="2025-04-11T06:16:01.158" v="3304" actId="47"/>
        <pc:sldMkLst>
          <pc:docMk/>
          <pc:sldMk cId="3558647935" sldId="269"/>
        </pc:sldMkLst>
      </pc:sldChg>
      <pc:sldChg chg="addSp delSp modSp new mod setBg modClrScheme chgLayout">
        <pc:chgData name="Phyo Thaw" userId="16eb5ffc8e637809" providerId="LiveId" clId="{297C8A2B-5CF5-4B01-A5AD-C37A4993D11E}" dt="2025-04-11T06:45:18.741" v="3818" actId="1038"/>
        <pc:sldMkLst>
          <pc:docMk/>
          <pc:sldMk cId="3880954787" sldId="269"/>
        </pc:sldMkLst>
        <pc:spChg chg="del mod ord">
          <ac:chgData name="Phyo Thaw" userId="16eb5ffc8e637809" providerId="LiveId" clId="{297C8A2B-5CF5-4B01-A5AD-C37A4993D11E}" dt="2025-04-11T06:22:18.697" v="3370" actId="700"/>
          <ac:spMkLst>
            <pc:docMk/>
            <pc:sldMk cId="3880954787" sldId="269"/>
            <ac:spMk id="2" creationId="{875F2DA8-E231-3BCD-C881-717796ECDFEE}"/>
          </ac:spMkLst>
        </pc:spChg>
        <pc:spChg chg="del mod ord">
          <ac:chgData name="Phyo Thaw" userId="16eb5ffc8e637809" providerId="LiveId" clId="{297C8A2B-5CF5-4B01-A5AD-C37A4993D11E}" dt="2025-04-11T06:22:18.697" v="3370" actId="700"/>
          <ac:spMkLst>
            <pc:docMk/>
            <pc:sldMk cId="3880954787" sldId="269"/>
            <ac:spMk id="3" creationId="{3993BC00-71ED-4A33-35BC-99261B3130B3}"/>
          </ac:spMkLst>
        </pc:spChg>
        <pc:spChg chg="add mod ord">
          <ac:chgData name="Phyo Thaw" userId="16eb5ffc8e637809" providerId="LiveId" clId="{297C8A2B-5CF5-4B01-A5AD-C37A4993D11E}" dt="2025-04-11T06:32:50.957" v="3626" actId="1035"/>
          <ac:spMkLst>
            <pc:docMk/>
            <pc:sldMk cId="3880954787" sldId="269"/>
            <ac:spMk id="4" creationId="{46D3D4E2-0A15-13D6-E7A6-4245C62F1CF9}"/>
          </ac:spMkLst>
        </pc:spChg>
        <pc:spChg chg="add del mod ord">
          <ac:chgData name="Phyo Thaw" userId="16eb5ffc8e637809" providerId="LiveId" clId="{297C8A2B-5CF5-4B01-A5AD-C37A4993D11E}" dt="2025-04-11T06:27:24.645" v="3384" actId="1032"/>
          <ac:spMkLst>
            <pc:docMk/>
            <pc:sldMk cId="3880954787" sldId="269"/>
            <ac:spMk id="5" creationId="{D30A5E8E-B7AF-DD24-4FFA-5680768826A7}"/>
          </ac:spMkLst>
        </pc:spChg>
        <pc:spChg chg="add mod">
          <ac:chgData name="Phyo Thaw" userId="16eb5ffc8e637809" providerId="LiveId" clId="{297C8A2B-5CF5-4B01-A5AD-C37A4993D11E}" dt="2025-04-11T06:43:33.009" v="3797" actId="1076"/>
          <ac:spMkLst>
            <pc:docMk/>
            <pc:sldMk cId="3880954787" sldId="269"/>
            <ac:spMk id="9" creationId="{3F5F7FD5-6EF5-84F3-C503-6FA577D5CE0A}"/>
          </ac:spMkLst>
        </pc:spChg>
        <pc:spChg chg="add mod">
          <ac:chgData name="Phyo Thaw" userId="16eb5ffc8e637809" providerId="LiveId" clId="{297C8A2B-5CF5-4B01-A5AD-C37A4993D11E}" dt="2025-04-11T06:45:11.618" v="3816" actId="13822"/>
          <ac:spMkLst>
            <pc:docMk/>
            <pc:sldMk cId="3880954787" sldId="269"/>
            <ac:spMk id="10" creationId="{F2874702-D7C6-A439-A145-D3D290D6E915}"/>
          </ac:spMkLst>
        </pc:spChg>
        <pc:spChg chg="add mod">
          <ac:chgData name="Phyo Thaw" userId="16eb5ffc8e637809" providerId="LiveId" clId="{297C8A2B-5CF5-4B01-A5AD-C37A4993D11E}" dt="2025-04-11T06:45:18.741" v="3818" actId="1038"/>
          <ac:spMkLst>
            <pc:docMk/>
            <pc:sldMk cId="3880954787" sldId="269"/>
            <ac:spMk id="12" creationId="{CADCDDEC-A5DE-6F45-EA8A-75E40D43C3B2}"/>
          </ac:spMkLst>
        </pc:spChg>
        <pc:spChg chg="add">
          <ac:chgData name="Phyo Thaw" userId="16eb5ffc8e637809" providerId="LiveId" clId="{297C8A2B-5CF5-4B01-A5AD-C37A4993D11E}" dt="2025-04-11T06:35:08.338" v="3686"/>
          <ac:spMkLst>
            <pc:docMk/>
            <pc:sldMk cId="3880954787" sldId="269"/>
            <ac:spMk id="14" creationId="{2184750C-1347-C70B-B3E0-19F11B784FAF}"/>
          </ac:spMkLst>
        </pc:spChg>
        <pc:spChg chg="add mod">
          <ac:chgData name="Phyo Thaw" userId="16eb5ffc8e637809" providerId="LiveId" clId="{297C8A2B-5CF5-4B01-A5AD-C37A4993D11E}" dt="2025-04-11T06:44:51.105" v="3813" actId="13822"/>
          <ac:spMkLst>
            <pc:docMk/>
            <pc:sldMk cId="3880954787" sldId="269"/>
            <ac:spMk id="15" creationId="{A4ACE1CF-A4D9-B9A3-3BB8-E783AB5FC616}"/>
          </ac:spMkLst>
        </pc:spChg>
        <pc:graphicFrameChg chg="add mod modGraphic">
          <ac:chgData name="Phyo Thaw" userId="16eb5ffc8e637809" providerId="LiveId" clId="{297C8A2B-5CF5-4B01-A5AD-C37A4993D11E}" dt="2025-04-11T06:39:49.095" v="3752" actId="1076"/>
          <ac:graphicFrameMkLst>
            <pc:docMk/>
            <pc:sldMk cId="3880954787" sldId="269"/>
            <ac:graphicFrameMk id="6" creationId="{1B5E38B9-3900-7723-B9E4-8E6BB2BA00F0}"/>
          </ac:graphicFrameMkLst>
        </pc:graphicFrameChg>
        <pc:cxnChg chg="add del mod">
          <ac:chgData name="Phyo Thaw" userId="16eb5ffc8e637809" providerId="LiveId" clId="{297C8A2B-5CF5-4B01-A5AD-C37A4993D11E}" dt="2025-04-11T06:39:53.700" v="3754" actId="478"/>
          <ac:cxnSpMkLst>
            <pc:docMk/>
            <pc:sldMk cId="3880954787" sldId="269"/>
            <ac:cxnSpMk id="8" creationId="{A6993D2C-1475-598E-BAAC-8EBDE6DB39BE}"/>
          </ac:cxnSpMkLst>
        </pc:cxnChg>
        <pc:cxnChg chg="add del mod">
          <ac:chgData name="Phyo Thaw" userId="16eb5ffc8e637809" providerId="LiveId" clId="{297C8A2B-5CF5-4B01-A5AD-C37A4993D11E}" dt="2025-04-11T06:39:53.700" v="3754" actId="478"/>
          <ac:cxnSpMkLst>
            <pc:docMk/>
            <pc:sldMk cId="3880954787" sldId="269"/>
            <ac:cxnSpMk id="11" creationId="{4AFEEE5E-138C-A4AF-6214-F84C152253AA}"/>
          </ac:cxnSpMkLst>
        </pc:cxnChg>
        <pc:cxnChg chg="add del mod">
          <ac:chgData name="Phyo Thaw" userId="16eb5ffc8e637809" providerId="LiveId" clId="{297C8A2B-5CF5-4B01-A5AD-C37A4993D11E}" dt="2025-04-11T06:39:53.700" v="3754" actId="478"/>
          <ac:cxnSpMkLst>
            <pc:docMk/>
            <pc:sldMk cId="3880954787" sldId="269"/>
            <ac:cxnSpMk id="13" creationId="{94DC5E31-CD8F-C5DE-77EB-955E43875439}"/>
          </ac:cxnSpMkLst>
        </pc:cxnChg>
      </pc:sldChg>
      <pc:sldChg chg="new del">
        <pc:chgData name="Phyo Thaw" userId="16eb5ffc8e637809" providerId="LiveId" clId="{297C8A2B-5CF5-4B01-A5AD-C37A4993D11E}" dt="2025-04-11T06:46:20.744" v="3825" actId="680"/>
        <pc:sldMkLst>
          <pc:docMk/>
          <pc:sldMk cId="331571049" sldId="270"/>
        </pc:sldMkLst>
      </pc:sldChg>
      <pc:sldChg chg="addSp delSp modSp add mod">
        <pc:chgData name="Phyo Thaw" userId="16eb5ffc8e637809" providerId="LiveId" clId="{297C8A2B-5CF5-4B01-A5AD-C37A4993D11E}" dt="2025-04-11T06:51:19.275" v="4111" actId="1076"/>
        <pc:sldMkLst>
          <pc:docMk/>
          <pc:sldMk cId="1025516335" sldId="270"/>
        </pc:sldMkLst>
        <pc:spChg chg="add del mod">
          <ac:chgData name="Phyo Thaw" userId="16eb5ffc8e637809" providerId="LiveId" clId="{297C8A2B-5CF5-4B01-A5AD-C37A4993D11E}" dt="2025-04-11T06:47:28.926" v="3828" actId="22"/>
          <ac:spMkLst>
            <pc:docMk/>
            <pc:sldMk cId="1025516335" sldId="270"/>
            <ac:spMk id="3" creationId="{324DD21F-0B70-2A3F-F7B7-70B4216E860F}"/>
          </ac:spMkLst>
        </pc:spChg>
        <pc:spChg chg="mod">
          <ac:chgData name="Phyo Thaw" userId="16eb5ffc8e637809" providerId="LiveId" clId="{297C8A2B-5CF5-4B01-A5AD-C37A4993D11E}" dt="2025-04-11T06:48:36.936" v="3880" actId="20577"/>
          <ac:spMkLst>
            <pc:docMk/>
            <pc:sldMk cId="1025516335" sldId="270"/>
            <ac:spMk id="4" creationId="{7ADBB81E-85BD-B89D-ADDB-31320CC76FBF}"/>
          </ac:spMkLst>
        </pc:spChg>
        <pc:spChg chg="add del mod">
          <ac:chgData name="Phyo Thaw" userId="16eb5ffc8e637809" providerId="LiveId" clId="{297C8A2B-5CF5-4B01-A5AD-C37A4993D11E}" dt="2025-04-11T06:49:02.063" v="3883" actId="478"/>
          <ac:spMkLst>
            <pc:docMk/>
            <pc:sldMk cId="1025516335" sldId="270"/>
            <ac:spMk id="8" creationId="{B27E653A-0718-0F1A-E3D9-D637338E54BF}"/>
          </ac:spMkLst>
        </pc:spChg>
        <pc:spChg chg="del">
          <ac:chgData name="Phyo Thaw" userId="16eb5ffc8e637809" providerId="LiveId" clId="{297C8A2B-5CF5-4B01-A5AD-C37A4993D11E}" dt="2025-04-11T06:47:23.392" v="3827" actId="478"/>
          <ac:spMkLst>
            <pc:docMk/>
            <pc:sldMk cId="1025516335" sldId="270"/>
            <ac:spMk id="9" creationId="{477DFAE2-F726-5764-FF62-15D4584C0430}"/>
          </ac:spMkLst>
        </pc:spChg>
        <pc:spChg chg="del">
          <ac:chgData name="Phyo Thaw" userId="16eb5ffc8e637809" providerId="LiveId" clId="{297C8A2B-5CF5-4B01-A5AD-C37A4993D11E}" dt="2025-04-11T06:47:23.392" v="3827" actId="478"/>
          <ac:spMkLst>
            <pc:docMk/>
            <pc:sldMk cId="1025516335" sldId="270"/>
            <ac:spMk id="10" creationId="{B2E75654-02E6-6387-9978-49711AB7E297}"/>
          </ac:spMkLst>
        </pc:spChg>
        <pc:spChg chg="add mod">
          <ac:chgData name="Phyo Thaw" userId="16eb5ffc8e637809" providerId="LiveId" clId="{297C8A2B-5CF5-4B01-A5AD-C37A4993D11E}" dt="2025-04-11T06:51:19.275" v="4111" actId="1076"/>
          <ac:spMkLst>
            <pc:docMk/>
            <pc:sldMk cId="1025516335" sldId="270"/>
            <ac:spMk id="11" creationId="{43943976-BB0D-8313-CE02-9E69DE715BFC}"/>
          </ac:spMkLst>
        </pc:spChg>
        <pc:spChg chg="del">
          <ac:chgData name="Phyo Thaw" userId="16eb5ffc8e637809" providerId="LiveId" clId="{297C8A2B-5CF5-4B01-A5AD-C37A4993D11E}" dt="2025-04-11T06:47:23.392" v="3827" actId="478"/>
          <ac:spMkLst>
            <pc:docMk/>
            <pc:sldMk cId="1025516335" sldId="270"/>
            <ac:spMk id="12" creationId="{2E7D11F1-49BB-7D1C-BA00-BBB8EF9CA834}"/>
          </ac:spMkLst>
        </pc:spChg>
        <pc:spChg chg="del">
          <ac:chgData name="Phyo Thaw" userId="16eb5ffc8e637809" providerId="LiveId" clId="{297C8A2B-5CF5-4B01-A5AD-C37A4993D11E}" dt="2025-04-11T06:47:23.392" v="3827" actId="478"/>
          <ac:spMkLst>
            <pc:docMk/>
            <pc:sldMk cId="1025516335" sldId="270"/>
            <ac:spMk id="15" creationId="{511F7154-9190-2CB1-B5B6-DCDA9EE93262}"/>
          </ac:spMkLst>
        </pc:spChg>
        <pc:graphicFrameChg chg="del">
          <ac:chgData name="Phyo Thaw" userId="16eb5ffc8e637809" providerId="LiveId" clId="{297C8A2B-5CF5-4B01-A5AD-C37A4993D11E}" dt="2025-04-11T06:47:23.392" v="3827" actId="478"/>
          <ac:graphicFrameMkLst>
            <pc:docMk/>
            <pc:sldMk cId="1025516335" sldId="270"/>
            <ac:graphicFrameMk id="6" creationId="{9B59105A-CCAB-8A46-125E-CA917CAD318E}"/>
          </ac:graphicFrameMkLst>
        </pc:graphicFrameChg>
        <pc:picChg chg="add mod ord">
          <ac:chgData name="Phyo Thaw" userId="16eb5ffc8e637809" providerId="LiveId" clId="{297C8A2B-5CF5-4B01-A5AD-C37A4993D11E}" dt="2025-04-11T06:48:20.777" v="3832" actId="1076"/>
          <ac:picMkLst>
            <pc:docMk/>
            <pc:sldMk cId="1025516335" sldId="270"/>
            <ac:picMk id="7" creationId="{7FCC246C-C5DC-CB31-88CB-A860198E8E78}"/>
          </ac:picMkLst>
        </pc:picChg>
      </pc:sldChg>
      <pc:sldChg chg="addSp delSp modSp new mod setBg">
        <pc:chgData name="Phyo Thaw" userId="16eb5ffc8e637809" providerId="LiveId" clId="{297C8A2B-5CF5-4B01-A5AD-C37A4993D11E}" dt="2025-04-11T07:24:05.274" v="4711" actId="1076"/>
        <pc:sldMkLst>
          <pc:docMk/>
          <pc:sldMk cId="1197976060" sldId="271"/>
        </pc:sldMkLst>
        <pc:spChg chg="mod">
          <ac:chgData name="Phyo Thaw" userId="16eb5ffc8e637809" providerId="LiveId" clId="{297C8A2B-5CF5-4B01-A5AD-C37A4993D11E}" dt="2025-04-11T06:52:48.755" v="4155" actId="1076"/>
          <ac:spMkLst>
            <pc:docMk/>
            <pc:sldMk cId="1197976060" sldId="271"/>
            <ac:spMk id="2" creationId="{BEE2F5FD-069C-F01A-5F55-50C0CF2FFC15}"/>
          </ac:spMkLst>
        </pc:spChg>
        <pc:spChg chg="del">
          <ac:chgData name="Phyo Thaw" userId="16eb5ffc8e637809" providerId="LiveId" clId="{297C8A2B-5CF5-4B01-A5AD-C37A4993D11E}" dt="2025-04-11T06:51:36.002" v="4115" actId="22"/>
          <ac:spMkLst>
            <pc:docMk/>
            <pc:sldMk cId="1197976060" sldId="271"/>
            <ac:spMk id="3" creationId="{50D004BE-B6B7-071D-8F16-0129EBCF6992}"/>
          </ac:spMkLst>
        </pc:spChg>
        <pc:spChg chg="add mod">
          <ac:chgData name="Phyo Thaw" userId="16eb5ffc8e637809" providerId="LiveId" clId="{297C8A2B-5CF5-4B01-A5AD-C37A4993D11E}" dt="2025-04-11T06:54:32.020" v="4302" actId="20577"/>
          <ac:spMkLst>
            <pc:docMk/>
            <pc:sldMk cId="1197976060" sldId="271"/>
            <ac:spMk id="8" creationId="{4764470A-4421-F395-8C49-CEF29CCC5B4E}"/>
          </ac:spMkLst>
        </pc:spChg>
        <pc:spChg chg="add del">
          <ac:chgData name="Phyo Thaw" userId="16eb5ffc8e637809" providerId="LiveId" clId="{297C8A2B-5CF5-4B01-A5AD-C37A4993D11E}" dt="2025-04-11T06:55:17.046" v="4304" actId="22"/>
          <ac:spMkLst>
            <pc:docMk/>
            <pc:sldMk cId="1197976060" sldId="271"/>
            <ac:spMk id="10" creationId="{35B173CB-71BA-EA6C-5959-5813B58A9544}"/>
          </ac:spMkLst>
        </pc:spChg>
        <pc:spChg chg="add del mod">
          <ac:chgData name="Phyo Thaw" userId="16eb5ffc8e637809" providerId="LiveId" clId="{297C8A2B-5CF5-4B01-A5AD-C37A4993D11E}" dt="2025-04-11T07:06:55.972" v="4589" actId="22"/>
          <ac:spMkLst>
            <pc:docMk/>
            <pc:sldMk cId="1197976060" sldId="271"/>
            <ac:spMk id="16" creationId="{9941AE6F-A5EF-1965-27E6-DC9B28BD11D5}"/>
          </ac:spMkLst>
        </pc:spChg>
        <pc:spChg chg="add del mod">
          <ac:chgData name="Phyo Thaw" userId="16eb5ffc8e637809" providerId="LiveId" clId="{297C8A2B-5CF5-4B01-A5AD-C37A4993D11E}" dt="2025-04-11T07:23:55.941" v="4702"/>
          <ac:spMkLst>
            <pc:docMk/>
            <pc:sldMk cId="1197976060" sldId="271"/>
            <ac:spMk id="20" creationId="{A2CB0345-1BB3-AAE1-9F50-45EA5435BBD4}"/>
          </ac:spMkLst>
        </pc:spChg>
        <pc:graphicFrameChg chg="add del mod modGraphic">
          <ac:chgData name="Phyo Thaw" userId="16eb5ffc8e637809" providerId="LiveId" clId="{297C8A2B-5CF5-4B01-A5AD-C37A4993D11E}" dt="2025-04-11T06:55:45.573" v="4311" actId="478"/>
          <ac:graphicFrameMkLst>
            <pc:docMk/>
            <pc:sldMk cId="1197976060" sldId="271"/>
            <ac:graphicFrameMk id="11" creationId="{EE88996B-C413-0161-B982-2F72E6E4B6E0}"/>
          </ac:graphicFrameMkLst>
        </pc:graphicFrameChg>
        <pc:graphicFrameChg chg="add del mod modGraphic">
          <ac:chgData name="Phyo Thaw" userId="16eb5ffc8e637809" providerId="LiveId" clId="{297C8A2B-5CF5-4B01-A5AD-C37A4993D11E}" dt="2025-04-11T06:59:24.708" v="4479" actId="478"/>
          <ac:graphicFrameMkLst>
            <pc:docMk/>
            <pc:sldMk cId="1197976060" sldId="271"/>
            <ac:graphicFrameMk id="12" creationId="{7E5C8B5C-EFA3-3D95-896E-5050C836B138}"/>
          </ac:graphicFrameMkLst>
        </pc:graphicFrameChg>
        <pc:picChg chg="add del">
          <ac:chgData name="Phyo Thaw" userId="16eb5ffc8e637809" providerId="LiveId" clId="{297C8A2B-5CF5-4B01-A5AD-C37A4993D11E}" dt="2025-04-11T06:51:34.524" v="4114" actId="22"/>
          <ac:picMkLst>
            <pc:docMk/>
            <pc:sldMk cId="1197976060" sldId="271"/>
            <ac:picMk id="5" creationId="{3AA8278D-D502-C3A6-6162-00BEC1989E5F}"/>
          </ac:picMkLst>
        </pc:picChg>
        <pc:picChg chg="add del mod ord">
          <ac:chgData name="Phyo Thaw" userId="16eb5ffc8e637809" providerId="LiveId" clId="{297C8A2B-5CF5-4B01-A5AD-C37A4993D11E}" dt="2025-04-11T07:06:49.210" v="4588" actId="478"/>
          <ac:picMkLst>
            <pc:docMk/>
            <pc:sldMk cId="1197976060" sldId="271"/>
            <ac:picMk id="7" creationId="{4D0380FA-13E4-306D-969B-0A29BEF880E7}"/>
          </ac:picMkLst>
        </pc:picChg>
        <pc:picChg chg="add mod">
          <ac:chgData name="Phyo Thaw" userId="16eb5ffc8e637809" providerId="LiveId" clId="{297C8A2B-5CF5-4B01-A5AD-C37A4993D11E}" dt="2025-04-11T06:59:49.805" v="4485" actId="1440"/>
          <ac:picMkLst>
            <pc:docMk/>
            <pc:sldMk cId="1197976060" sldId="271"/>
            <ac:picMk id="14" creationId="{5646EC12-7AB9-D4E2-C78C-D6BCD4CEDBA0}"/>
          </ac:picMkLst>
        </pc:picChg>
        <pc:picChg chg="add del mod ord">
          <ac:chgData name="Phyo Thaw" userId="16eb5ffc8e637809" providerId="LiveId" clId="{297C8A2B-5CF5-4B01-A5AD-C37A4993D11E}" dt="2025-04-11T07:23:50.205" v="4699" actId="478"/>
          <ac:picMkLst>
            <pc:docMk/>
            <pc:sldMk cId="1197976060" sldId="271"/>
            <ac:picMk id="18" creationId="{EBE33ADA-884E-0FC0-4CE9-B49F9F34B873}"/>
          </ac:picMkLst>
        </pc:picChg>
        <pc:picChg chg="add del">
          <ac:chgData name="Phyo Thaw" userId="16eb5ffc8e637809" providerId="LiveId" clId="{297C8A2B-5CF5-4B01-A5AD-C37A4993D11E}" dt="2025-04-11T07:23:54.355" v="4701" actId="21"/>
          <ac:picMkLst>
            <pc:docMk/>
            <pc:sldMk cId="1197976060" sldId="271"/>
            <ac:picMk id="22" creationId="{4904533D-D573-191B-C409-541640C320A5}"/>
          </ac:picMkLst>
        </pc:picChg>
        <pc:picChg chg="add mod">
          <ac:chgData name="Phyo Thaw" userId="16eb5ffc8e637809" providerId="LiveId" clId="{297C8A2B-5CF5-4B01-A5AD-C37A4993D11E}" dt="2025-04-11T07:24:05.274" v="4711" actId="1076"/>
          <ac:picMkLst>
            <pc:docMk/>
            <pc:sldMk cId="1197976060" sldId="271"/>
            <ac:picMk id="23" creationId="{4904533D-D573-191B-C409-541640C320A5}"/>
          </ac:picMkLst>
        </pc:picChg>
      </pc:sldChg>
      <pc:sldChg chg="addSp delSp modSp add mod">
        <pc:chgData name="Phyo Thaw" userId="16eb5ffc8e637809" providerId="LiveId" clId="{297C8A2B-5CF5-4B01-A5AD-C37A4993D11E}" dt="2025-04-11T07:57:59.509" v="4991" actId="14100"/>
        <pc:sldMkLst>
          <pc:docMk/>
          <pc:sldMk cId="3729917495" sldId="272"/>
        </pc:sldMkLst>
        <pc:spChg chg="mod">
          <ac:chgData name="Phyo Thaw" userId="16eb5ffc8e637809" providerId="LiveId" clId="{297C8A2B-5CF5-4B01-A5AD-C37A4993D11E}" dt="2025-04-11T07:01:24.549" v="4547" actId="20577"/>
          <ac:spMkLst>
            <pc:docMk/>
            <pc:sldMk cId="3729917495" sldId="272"/>
            <ac:spMk id="2" creationId="{B385ACE9-7040-A9DA-ED33-860A81DE7067}"/>
          </ac:spMkLst>
        </pc:spChg>
        <pc:spChg chg="add del mod">
          <ac:chgData name="Phyo Thaw" userId="16eb5ffc8e637809" providerId="LiveId" clId="{297C8A2B-5CF5-4B01-A5AD-C37A4993D11E}" dt="2025-04-11T07:01:39.142" v="4557" actId="478"/>
          <ac:spMkLst>
            <pc:docMk/>
            <pc:sldMk cId="3729917495" sldId="272"/>
            <ac:spMk id="4" creationId="{52649BDC-C53B-3EBA-37BD-1E058D7FB429}"/>
          </ac:spMkLst>
        </pc:spChg>
        <pc:spChg chg="del">
          <ac:chgData name="Phyo Thaw" userId="16eb5ffc8e637809" providerId="LiveId" clId="{297C8A2B-5CF5-4B01-A5AD-C37A4993D11E}" dt="2025-04-11T07:00:22.663" v="4487" actId="478"/>
          <ac:spMkLst>
            <pc:docMk/>
            <pc:sldMk cId="3729917495" sldId="272"/>
            <ac:spMk id="8" creationId="{74E1D750-4A5B-4AC3-51E5-F67C427FCE14}"/>
          </ac:spMkLst>
        </pc:spChg>
        <pc:spChg chg="add mod">
          <ac:chgData name="Phyo Thaw" userId="16eb5ffc8e637809" providerId="LiveId" clId="{297C8A2B-5CF5-4B01-A5AD-C37A4993D11E}" dt="2025-04-11T07:57:59.509" v="4991" actId="14100"/>
          <ac:spMkLst>
            <pc:docMk/>
            <pc:sldMk cId="3729917495" sldId="272"/>
            <ac:spMk id="11" creationId="{CC010E3A-9114-7017-503E-5CB618B786F5}"/>
          </ac:spMkLst>
        </pc:spChg>
        <pc:spChg chg="add">
          <ac:chgData name="Phyo Thaw" userId="16eb5ffc8e637809" providerId="LiveId" clId="{297C8A2B-5CF5-4B01-A5AD-C37A4993D11E}" dt="2025-04-11T07:04:04.277" v="4564"/>
          <ac:spMkLst>
            <pc:docMk/>
            <pc:sldMk cId="3729917495" sldId="272"/>
            <ac:spMk id="12" creationId="{76D66049-39AE-922D-183B-E91CF22CA3E4}"/>
          </ac:spMkLst>
        </pc:spChg>
        <pc:spChg chg="add mod">
          <ac:chgData name="Phyo Thaw" userId="16eb5ffc8e637809" providerId="LiveId" clId="{297C8A2B-5CF5-4B01-A5AD-C37A4993D11E}" dt="2025-04-11T07:57:56.815" v="4990" actId="14100"/>
          <ac:spMkLst>
            <pc:docMk/>
            <pc:sldMk cId="3729917495" sldId="272"/>
            <ac:spMk id="13" creationId="{20B3E444-602B-1307-1C35-B6287EDD7319}"/>
          </ac:spMkLst>
        </pc:spChg>
        <pc:spChg chg="add">
          <ac:chgData name="Phyo Thaw" userId="16eb5ffc8e637809" providerId="LiveId" clId="{297C8A2B-5CF5-4B01-A5AD-C37A4993D11E}" dt="2025-04-11T07:05:11.727" v="4580"/>
          <ac:spMkLst>
            <pc:docMk/>
            <pc:sldMk cId="3729917495" sldId="272"/>
            <ac:spMk id="15" creationId="{D4FAC21D-83EA-832F-9FE9-B7CE625A4C1B}"/>
          </ac:spMkLst>
        </pc:spChg>
        <pc:picChg chg="add del mod">
          <ac:chgData name="Phyo Thaw" userId="16eb5ffc8e637809" providerId="LiveId" clId="{297C8A2B-5CF5-4B01-A5AD-C37A4993D11E}" dt="2025-04-11T07:09:20.645" v="4665" actId="478"/>
          <ac:picMkLst>
            <pc:docMk/>
            <pc:sldMk cId="3729917495" sldId="272"/>
            <ac:picMk id="6" creationId="{B77DA0F7-D33F-1673-69A6-C6FC04E4752D}"/>
          </ac:picMkLst>
        </pc:picChg>
        <pc:picChg chg="del">
          <ac:chgData name="Phyo Thaw" userId="16eb5ffc8e637809" providerId="LiveId" clId="{297C8A2B-5CF5-4B01-A5AD-C37A4993D11E}" dt="2025-04-11T07:00:22.663" v="4487" actId="478"/>
          <ac:picMkLst>
            <pc:docMk/>
            <pc:sldMk cId="3729917495" sldId="272"/>
            <ac:picMk id="7" creationId="{80E0E6C6-E835-7352-D266-A0B03185AD3C}"/>
          </ac:picMkLst>
        </pc:picChg>
        <pc:picChg chg="add del mod">
          <ac:chgData name="Phyo Thaw" userId="16eb5ffc8e637809" providerId="LiveId" clId="{297C8A2B-5CF5-4B01-A5AD-C37A4993D11E}" dt="2025-04-11T07:09:42.864" v="4679" actId="478"/>
          <ac:picMkLst>
            <pc:docMk/>
            <pc:sldMk cId="3729917495" sldId="272"/>
            <ac:picMk id="10" creationId="{10155C17-48DC-0530-BCAD-DF1817081E8B}"/>
          </ac:picMkLst>
        </pc:picChg>
        <pc:picChg chg="del">
          <ac:chgData name="Phyo Thaw" userId="16eb5ffc8e637809" providerId="LiveId" clId="{297C8A2B-5CF5-4B01-A5AD-C37A4993D11E}" dt="2025-04-11T07:00:22.663" v="4487" actId="478"/>
          <ac:picMkLst>
            <pc:docMk/>
            <pc:sldMk cId="3729917495" sldId="272"/>
            <ac:picMk id="14" creationId="{A66C66A8-0696-6C7A-2128-CA697CC0856F}"/>
          </ac:picMkLst>
        </pc:picChg>
        <pc:picChg chg="add del mod">
          <ac:chgData name="Phyo Thaw" userId="16eb5ffc8e637809" providerId="LiveId" clId="{297C8A2B-5CF5-4B01-A5AD-C37A4993D11E}" dt="2025-04-11T07:24:34.738" v="4712" actId="478"/>
          <ac:picMkLst>
            <pc:docMk/>
            <pc:sldMk cId="3729917495" sldId="272"/>
            <ac:picMk id="17" creationId="{D5E8D88C-E218-B5F6-C1AC-FE2D53BDC89E}"/>
          </ac:picMkLst>
        </pc:picChg>
        <pc:picChg chg="add del mod">
          <ac:chgData name="Phyo Thaw" userId="16eb5ffc8e637809" providerId="LiveId" clId="{297C8A2B-5CF5-4B01-A5AD-C37A4993D11E}" dt="2025-04-11T07:24:48.260" v="4721" actId="478"/>
          <ac:picMkLst>
            <pc:docMk/>
            <pc:sldMk cId="3729917495" sldId="272"/>
            <ac:picMk id="19" creationId="{3DB98409-91A6-B0D2-3A75-8BF4AFE46292}"/>
          </ac:picMkLst>
        </pc:picChg>
        <pc:picChg chg="add mod">
          <ac:chgData name="Phyo Thaw" userId="16eb5ffc8e637809" providerId="LiveId" clId="{297C8A2B-5CF5-4B01-A5AD-C37A4993D11E}" dt="2025-04-11T07:57:43.892" v="4986" actId="14100"/>
          <ac:picMkLst>
            <pc:docMk/>
            <pc:sldMk cId="3729917495" sldId="272"/>
            <ac:picMk id="21" creationId="{A4703AE0-7C62-FCB3-F545-4C0839D880F0}"/>
          </ac:picMkLst>
        </pc:picChg>
        <pc:picChg chg="add mod">
          <ac:chgData name="Phyo Thaw" userId="16eb5ffc8e637809" providerId="LiveId" clId="{297C8A2B-5CF5-4B01-A5AD-C37A4993D11E}" dt="2025-04-11T07:57:51.013" v="4988" actId="14100"/>
          <ac:picMkLst>
            <pc:docMk/>
            <pc:sldMk cId="3729917495" sldId="272"/>
            <ac:picMk id="23" creationId="{D55F58E9-B3C0-3D4C-E049-29E1C54DD50E}"/>
          </ac:picMkLst>
        </pc:picChg>
      </pc:sldChg>
      <pc:sldChg chg="addSp delSp modSp add mod">
        <pc:chgData name="Phyo Thaw" userId="16eb5ffc8e637809" providerId="LiveId" clId="{297C8A2B-5CF5-4B01-A5AD-C37A4993D11E}" dt="2025-04-11T07:29:07.195" v="4802" actId="20577"/>
        <pc:sldMkLst>
          <pc:docMk/>
          <pc:sldMk cId="1476231696" sldId="273"/>
        </pc:sldMkLst>
        <pc:spChg chg="mod">
          <ac:chgData name="Phyo Thaw" userId="16eb5ffc8e637809" providerId="LiveId" clId="{297C8A2B-5CF5-4B01-A5AD-C37A4993D11E}" dt="2025-04-11T07:27:46.761" v="4779" actId="20577"/>
          <ac:spMkLst>
            <pc:docMk/>
            <pc:sldMk cId="1476231696" sldId="273"/>
            <ac:spMk id="2" creationId="{E0C8CE2C-EE36-4A42-D9DA-8B72DBA0B659}"/>
          </ac:spMkLst>
        </pc:spChg>
        <pc:spChg chg="del">
          <ac:chgData name="Phyo Thaw" userId="16eb5ffc8e637809" providerId="LiveId" clId="{297C8A2B-5CF5-4B01-A5AD-C37A4993D11E}" dt="2025-04-11T07:08:09.871" v="4664" actId="478"/>
          <ac:spMkLst>
            <pc:docMk/>
            <pc:sldMk cId="1476231696" sldId="273"/>
            <ac:spMk id="11" creationId="{6DC3A922-ABEA-5358-5975-BB5581471B0C}"/>
          </ac:spMkLst>
        </pc:spChg>
        <pc:spChg chg="mod">
          <ac:chgData name="Phyo Thaw" userId="16eb5ffc8e637809" providerId="LiveId" clId="{297C8A2B-5CF5-4B01-A5AD-C37A4993D11E}" dt="2025-04-11T07:29:07.195" v="4802" actId="20577"/>
          <ac:spMkLst>
            <pc:docMk/>
            <pc:sldMk cId="1476231696" sldId="273"/>
            <ac:spMk id="13" creationId="{2117CA15-F6AC-180E-2A32-0DB65BEB145E}"/>
          </ac:spMkLst>
        </pc:spChg>
        <pc:picChg chg="add mod">
          <ac:chgData name="Phyo Thaw" userId="16eb5ffc8e637809" providerId="LiveId" clId="{297C8A2B-5CF5-4B01-A5AD-C37A4993D11E}" dt="2025-04-11T07:28:33.296" v="4790" actId="1076"/>
          <ac:picMkLst>
            <pc:docMk/>
            <pc:sldMk cId="1476231696" sldId="273"/>
            <ac:picMk id="4" creationId="{2C35F636-0AF0-D692-B7E1-B74AF44195D3}"/>
          </ac:picMkLst>
        </pc:picChg>
        <pc:picChg chg="del">
          <ac:chgData name="Phyo Thaw" userId="16eb5ffc8e637809" providerId="LiveId" clId="{297C8A2B-5CF5-4B01-A5AD-C37A4993D11E}" dt="2025-04-11T07:08:06.162" v="4663" actId="478"/>
          <ac:picMkLst>
            <pc:docMk/>
            <pc:sldMk cId="1476231696" sldId="273"/>
            <ac:picMk id="6" creationId="{21E336C5-A8D9-8079-17BA-F0126663EB98}"/>
          </ac:picMkLst>
        </pc:picChg>
        <pc:picChg chg="del">
          <ac:chgData name="Phyo Thaw" userId="16eb5ffc8e637809" providerId="LiveId" clId="{297C8A2B-5CF5-4B01-A5AD-C37A4993D11E}" dt="2025-04-11T07:27:49.062" v="4780" actId="478"/>
          <ac:picMkLst>
            <pc:docMk/>
            <pc:sldMk cId="1476231696" sldId="273"/>
            <ac:picMk id="10" creationId="{45383A24-F7A2-DC57-FD7F-C1D52D59B7C0}"/>
          </ac:picMkLst>
        </pc:picChg>
      </pc:sldChg>
      <pc:sldChg chg="addSp delSp modSp add ord delDesignElem">
        <pc:chgData name="Phyo Thaw" userId="16eb5ffc8e637809" providerId="LiveId" clId="{297C8A2B-5CF5-4B01-A5AD-C37A4993D11E}" dt="2025-04-11T07:59:19.004" v="4999"/>
        <pc:sldMkLst>
          <pc:docMk/>
          <pc:sldMk cId="2317755077" sldId="274"/>
        </pc:sldMkLst>
        <pc:spChg chg="mod">
          <ac:chgData name="Phyo Thaw" userId="16eb5ffc8e637809" providerId="LiveId" clId="{297C8A2B-5CF5-4B01-A5AD-C37A4993D11E}" dt="2025-04-11T07:07:36.959" v="4662" actId="20577"/>
          <ac:spMkLst>
            <pc:docMk/>
            <pc:sldMk cId="2317755077" sldId="274"/>
            <ac:spMk id="2" creationId="{A0BF8DAE-D355-06F8-AF10-376F980FD0E1}"/>
          </ac:spMkLst>
        </pc:spChg>
        <pc:spChg chg="add del">
          <ac:chgData name="Phyo Thaw" userId="16eb5ffc8e637809" providerId="LiveId" clId="{297C8A2B-5CF5-4B01-A5AD-C37A4993D11E}" dt="2025-04-11T07:59:19.004" v="4999"/>
          <ac:spMkLst>
            <pc:docMk/>
            <pc:sldMk cId="2317755077" sldId="274"/>
            <ac:spMk id="43" creationId="{DD7CDA53-3231-994A-41C1-ACAC3219B104}"/>
          </ac:spMkLst>
        </pc:spChg>
        <pc:picChg chg="add del">
          <ac:chgData name="Phyo Thaw" userId="16eb5ffc8e637809" providerId="LiveId" clId="{297C8A2B-5CF5-4B01-A5AD-C37A4993D11E}" dt="2025-04-11T07:59:19.004" v="4999"/>
          <ac:picMkLst>
            <pc:docMk/>
            <pc:sldMk cId="2317755077" sldId="274"/>
            <ac:picMk id="36" creationId="{B17B92DA-300D-1694-002A-38CFDEE40C6F}"/>
          </ac:picMkLst>
        </pc:picChg>
        <pc:picChg chg="add del">
          <ac:chgData name="Phyo Thaw" userId="16eb5ffc8e637809" providerId="LiveId" clId="{297C8A2B-5CF5-4B01-A5AD-C37A4993D11E}" dt="2025-04-11T07:59:19.004" v="4999"/>
          <ac:picMkLst>
            <pc:docMk/>
            <pc:sldMk cId="2317755077" sldId="274"/>
            <ac:picMk id="38" creationId="{08203A85-5FBC-DB18-1F6F-3E7F72D4D84F}"/>
          </ac:picMkLst>
        </pc:picChg>
        <pc:picChg chg="add del">
          <ac:chgData name="Phyo Thaw" userId="16eb5ffc8e637809" providerId="LiveId" clId="{297C8A2B-5CF5-4B01-A5AD-C37A4993D11E}" dt="2025-04-11T07:59:19.004" v="4999"/>
          <ac:picMkLst>
            <pc:docMk/>
            <pc:sldMk cId="2317755077" sldId="274"/>
            <ac:picMk id="41" creationId="{049F4422-9EC9-71B5-B357-08C75FF9FCA1}"/>
          </ac:picMkLst>
        </pc:picChg>
      </pc:sldChg>
      <pc:sldChg chg="new del">
        <pc:chgData name="Phyo Thaw" userId="16eb5ffc8e637809" providerId="LiveId" clId="{297C8A2B-5CF5-4B01-A5AD-C37A4993D11E}" dt="2025-04-11T07:36:47.152" v="4804" actId="47"/>
        <pc:sldMkLst>
          <pc:docMk/>
          <pc:sldMk cId="209880840" sldId="275"/>
        </pc:sldMkLst>
      </pc:sldChg>
      <pc:sldChg chg="addSp delSp modSp add mod">
        <pc:chgData name="Phyo Thaw" userId="16eb5ffc8e637809" providerId="LiveId" clId="{297C8A2B-5CF5-4B01-A5AD-C37A4993D11E}" dt="2025-04-11T07:39:42.096" v="4866" actId="14100"/>
        <pc:sldMkLst>
          <pc:docMk/>
          <pc:sldMk cId="1001782043" sldId="275"/>
        </pc:sldMkLst>
        <pc:spChg chg="mod">
          <ac:chgData name="Phyo Thaw" userId="16eb5ffc8e637809" providerId="LiveId" clId="{297C8A2B-5CF5-4B01-A5AD-C37A4993D11E}" dt="2025-04-11T07:37:46.022" v="4829" actId="20577"/>
          <ac:spMkLst>
            <pc:docMk/>
            <pc:sldMk cId="1001782043" sldId="275"/>
            <ac:spMk id="2" creationId="{977DB1CD-1DA6-BB0D-39EB-B11CA049BD07}"/>
          </ac:spMkLst>
        </pc:spChg>
        <pc:spChg chg="mod">
          <ac:chgData name="Phyo Thaw" userId="16eb5ffc8e637809" providerId="LiveId" clId="{297C8A2B-5CF5-4B01-A5AD-C37A4993D11E}" dt="2025-04-11T07:39:25.408" v="4863" actId="20577"/>
          <ac:spMkLst>
            <pc:docMk/>
            <pc:sldMk cId="1001782043" sldId="275"/>
            <ac:spMk id="13" creationId="{67E13EC9-BB49-C9CC-78CF-DCC4D1495053}"/>
          </ac:spMkLst>
        </pc:spChg>
        <pc:picChg chg="del">
          <ac:chgData name="Phyo Thaw" userId="16eb5ffc8e637809" providerId="LiveId" clId="{297C8A2B-5CF5-4B01-A5AD-C37A4993D11E}" dt="2025-04-11T07:36:54.529" v="4806" actId="478"/>
          <ac:picMkLst>
            <pc:docMk/>
            <pc:sldMk cId="1001782043" sldId="275"/>
            <ac:picMk id="4" creationId="{BB589893-4C3A-946C-6197-DE9F074F3345}"/>
          </ac:picMkLst>
        </pc:picChg>
        <pc:picChg chg="add mod">
          <ac:chgData name="Phyo Thaw" userId="16eb5ffc8e637809" providerId="LiveId" clId="{297C8A2B-5CF5-4B01-A5AD-C37A4993D11E}" dt="2025-04-11T07:39:42.096" v="4866" actId="14100"/>
          <ac:picMkLst>
            <pc:docMk/>
            <pc:sldMk cId="1001782043" sldId="275"/>
            <ac:picMk id="5" creationId="{CE69C4E4-B242-E6DD-8476-17AC69329D8A}"/>
          </ac:picMkLst>
        </pc:picChg>
      </pc:sldChg>
      <pc:sldChg chg="addSp delSp modSp add mod">
        <pc:chgData name="Phyo Thaw" userId="16eb5ffc8e637809" providerId="LiveId" clId="{297C8A2B-5CF5-4B01-A5AD-C37A4993D11E}" dt="2025-04-11T07:39:34.701" v="4865" actId="20577"/>
        <pc:sldMkLst>
          <pc:docMk/>
          <pc:sldMk cId="3461749606" sldId="276"/>
        </pc:sldMkLst>
        <pc:spChg chg="mod">
          <ac:chgData name="Phyo Thaw" userId="16eb5ffc8e637809" providerId="LiveId" clId="{297C8A2B-5CF5-4B01-A5AD-C37A4993D11E}" dt="2025-04-11T07:38:40.977" v="4841" actId="20577"/>
          <ac:spMkLst>
            <pc:docMk/>
            <pc:sldMk cId="3461749606" sldId="276"/>
            <ac:spMk id="2" creationId="{DC398CD5-160A-8823-6785-9CD459AD5557}"/>
          </ac:spMkLst>
        </pc:spChg>
        <pc:spChg chg="mod">
          <ac:chgData name="Phyo Thaw" userId="16eb5ffc8e637809" providerId="LiveId" clId="{297C8A2B-5CF5-4B01-A5AD-C37A4993D11E}" dt="2025-04-11T07:39:34.701" v="4865" actId="20577"/>
          <ac:spMkLst>
            <pc:docMk/>
            <pc:sldMk cId="3461749606" sldId="276"/>
            <ac:spMk id="13" creationId="{0BE62EC0-319C-E854-CC7C-D1E944951B36}"/>
          </ac:spMkLst>
        </pc:spChg>
        <pc:picChg chg="add mod">
          <ac:chgData name="Phyo Thaw" userId="16eb5ffc8e637809" providerId="LiveId" clId="{297C8A2B-5CF5-4B01-A5AD-C37A4993D11E}" dt="2025-04-11T07:39:02.465" v="4847" actId="1076"/>
          <ac:picMkLst>
            <pc:docMk/>
            <pc:sldMk cId="3461749606" sldId="276"/>
            <ac:picMk id="4" creationId="{A8DC0EDB-8A2D-A87D-4ED3-B6C6429C5730}"/>
          </ac:picMkLst>
        </pc:picChg>
        <pc:picChg chg="del">
          <ac:chgData name="Phyo Thaw" userId="16eb5ffc8e637809" providerId="LiveId" clId="{297C8A2B-5CF5-4B01-A5AD-C37A4993D11E}" dt="2025-04-11T07:38:43.828" v="4842" actId="478"/>
          <ac:picMkLst>
            <pc:docMk/>
            <pc:sldMk cId="3461749606" sldId="276"/>
            <ac:picMk id="5" creationId="{3A8402DB-6883-5296-43C4-C92B42355698}"/>
          </ac:picMkLst>
        </pc:picChg>
      </pc:sldChg>
      <pc:sldChg chg="addSp delSp modSp add mod">
        <pc:chgData name="Phyo Thaw" userId="16eb5ffc8e637809" providerId="LiveId" clId="{297C8A2B-5CF5-4B01-A5AD-C37A4993D11E}" dt="2025-04-11T07:41:58.080" v="4896" actId="1076"/>
        <pc:sldMkLst>
          <pc:docMk/>
          <pc:sldMk cId="4154022137" sldId="277"/>
        </pc:sldMkLst>
        <pc:spChg chg="mod">
          <ac:chgData name="Phyo Thaw" userId="16eb5ffc8e637809" providerId="LiveId" clId="{297C8A2B-5CF5-4B01-A5AD-C37A4993D11E}" dt="2025-04-11T07:41:43.898" v="4894" actId="20577"/>
          <ac:spMkLst>
            <pc:docMk/>
            <pc:sldMk cId="4154022137" sldId="277"/>
            <ac:spMk id="2" creationId="{D5665267-8758-3410-6393-2A68FF34D33E}"/>
          </ac:spMkLst>
        </pc:spChg>
        <pc:spChg chg="mod">
          <ac:chgData name="Phyo Thaw" userId="16eb5ffc8e637809" providerId="LiveId" clId="{297C8A2B-5CF5-4B01-A5AD-C37A4993D11E}" dt="2025-04-11T07:41:56.504" v="4895" actId="1076"/>
          <ac:spMkLst>
            <pc:docMk/>
            <pc:sldMk cId="4154022137" sldId="277"/>
            <ac:spMk id="13" creationId="{D275F5F0-81C6-FA18-DFB3-4809C4B1E717}"/>
          </ac:spMkLst>
        </pc:spChg>
        <pc:picChg chg="del">
          <ac:chgData name="Phyo Thaw" userId="16eb5ffc8e637809" providerId="LiveId" clId="{297C8A2B-5CF5-4B01-A5AD-C37A4993D11E}" dt="2025-04-11T07:40:35.564" v="4868" actId="478"/>
          <ac:picMkLst>
            <pc:docMk/>
            <pc:sldMk cId="4154022137" sldId="277"/>
            <ac:picMk id="4" creationId="{CAEF097A-0398-05AF-A715-D4E4FDB9E5FC}"/>
          </ac:picMkLst>
        </pc:picChg>
        <pc:picChg chg="add mod">
          <ac:chgData name="Phyo Thaw" userId="16eb5ffc8e637809" providerId="LiveId" clId="{297C8A2B-5CF5-4B01-A5AD-C37A4993D11E}" dt="2025-04-11T07:40:44.230" v="4873" actId="1076"/>
          <ac:picMkLst>
            <pc:docMk/>
            <pc:sldMk cId="4154022137" sldId="277"/>
            <ac:picMk id="5" creationId="{B5411E50-F0BA-4567-B89B-715CB23B6AF3}"/>
          </ac:picMkLst>
        </pc:picChg>
        <pc:picChg chg="add mod">
          <ac:chgData name="Phyo Thaw" userId="16eb5ffc8e637809" providerId="LiveId" clId="{297C8A2B-5CF5-4B01-A5AD-C37A4993D11E}" dt="2025-04-11T07:41:58.080" v="4896" actId="1076"/>
          <ac:picMkLst>
            <pc:docMk/>
            <pc:sldMk cId="4154022137" sldId="277"/>
            <ac:picMk id="7" creationId="{FA93233B-691F-9A5B-90DC-6335C7F6523E}"/>
          </ac:picMkLst>
        </pc:picChg>
      </pc:sldChg>
      <pc:sldChg chg="addSp delSp modSp add mod ord">
        <pc:chgData name="Phyo Thaw" userId="16eb5ffc8e637809" providerId="LiveId" clId="{297C8A2B-5CF5-4B01-A5AD-C37A4993D11E}" dt="2025-04-11T07:47:45.837" v="4985" actId="13926"/>
        <pc:sldMkLst>
          <pc:docMk/>
          <pc:sldMk cId="3895956105" sldId="278"/>
        </pc:sldMkLst>
        <pc:spChg chg="mod">
          <ac:chgData name="Phyo Thaw" userId="16eb5ffc8e637809" providerId="LiveId" clId="{297C8A2B-5CF5-4B01-A5AD-C37A4993D11E}" dt="2025-04-11T07:44:17.344" v="4948" actId="14100"/>
          <ac:spMkLst>
            <pc:docMk/>
            <pc:sldMk cId="3895956105" sldId="278"/>
            <ac:spMk id="2" creationId="{0E904EE5-1D3E-D39E-F1FA-104C09D8D377}"/>
          </ac:spMkLst>
        </pc:spChg>
        <pc:spChg chg="mod">
          <ac:chgData name="Phyo Thaw" userId="16eb5ffc8e637809" providerId="LiveId" clId="{297C8A2B-5CF5-4B01-A5AD-C37A4993D11E}" dt="2025-04-11T07:47:45.837" v="4985" actId="13926"/>
          <ac:spMkLst>
            <pc:docMk/>
            <pc:sldMk cId="3895956105" sldId="278"/>
            <ac:spMk id="13" creationId="{93AFF782-AA69-E533-08BA-11556B6D9F89}"/>
          </ac:spMkLst>
        </pc:spChg>
        <pc:picChg chg="del">
          <ac:chgData name="Phyo Thaw" userId="16eb5ffc8e637809" providerId="LiveId" clId="{297C8A2B-5CF5-4B01-A5AD-C37A4993D11E}" dt="2025-04-11T07:44:24.763" v="4949" actId="478"/>
          <ac:picMkLst>
            <pc:docMk/>
            <pc:sldMk cId="3895956105" sldId="278"/>
            <ac:picMk id="4" creationId="{0EDD0289-5FC3-EEC6-A324-9CA0F606AAAC}"/>
          </ac:picMkLst>
        </pc:picChg>
        <pc:picChg chg="add mod modCrop">
          <ac:chgData name="Phyo Thaw" userId="16eb5ffc8e637809" providerId="LiveId" clId="{297C8A2B-5CF5-4B01-A5AD-C37A4993D11E}" dt="2025-04-11T07:44:43.505" v="4957" actId="14100"/>
          <ac:picMkLst>
            <pc:docMk/>
            <pc:sldMk cId="3895956105" sldId="278"/>
            <ac:picMk id="5" creationId="{11D90402-C1FC-ADD8-FED9-05EEA987E8C5}"/>
          </ac:picMkLst>
        </pc:picChg>
      </pc:sldChg>
      <pc:sldChg chg="addSp delSp modSp new del mod chgLayout">
        <pc:chgData name="Phyo Thaw" userId="16eb5ffc8e637809" providerId="LiveId" clId="{297C8A2B-5CF5-4B01-A5AD-C37A4993D11E}" dt="2025-04-11T07:59:26.860" v="5000" actId="47"/>
        <pc:sldMkLst>
          <pc:docMk/>
          <pc:sldMk cId="2974040360" sldId="279"/>
        </pc:sldMkLst>
        <pc:spChg chg="del">
          <ac:chgData name="Phyo Thaw" userId="16eb5ffc8e637809" providerId="LiveId" clId="{297C8A2B-5CF5-4B01-A5AD-C37A4993D11E}" dt="2025-04-11T07:58:53.596" v="4993" actId="700"/>
          <ac:spMkLst>
            <pc:docMk/>
            <pc:sldMk cId="2974040360" sldId="279"/>
            <ac:spMk id="2" creationId="{86F1133F-93AD-5FFB-FDC6-E848F0F6A7C5}"/>
          </ac:spMkLst>
        </pc:spChg>
        <pc:spChg chg="del">
          <ac:chgData name="Phyo Thaw" userId="16eb5ffc8e637809" providerId="LiveId" clId="{297C8A2B-5CF5-4B01-A5AD-C37A4993D11E}" dt="2025-04-11T07:58:53.596" v="4993" actId="700"/>
          <ac:spMkLst>
            <pc:docMk/>
            <pc:sldMk cId="2974040360" sldId="279"/>
            <ac:spMk id="3" creationId="{7D127E47-BAC3-21E4-75AD-D60115BABFF1}"/>
          </ac:spMkLst>
        </pc:spChg>
        <pc:spChg chg="add mod ord">
          <ac:chgData name="Phyo Thaw" userId="16eb5ffc8e637809" providerId="LiveId" clId="{297C8A2B-5CF5-4B01-A5AD-C37A4993D11E}" dt="2025-04-11T07:59:19.004" v="4999"/>
          <ac:spMkLst>
            <pc:docMk/>
            <pc:sldMk cId="2974040360" sldId="279"/>
            <ac:spMk id="4" creationId="{EAFCDBBB-85F4-1DEF-0E8B-E064E0213101}"/>
          </ac:spMkLst>
        </pc:spChg>
        <pc:spChg chg="add mod ord">
          <ac:chgData name="Phyo Thaw" userId="16eb5ffc8e637809" providerId="LiveId" clId="{297C8A2B-5CF5-4B01-A5AD-C37A4993D11E}" dt="2025-04-11T07:59:19.004" v="4999"/>
          <ac:spMkLst>
            <pc:docMk/>
            <pc:sldMk cId="2974040360" sldId="279"/>
            <ac:spMk id="5" creationId="{9B5A9284-4E73-D0A5-FC9D-703F337CB4D0}"/>
          </ac:spMkLst>
        </pc:spChg>
      </pc:sldChg>
      <pc:sldChg chg="addSp delSp modSp add mod ord setBg setClrOvrMap">
        <pc:chgData name="Phyo Thaw" userId="16eb5ffc8e637809" providerId="LiveId" clId="{297C8A2B-5CF5-4B01-A5AD-C37A4993D11E}" dt="2025-04-11T08:02:59.665" v="5085" actId="20577"/>
        <pc:sldMkLst>
          <pc:docMk/>
          <pc:sldMk cId="3063334566" sldId="279"/>
        </pc:sldMkLst>
        <pc:spChg chg="mod">
          <ac:chgData name="Phyo Thaw" userId="16eb5ffc8e637809" providerId="LiveId" clId="{297C8A2B-5CF5-4B01-A5AD-C37A4993D11E}" dt="2025-04-11T08:02:49.778" v="5084" actId="26606"/>
          <ac:spMkLst>
            <pc:docMk/>
            <pc:sldMk cId="3063334566" sldId="279"/>
            <ac:spMk id="2" creationId="{055C57C2-B011-C1F1-8795-5C2D821362EC}"/>
          </ac:spMkLst>
        </pc:spChg>
        <pc:spChg chg="add del mod">
          <ac:chgData name="Phyo Thaw" userId="16eb5ffc8e637809" providerId="LiveId" clId="{297C8A2B-5CF5-4B01-A5AD-C37A4993D11E}" dt="2025-04-11T08:02:59.665" v="5085" actId="20577"/>
          <ac:spMkLst>
            <pc:docMk/>
            <pc:sldMk cId="3063334566" sldId="279"/>
            <ac:spMk id="11" creationId="{4B171D2D-B041-1012-A402-50F28967C568}"/>
          </ac:spMkLst>
        </pc:spChg>
        <pc:spChg chg="del">
          <ac:chgData name="Phyo Thaw" userId="16eb5ffc8e637809" providerId="LiveId" clId="{297C8A2B-5CF5-4B01-A5AD-C37A4993D11E}" dt="2025-04-11T08:02:22.481" v="5079" actId="478"/>
          <ac:spMkLst>
            <pc:docMk/>
            <pc:sldMk cId="3063334566" sldId="279"/>
            <ac:spMk id="13" creationId="{8C72D110-E0B9-A2A3-7C73-54F3C5E6FAE9}"/>
          </ac:spMkLst>
        </pc:spChg>
        <pc:spChg chg="add del">
          <ac:chgData name="Phyo Thaw" userId="16eb5ffc8e637809" providerId="LiveId" clId="{297C8A2B-5CF5-4B01-A5AD-C37A4993D11E}" dt="2025-04-11T08:02:49.778" v="5084" actId="26606"/>
          <ac:spMkLst>
            <pc:docMk/>
            <pc:sldMk cId="3063334566" sldId="279"/>
            <ac:spMk id="17" creationId="{CEEB192A-8443-482C-AFF6-77DB793E242D}"/>
          </ac:spMkLst>
        </pc:spChg>
        <pc:spChg chg="add">
          <ac:chgData name="Phyo Thaw" userId="16eb5ffc8e637809" providerId="LiveId" clId="{297C8A2B-5CF5-4B01-A5AD-C37A4993D11E}" dt="2025-04-11T08:02:49.778" v="5084" actId="26606"/>
          <ac:spMkLst>
            <pc:docMk/>
            <pc:sldMk cId="3063334566" sldId="279"/>
            <ac:spMk id="26" creationId="{D77CF7D5-36A3-4ED3-AE46-77E42D2AA7FD}"/>
          </ac:spMkLst>
        </pc:spChg>
        <pc:picChg chg="add mod">
          <ac:chgData name="Phyo Thaw" userId="16eb5ffc8e637809" providerId="LiveId" clId="{297C8A2B-5CF5-4B01-A5AD-C37A4993D11E}" dt="2025-04-11T08:02:49.778" v="5084" actId="26606"/>
          <ac:picMkLst>
            <pc:docMk/>
            <pc:sldMk cId="3063334566" sldId="279"/>
            <ac:picMk id="14" creationId="{7D11C600-03A5-36E2-276E-26A6565C0A05}"/>
          </ac:picMkLst>
        </pc:picChg>
        <pc:picChg chg="add del">
          <ac:chgData name="Phyo Thaw" userId="16eb5ffc8e637809" providerId="LiveId" clId="{297C8A2B-5CF5-4B01-A5AD-C37A4993D11E}" dt="2025-04-11T08:02:49.778" v="5084" actId="26606"/>
          <ac:picMkLst>
            <pc:docMk/>
            <pc:sldMk cId="3063334566" sldId="279"/>
            <ac:picMk id="19" creationId="{77CE03F7-0B3E-496D-9B90-C00E185FB30F}"/>
          </ac:picMkLst>
        </pc:picChg>
        <pc:picChg chg="del">
          <ac:chgData name="Phyo Thaw" userId="16eb5ffc8e637809" providerId="LiveId" clId="{297C8A2B-5CF5-4B01-A5AD-C37A4993D11E}" dt="2025-04-11T07:59:37.055" v="5002" actId="478"/>
          <ac:picMkLst>
            <pc:docMk/>
            <pc:sldMk cId="3063334566" sldId="279"/>
            <ac:picMk id="21" creationId="{00895C36-3C16-1B03-2C0C-45D9003BA9EB}"/>
          </ac:picMkLst>
        </pc:picChg>
        <pc:picChg chg="del">
          <ac:chgData name="Phyo Thaw" userId="16eb5ffc8e637809" providerId="LiveId" clId="{297C8A2B-5CF5-4B01-A5AD-C37A4993D11E}" dt="2025-04-11T07:59:37.055" v="5002" actId="478"/>
          <ac:picMkLst>
            <pc:docMk/>
            <pc:sldMk cId="3063334566" sldId="279"/>
            <ac:picMk id="23" creationId="{6C0CD4A6-5B0F-754F-B281-77E7F38021B1}"/>
          </ac:picMkLst>
        </pc:picChg>
        <pc:picChg chg="add">
          <ac:chgData name="Phyo Thaw" userId="16eb5ffc8e637809" providerId="LiveId" clId="{297C8A2B-5CF5-4B01-A5AD-C37A4993D11E}" dt="2025-04-11T08:02:49.778" v="5084" actId="26606"/>
          <ac:picMkLst>
            <pc:docMk/>
            <pc:sldMk cId="3063334566" sldId="279"/>
            <ac:picMk id="24" creationId="{21CB8282-44AF-40D0-A7E2-03734788DC49}"/>
          </ac:picMkLst>
        </pc:picChg>
      </pc:sldChg>
      <pc:sldChg chg="addSp delSp modSp new mod setBg setClrOvrMap">
        <pc:chgData name="Phyo Thaw" userId="16eb5ffc8e637809" providerId="LiveId" clId="{297C8A2B-5CF5-4B01-A5AD-C37A4993D11E}" dt="2025-04-11T08:54:38.409" v="5448" actId="20577"/>
        <pc:sldMkLst>
          <pc:docMk/>
          <pc:sldMk cId="2891253236" sldId="280"/>
        </pc:sldMkLst>
        <pc:spChg chg="mod">
          <ac:chgData name="Phyo Thaw" userId="16eb5ffc8e637809" providerId="LiveId" clId="{297C8A2B-5CF5-4B01-A5AD-C37A4993D11E}" dt="2025-04-11T08:54:38.409" v="5448" actId="20577"/>
          <ac:spMkLst>
            <pc:docMk/>
            <pc:sldMk cId="2891253236" sldId="280"/>
            <ac:spMk id="2" creationId="{F183EF98-288B-4277-4C39-95D2787BA503}"/>
          </ac:spMkLst>
        </pc:spChg>
        <pc:spChg chg="del">
          <ac:chgData name="Phyo Thaw" userId="16eb5ffc8e637809" providerId="LiveId" clId="{297C8A2B-5CF5-4B01-A5AD-C37A4993D11E}" dt="2025-04-11T08:08:34.731" v="5168" actId="26606"/>
          <ac:spMkLst>
            <pc:docMk/>
            <pc:sldMk cId="2891253236" sldId="280"/>
            <ac:spMk id="3" creationId="{3AC29E9B-F7A7-2546-5ABF-39CA3BD13A4C}"/>
          </ac:spMkLst>
        </pc:spChg>
        <pc:spChg chg="add">
          <ac:chgData name="Phyo Thaw" userId="16eb5ffc8e637809" providerId="LiveId" clId="{297C8A2B-5CF5-4B01-A5AD-C37A4993D11E}" dt="2025-04-11T08:08:34.731" v="5168" actId="26606"/>
          <ac:spMkLst>
            <pc:docMk/>
            <pc:sldMk cId="2891253236" sldId="280"/>
            <ac:spMk id="13" creationId="{B40FCD49-2060-48B9-8212-8A5F1DF4726F}"/>
          </ac:spMkLst>
        </pc:spChg>
        <pc:picChg chg="add">
          <ac:chgData name="Phyo Thaw" userId="16eb5ffc8e637809" providerId="LiveId" clId="{297C8A2B-5CF5-4B01-A5AD-C37A4993D11E}" dt="2025-04-11T08:08:34.731" v="5168" actId="26606"/>
          <ac:picMkLst>
            <pc:docMk/>
            <pc:sldMk cId="2891253236" sldId="280"/>
            <ac:picMk id="5" creationId="{A9DEE1C0-D67B-5B13-7D43-3BA387119777}"/>
          </ac:picMkLst>
        </pc:picChg>
        <pc:picChg chg="add">
          <ac:chgData name="Phyo Thaw" userId="16eb5ffc8e637809" providerId="LiveId" clId="{297C8A2B-5CF5-4B01-A5AD-C37A4993D11E}" dt="2025-04-11T08:08:34.731" v="5168" actId="26606"/>
          <ac:picMkLst>
            <pc:docMk/>
            <pc:sldMk cId="2891253236" sldId="280"/>
            <ac:picMk id="9" creationId="{22790EC5-ACA7-4536-8066-B60199F3C6DF}"/>
          </ac:picMkLst>
        </pc:picChg>
        <pc:picChg chg="add">
          <ac:chgData name="Phyo Thaw" userId="16eb5ffc8e637809" providerId="LiveId" clId="{297C8A2B-5CF5-4B01-A5AD-C37A4993D11E}" dt="2025-04-11T08:08:34.731" v="5168" actId="26606"/>
          <ac:picMkLst>
            <pc:docMk/>
            <pc:sldMk cId="2891253236" sldId="280"/>
            <ac:picMk id="11" creationId="{CAD20AEA-7CAF-4A83-BE2E-EAF010B8B7FC}"/>
          </ac:picMkLst>
        </pc:picChg>
        <pc:picChg chg="add">
          <ac:chgData name="Phyo Thaw" userId="16eb5ffc8e637809" providerId="LiveId" clId="{297C8A2B-5CF5-4B01-A5AD-C37A4993D11E}" dt="2025-04-11T08:08:34.731" v="5168" actId="26606"/>
          <ac:picMkLst>
            <pc:docMk/>
            <pc:sldMk cId="2891253236" sldId="280"/>
            <ac:picMk id="15" creationId="{83A45DCD-B5FB-4A86-88D2-91088C7FFC5F}"/>
          </ac:picMkLst>
        </pc:picChg>
      </pc:sldChg>
      <pc:sldChg chg="add del ord">
        <pc:chgData name="Phyo Thaw" userId="16eb5ffc8e637809" providerId="LiveId" clId="{297C8A2B-5CF5-4B01-A5AD-C37A4993D11E}" dt="2025-04-11T08:08:45.693" v="5169" actId="47"/>
        <pc:sldMkLst>
          <pc:docMk/>
          <pc:sldMk cId="79153299" sldId="281"/>
        </pc:sldMkLst>
      </pc:sldChg>
      <pc:sldChg chg="addSp delSp modSp add mod ord">
        <pc:chgData name="Phyo Thaw" userId="16eb5ffc8e637809" providerId="LiveId" clId="{297C8A2B-5CF5-4B01-A5AD-C37A4993D11E}" dt="2025-04-11T08:59:22.108" v="5502" actId="21"/>
        <pc:sldMkLst>
          <pc:docMk/>
          <pc:sldMk cId="2425934504" sldId="281"/>
        </pc:sldMkLst>
        <pc:spChg chg="mod">
          <ac:chgData name="Phyo Thaw" userId="16eb5ffc8e637809" providerId="LiveId" clId="{297C8A2B-5CF5-4B01-A5AD-C37A4993D11E}" dt="2025-04-11T08:21:05.348" v="5385" actId="20577"/>
          <ac:spMkLst>
            <pc:docMk/>
            <pc:sldMk cId="2425934504" sldId="281"/>
            <ac:spMk id="2" creationId="{75CC76CF-B402-C7B7-A57D-AEC191C9708D}"/>
          </ac:spMkLst>
        </pc:spChg>
        <pc:spChg chg="add del mod">
          <ac:chgData name="Phyo Thaw" userId="16eb5ffc8e637809" providerId="LiveId" clId="{297C8A2B-5CF5-4B01-A5AD-C37A4993D11E}" dt="2025-04-11T08:59:22.108" v="5502" actId="21"/>
          <ac:spMkLst>
            <pc:docMk/>
            <pc:sldMk cId="2425934504" sldId="281"/>
            <ac:spMk id="3" creationId="{14E61ED3-2DA5-8E5A-7541-F505E30BA41B}"/>
          </ac:spMkLst>
        </pc:spChg>
        <pc:spChg chg="add mod">
          <ac:chgData name="Phyo Thaw" userId="16eb5ffc8e637809" providerId="LiveId" clId="{297C8A2B-5CF5-4B01-A5AD-C37A4993D11E}" dt="2025-04-11T08:18:21.411" v="5323" actId="20577"/>
          <ac:spMkLst>
            <pc:docMk/>
            <pc:sldMk cId="2425934504" sldId="281"/>
            <ac:spMk id="6" creationId="{47662FD8-BADA-090B-A799-7FD1A93073EF}"/>
          </ac:spMkLst>
        </pc:spChg>
        <pc:spChg chg="add mod">
          <ac:chgData name="Phyo Thaw" userId="16eb5ffc8e637809" providerId="LiveId" clId="{297C8A2B-5CF5-4B01-A5AD-C37A4993D11E}" dt="2025-04-11T08:18:31.005" v="5344" actId="20577"/>
          <ac:spMkLst>
            <pc:docMk/>
            <pc:sldMk cId="2425934504" sldId="281"/>
            <ac:spMk id="7" creationId="{0FE8840F-DFAE-CC13-32DA-B5AFC016B296}"/>
          </ac:spMkLst>
        </pc:spChg>
        <pc:spChg chg="add mod">
          <ac:chgData name="Phyo Thaw" userId="16eb5ffc8e637809" providerId="LiveId" clId="{297C8A2B-5CF5-4B01-A5AD-C37A4993D11E}" dt="2025-04-11T08:30:53.674" v="5418" actId="20577"/>
          <ac:spMkLst>
            <pc:docMk/>
            <pc:sldMk cId="2425934504" sldId="281"/>
            <ac:spMk id="9" creationId="{888DCA64-AC90-D3B0-3A6D-D6F8A64392F2}"/>
          </ac:spMkLst>
        </pc:spChg>
        <pc:spChg chg="del">
          <ac:chgData name="Phyo Thaw" userId="16eb5ffc8e637809" providerId="LiveId" clId="{297C8A2B-5CF5-4B01-A5AD-C37A4993D11E}" dt="2025-04-11T08:09:23.670" v="5174" actId="478"/>
          <ac:spMkLst>
            <pc:docMk/>
            <pc:sldMk cId="2425934504" sldId="281"/>
            <ac:spMk id="13" creationId="{38E2C2AB-9DEC-D3BC-1E2F-08647CD3DCDD}"/>
          </ac:spMkLst>
        </pc:spChg>
        <pc:graphicFrameChg chg="add del mod modGraphic">
          <ac:chgData name="Phyo Thaw" userId="16eb5ffc8e637809" providerId="LiveId" clId="{297C8A2B-5CF5-4B01-A5AD-C37A4993D11E}" dt="2025-04-11T08:19:59.334" v="5355" actId="21"/>
          <ac:graphicFrameMkLst>
            <pc:docMk/>
            <pc:sldMk cId="2425934504" sldId="281"/>
            <ac:graphicFrameMk id="3" creationId="{24A6AE03-ED22-94FF-E627-A527756FF41E}"/>
          </ac:graphicFrameMkLst>
        </pc:graphicFrameChg>
        <pc:graphicFrameChg chg="add del modGraphic">
          <ac:chgData name="Phyo Thaw" userId="16eb5ffc8e637809" providerId="LiveId" clId="{297C8A2B-5CF5-4B01-A5AD-C37A4993D11E}" dt="2025-04-11T08:15:02.635" v="5238" actId="478"/>
          <ac:graphicFrameMkLst>
            <pc:docMk/>
            <pc:sldMk cId="2425934504" sldId="281"/>
            <ac:graphicFrameMk id="4" creationId="{E1BC4918-DF75-9377-E9F6-FB97B010FF6E}"/>
          </ac:graphicFrameMkLst>
        </pc:graphicFrameChg>
        <pc:graphicFrameChg chg="add mod">
          <ac:chgData name="Phyo Thaw" userId="16eb5ffc8e637809" providerId="LiveId" clId="{297C8A2B-5CF5-4B01-A5AD-C37A4993D11E}" dt="2025-04-11T08:20:00.399" v="5356"/>
          <ac:graphicFrameMkLst>
            <pc:docMk/>
            <pc:sldMk cId="2425934504" sldId="281"/>
            <ac:graphicFrameMk id="8" creationId="{24A6AE03-ED22-94FF-E627-A527756FF41E}"/>
          </ac:graphicFrameMkLst>
        </pc:graphicFrameChg>
        <pc:picChg chg="del">
          <ac:chgData name="Phyo Thaw" userId="16eb5ffc8e637809" providerId="LiveId" clId="{297C8A2B-5CF5-4B01-A5AD-C37A4993D11E}" dt="2025-04-11T08:09:20.914" v="5173" actId="478"/>
          <ac:picMkLst>
            <pc:docMk/>
            <pc:sldMk cId="2425934504" sldId="281"/>
            <ac:picMk id="5" creationId="{991BA55E-2EB4-7CD7-0E7A-782001698892}"/>
          </ac:picMkLst>
        </pc:picChg>
      </pc:sldChg>
      <pc:sldChg chg="new del">
        <pc:chgData name="Phyo Thaw" userId="16eb5ffc8e637809" providerId="LiveId" clId="{297C8A2B-5CF5-4B01-A5AD-C37A4993D11E}" dt="2025-04-11T08:20:42.649" v="5358" actId="680"/>
        <pc:sldMkLst>
          <pc:docMk/>
          <pc:sldMk cId="545067859" sldId="282"/>
        </pc:sldMkLst>
      </pc:sldChg>
      <pc:sldChg chg="new del">
        <pc:chgData name="Phyo Thaw" userId="16eb5ffc8e637809" providerId="LiveId" clId="{297C8A2B-5CF5-4B01-A5AD-C37A4993D11E}" dt="2025-04-11T08:54:41.948" v="5449" actId="47"/>
        <pc:sldMkLst>
          <pc:docMk/>
          <pc:sldMk cId="1049374397" sldId="282"/>
        </pc:sldMkLst>
      </pc:sldChg>
      <pc:sldChg chg="new del">
        <pc:chgData name="Phyo Thaw" userId="16eb5ffc8e637809" providerId="LiveId" clId="{297C8A2B-5CF5-4B01-A5AD-C37A4993D11E}" dt="2025-04-11T08:24:57.634" v="5389" actId="47"/>
        <pc:sldMkLst>
          <pc:docMk/>
          <pc:sldMk cId="1188506315" sldId="282"/>
        </pc:sldMkLst>
      </pc:sldChg>
      <pc:sldChg chg="addSp delSp modSp add mod">
        <pc:chgData name="Phyo Thaw" userId="16eb5ffc8e637809" providerId="LiveId" clId="{297C8A2B-5CF5-4B01-A5AD-C37A4993D11E}" dt="2025-04-11T09:00:39.354" v="5554" actId="1076"/>
        <pc:sldMkLst>
          <pc:docMk/>
          <pc:sldMk cId="3210584133" sldId="282"/>
        </pc:sldMkLst>
        <pc:spChg chg="mod">
          <ac:chgData name="Phyo Thaw" userId="16eb5ffc8e637809" providerId="LiveId" clId="{297C8A2B-5CF5-4B01-A5AD-C37A4993D11E}" dt="2025-04-11T08:54:54.982" v="5467" actId="20577"/>
          <ac:spMkLst>
            <pc:docMk/>
            <pc:sldMk cId="3210584133" sldId="282"/>
            <ac:spMk id="2" creationId="{4D65E3E0-4F77-9289-FF1C-37847D88FFAC}"/>
          </ac:spMkLst>
        </pc:spChg>
        <pc:spChg chg="del">
          <ac:chgData name="Phyo Thaw" userId="16eb5ffc8e637809" providerId="LiveId" clId="{297C8A2B-5CF5-4B01-A5AD-C37A4993D11E}" dt="2025-04-11T08:55:00.355" v="5468" actId="478"/>
          <ac:spMkLst>
            <pc:docMk/>
            <pc:sldMk cId="3210584133" sldId="282"/>
            <ac:spMk id="3" creationId="{61226F49-0A5B-CDCB-60BE-4491EFC08FCA}"/>
          </ac:spMkLst>
        </pc:spChg>
        <pc:spChg chg="del">
          <ac:chgData name="Phyo Thaw" userId="16eb5ffc8e637809" providerId="LiveId" clId="{297C8A2B-5CF5-4B01-A5AD-C37A4993D11E}" dt="2025-04-11T08:55:00.355" v="5468" actId="478"/>
          <ac:spMkLst>
            <pc:docMk/>
            <pc:sldMk cId="3210584133" sldId="282"/>
            <ac:spMk id="6" creationId="{DE33C599-5448-2C51-FEF7-CAB486D96CE6}"/>
          </ac:spMkLst>
        </pc:spChg>
        <pc:spChg chg="del">
          <ac:chgData name="Phyo Thaw" userId="16eb5ffc8e637809" providerId="LiveId" clId="{297C8A2B-5CF5-4B01-A5AD-C37A4993D11E}" dt="2025-04-11T08:55:00.355" v="5468" actId="478"/>
          <ac:spMkLst>
            <pc:docMk/>
            <pc:sldMk cId="3210584133" sldId="282"/>
            <ac:spMk id="7" creationId="{B65898A8-9772-E72F-B92A-CCD5EE63B85D}"/>
          </ac:spMkLst>
        </pc:spChg>
        <pc:spChg chg="del">
          <ac:chgData name="Phyo Thaw" userId="16eb5ffc8e637809" providerId="LiveId" clId="{297C8A2B-5CF5-4B01-A5AD-C37A4993D11E}" dt="2025-04-11T08:55:00.355" v="5468" actId="478"/>
          <ac:spMkLst>
            <pc:docMk/>
            <pc:sldMk cId="3210584133" sldId="282"/>
            <ac:spMk id="9" creationId="{97AB2154-ECD9-B844-ACB7-9651879C5F8D}"/>
          </ac:spMkLst>
        </pc:spChg>
        <pc:spChg chg="add mod">
          <ac:chgData name="Phyo Thaw" userId="16eb5ffc8e637809" providerId="LiveId" clId="{297C8A2B-5CF5-4B01-A5AD-C37A4993D11E}" dt="2025-04-11T09:00:33.501" v="5552" actId="1076"/>
          <ac:spMkLst>
            <pc:docMk/>
            <pc:sldMk cId="3210584133" sldId="282"/>
            <ac:spMk id="12" creationId="{A0808865-9CC9-99DB-CD7F-CA464786F48E}"/>
          </ac:spMkLst>
        </pc:spChg>
        <pc:spChg chg="add mod">
          <ac:chgData name="Phyo Thaw" userId="16eb5ffc8e637809" providerId="LiveId" clId="{297C8A2B-5CF5-4B01-A5AD-C37A4993D11E}" dt="2025-04-11T09:00:30.070" v="5551" actId="14100"/>
          <ac:spMkLst>
            <pc:docMk/>
            <pc:sldMk cId="3210584133" sldId="282"/>
            <ac:spMk id="13" creationId="{14E61ED3-2DA5-8E5A-7541-F505E30BA41B}"/>
          </ac:spMkLst>
        </pc:spChg>
        <pc:graphicFrameChg chg="del">
          <ac:chgData name="Phyo Thaw" userId="16eb5ffc8e637809" providerId="LiveId" clId="{297C8A2B-5CF5-4B01-A5AD-C37A4993D11E}" dt="2025-04-11T08:55:00.355" v="5468" actId="478"/>
          <ac:graphicFrameMkLst>
            <pc:docMk/>
            <pc:sldMk cId="3210584133" sldId="282"/>
            <ac:graphicFrameMk id="8" creationId="{468EABCD-6896-4078-91E8-7E486C07CF0B}"/>
          </ac:graphicFrameMkLst>
        </pc:graphicFrameChg>
        <pc:picChg chg="add mod">
          <ac:chgData name="Phyo Thaw" userId="16eb5ffc8e637809" providerId="LiveId" clId="{297C8A2B-5CF5-4B01-A5AD-C37A4993D11E}" dt="2025-04-11T08:58:21.501" v="5489" actId="1076"/>
          <ac:picMkLst>
            <pc:docMk/>
            <pc:sldMk cId="3210584133" sldId="282"/>
            <ac:picMk id="5" creationId="{7EF7D0CC-744C-3AE8-1DD6-F7BB86E1C513}"/>
          </ac:picMkLst>
        </pc:picChg>
        <pc:picChg chg="add mod">
          <ac:chgData name="Phyo Thaw" userId="16eb5ffc8e637809" providerId="LiveId" clId="{297C8A2B-5CF5-4B01-A5AD-C37A4993D11E}" dt="2025-04-11T09:00:39.354" v="5554" actId="1076"/>
          <ac:picMkLst>
            <pc:docMk/>
            <pc:sldMk cId="3210584133" sldId="282"/>
            <ac:picMk id="11" creationId="{365D4024-D86A-F1DD-1BE7-ED8969F8E110}"/>
          </ac:picMkLst>
        </pc:picChg>
      </pc:sldChg>
      <pc:sldChg chg="add del">
        <pc:chgData name="Phyo Thaw" userId="16eb5ffc8e637809" providerId="LiveId" clId="{297C8A2B-5CF5-4B01-A5AD-C37A4993D11E}" dt="2025-04-11T08:20:50.502" v="5360" actId="47"/>
        <pc:sldMkLst>
          <pc:docMk/>
          <pc:sldMk cId="3273795097" sldId="282"/>
        </pc:sldMkLst>
      </pc:sldChg>
      <pc:sldChg chg="addSp delSp modSp new mod setBg setClrOvrMap delDesignElem chgLayout">
        <pc:chgData name="Phyo Thaw" userId="16eb5ffc8e637809" providerId="LiveId" clId="{297C8A2B-5CF5-4B01-A5AD-C37A4993D11E}" dt="2025-04-11T09:02:22.790" v="5580" actId="26606"/>
        <pc:sldMkLst>
          <pc:docMk/>
          <pc:sldMk cId="127317565" sldId="283"/>
        </pc:sldMkLst>
        <pc:spChg chg="mod ord">
          <ac:chgData name="Phyo Thaw" userId="16eb5ffc8e637809" providerId="LiveId" clId="{297C8A2B-5CF5-4B01-A5AD-C37A4993D11E}" dt="2025-04-11T09:02:22.790" v="5580" actId="26606"/>
          <ac:spMkLst>
            <pc:docMk/>
            <pc:sldMk cId="127317565" sldId="283"/>
            <ac:spMk id="2" creationId="{AD52CC20-AE1D-615B-22D1-A8A24D3B82CC}"/>
          </ac:spMkLst>
        </pc:spChg>
        <pc:spChg chg="add del">
          <ac:chgData name="Phyo Thaw" userId="16eb5ffc8e637809" providerId="LiveId" clId="{297C8A2B-5CF5-4B01-A5AD-C37A4993D11E}" dt="2025-04-11T09:01:00.674" v="5560" actId="26606"/>
          <ac:spMkLst>
            <pc:docMk/>
            <pc:sldMk cId="127317565" sldId="283"/>
            <ac:spMk id="3" creationId="{CCCB90F8-E501-4847-F089-B4E0BC7AFE42}"/>
          </ac:spMkLst>
        </pc:spChg>
        <pc:spChg chg="add del mod ord">
          <ac:chgData name="Phyo Thaw" userId="16eb5ffc8e637809" providerId="LiveId" clId="{297C8A2B-5CF5-4B01-A5AD-C37A4993D11E}" dt="2025-04-11T09:02:22.790" v="5580" actId="26606"/>
          <ac:spMkLst>
            <pc:docMk/>
            <pc:sldMk cId="127317565" sldId="283"/>
            <ac:spMk id="4" creationId="{10444E9F-93B3-AB51-49D9-720BECAE19C7}"/>
          </ac:spMkLst>
        </pc:spChg>
        <pc:spChg chg="add del">
          <ac:chgData name="Phyo Thaw" userId="16eb5ffc8e637809" providerId="LiveId" clId="{297C8A2B-5CF5-4B01-A5AD-C37A4993D11E}" dt="2025-04-11T09:01:00.595" v="5559" actId="26606"/>
          <ac:spMkLst>
            <pc:docMk/>
            <pc:sldMk cId="127317565" sldId="283"/>
            <ac:spMk id="12" creationId="{864672EB-02A8-48AB-BCFB-00B78DBA6A1E}"/>
          </ac:spMkLst>
        </pc:spChg>
        <pc:spChg chg="add del">
          <ac:chgData name="Phyo Thaw" userId="16eb5ffc8e637809" providerId="LiveId" clId="{297C8A2B-5CF5-4B01-A5AD-C37A4993D11E}" dt="2025-04-11T09:01:20.909" v="5575" actId="26606"/>
          <ac:spMkLst>
            <pc:docMk/>
            <pc:sldMk cId="127317565" sldId="283"/>
            <ac:spMk id="13" creationId="{4E50CAEE-CAC0-4F18-9593-F09A3338C1A8}"/>
          </ac:spMkLst>
        </pc:spChg>
        <pc:spChg chg="add del">
          <ac:chgData name="Phyo Thaw" userId="16eb5ffc8e637809" providerId="LiveId" clId="{297C8A2B-5CF5-4B01-A5AD-C37A4993D11E}" dt="2025-04-11T09:01:00.595" v="5559" actId="26606"/>
          <ac:spMkLst>
            <pc:docMk/>
            <pc:sldMk cId="127317565" sldId="283"/>
            <ac:spMk id="14" creationId="{7255A803-13A1-44E9-ACA9-889A5CC39BB5}"/>
          </ac:spMkLst>
        </pc:spChg>
        <pc:spChg chg="add del">
          <ac:chgData name="Phyo Thaw" userId="16eb5ffc8e637809" providerId="LiveId" clId="{297C8A2B-5CF5-4B01-A5AD-C37A4993D11E}" dt="2025-04-11T09:01:00.595" v="5559" actId="26606"/>
          <ac:spMkLst>
            <pc:docMk/>
            <pc:sldMk cId="127317565" sldId="283"/>
            <ac:spMk id="16" creationId="{BC82C52F-0333-430E-AF00-FA48A518A1A5}"/>
          </ac:spMkLst>
        </pc:spChg>
        <pc:spChg chg="add del">
          <ac:chgData name="Phyo Thaw" userId="16eb5ffc8e637809" providerId="LiveId" clId="{297C8A2B-5CF5-4B01-A5AD-C37A4993D11E}" dt="2025-04-11T09:01:26.279" v="5579" actId="700"/>
          <ac:spMkLst>
            <pc:docMk/>
            <pc:sldMk cId="127317565" sldId="283"/>
            <ac:spMk id="28" creationId="{4E50CAEE-CAC0-4F18-9593-F09A3338C1A8}"/>
          </ac:spMkLst>
        </pc:spChg>
        <pc:spChg chg="add del">
          <ac:chgData name="Phyo Thaw" userId="16eb5ffc8e637809" providerId="LiveId" clId="{297C8A2B-5CF5-4B01-A5AD-C37A4993D11E}" dt="2025-04-11T09:01:24.277" v="5577" actId="26606"/>
          <ac:spMkLst>
            <pc:docMk/>
            <pc:sldMk cId="127317565" sldId="283"/>
            <ac:spMk id="33" creationId="{B40FCD49-2060-48B9-8212-8A5F1DF4726F}"/>
          </ac:spMkLst>
        </pc:spChg>
        <pc:spChg chg="add">
          <ac:chgData name="Phyo Thaw" userId="16eb5ffc8e637809" providerId="LiveId" clId="{297C8A2B-5CF5-4B01-A5AD-C37A4993D11E}" dt="2025-04-11T09:02:22.790" v="5580" actId="26606"/>
          <ac:spMkLst>
            <pc:docMk/>
            <pc:sldMk cId="127317565" sldId="283"/>
            <ac:spMk id="36" creationId="{B40FCD49-2060-48B9-8212-8A5F1DF4726F}"/>
          </ac:spMkLst>
        </pc:spChg>
        <pc:picChg chg="add del">
          <ac:chgData name="Phyo Thaw" userId="16eb5ffc8e637809" providerId="LiveId" clId="{297C8A2B-5CF5-4B01-A5AD-C37A4993D11E}" dt="2025-04-11T09:01:24.277" v="5577" actId="26606"/>
          <ac:picMkLst>
            <pc:docMk/>
            <pc:sldMk cId="127317565" sldId="283"/>
            <ac:picMk id="6" creationId="{1EAD012D-6C52-8027-EF67-A60302E730AA}"/>
          </ac:picMkLst>
        </pc:picChg>
        <pc:picChg chg="add">
          <ac:chgData name="Phyo Thaw" userId="16eb5ffc8e637809" providerId="LiveId" clId="{297C8A2B-5CF5-4B01-A5AD-C37A4993D11E}" dt="2025-04-11T09:02:22.790" v="5580" actId="26606"/>
          <ac:picMkLst>
            <pc:docMk/>
            <pc:sldMk cId="127317565" sldId="283"/>
            <ac:picMk id="7" creationId="{22790EC5-ACA7-4536-8066-B60199F3C6DF}"/>
          </ac:picMkLst>
        </pc:picChg>
        <pc:picChg chg="add del">
          <ac:chgData name="Phyo Thaw" userId="16eb5ffc8e637809" providerId="LiveId" clId="{297C8A2B-5CF5-4B01-A5AD-C37A4993D11E}" dt="2025-04-11T09:01:00.595" v="5559" actId="26606"/>
          <ac:picMkLst>
            <pc:docMk/>
            <pc:sldMk cId="127317565" sldId="283"/>
            <ac:picMk id="8" creationId="{9A0F0AC6-A89F-416B-9FA4-48E664065E73}"/>
          </ac:picMkLst>
        </pc:picChg>
        <pc:picChg chg="add del">
          <ac:chgData name="Phyo Thaw" userId="16eb5ffc8e637809" providerId="LiveId" clId="{297C8A2B-5CF5-4B01-A5AD-C37A4993D11E}" dt="2025-04-11T09:01:20.909" v="5575" actId="26606"/>
          <ac:picMkLst>
            <pc:docMk/>
            <pc:sldMk cId="127317565" sldId="283"/>
            <ac:picMk id="9" creationId="{9A0F0AC6-A89F-416B-9FA4-48E664065E73}"/>
          </ac:picMkLst>
        </pc:picChg>
        <pc:picChg chg="add del">
          <ac:chgData name="Phyo Thaw" userId="16eb5ffc8e637809" providerId="LiveId" clId="{297C8A2B-5CF5-4B01-A5AD-C37A4993D11E}" dt="2025-04-11T09:01:00.595" v="5559" actId="26606"/>
          <ac:picMkLst>
            <pc:docMk/>
            <pc:sldMk cId="127317565" sldId="283"/>
            <ac:picMk id="10" creationId="{C31AA009-40AD-4098-8AE7-680CA35C6EAA}"/>
          </ac:picMkLst>
        </pc:picChg>
        <pc:picChg chg="add del">
          <ac:chgData name="Phyo Thaw" userId="16eb5ffc8e637809" providerId="LiveId" clId="{297C8A2B-5CF5-4B01-A5AD-C37A4993D11E}" dt="2025-04-11T09:01:20.909" v="5575" actId="26606"/>
          <ac:picMkLst>
            <pc:docMk/>
            <pc:sldMk cId="127317565" sldId="283"/>
            <ac:picMk id="11" creationId="{C31AA009-40AD-4098-8AE7-680CA35C6EAA}"/>
          </ac:picMkLst>
        </pc:picChg>
        <pc:picChg chg="add del">
          <ac:chgData name="Phyo Thaw" userId="16eb5ffc8e637809" providerId="LiveId" clId="{297C8A2B-5CF5-4B01-A5AD-C37A4993D11E}" dt="2025-04-11T09:01:20.909" v="5575" actId="26606"/>
          <ac:picMkLst>
            <pc:docMk/>
            <pc:sldMk cId="127317565" sldId="283"/>
            <ac:picMk id="15" creationId="{D2DA77D5-12C4-446D-AC72-A514960A553E}"/>
          </ac:picMkLst>
        </pc:picChg>
        <pc:picChg chg="add del">
          <ac:chgData name="Phyo Thaw" userId="16eb5ffc8e637809" providerId="LiveId" clId="{297C8A2B-5CF5-4B01-A5AD-C37A4993D11E}" dt="2025-04-11T09:01:20.909" v="5575" actId="26606"/>
          <ac:picMkLst>
            <pc:docMk/>
            <pc:sldMk cId="127317565" sldId="283"/>
            <ac:picMk id="17" creationId="{19E04E4F-6B32-4651-ACE0-DACABF1FC254}"/>
          </ac:picMkLst>
        </pc:picChg>
        <pc:picChg chg="add del">
          <ac:chgData name="Phyo Thaw" userId="16eb5ffc8e637809" providerId="LiveId" clId="{297C8A2B-5CF5-4B01-A5AD-C37A4993D11E}" dt="2025-04-11T09:01:00.595" v="5559" actId="26606"/>
          <ac:picMkLst>
            <pc:docMk/>
            <pc:sldMk cId="127317565" sldId="283"/>
            <ac:picMk id="18" creationId="{BE9CCFFE-A385-4D35-8504-960F050EF7F8}"/>
          </ac:picMkLst>
        </pc:picChg>
        <pc:picChg chg="add del">
          <ac:chgData name="Phyo Thaw" userId="16eb5ffc8e637809" providerId="LiveId" clId="{297C8A2B-5CF5-4B01-A5AD-C37A4993D11E}" dt="2025-04-11T09:01:20.909" v="5575" actId="26606"/>
          <ac:picMkLst>
            <pc:docMk/>
            <pc:sldMk cId="127317565" sldId="283"/>
            <ac:picMk id="19" creationId="{13D4F2B0-7771-46FC-9763-240E8F55F14D}"/>
          </ac:picMkLst>
        </pc:picChg>
        <pc:picChg chg="add del">
          <ac:chgData name="Phyo Thaw" userId="16eb5ffc8e637809" providerId="LiveId" clId="{297C8A2B-5CF5-4B01-A5AD-C37A4993D11E}" dt="2025-04-11T09:01:20.909" v="5575" actId="26606"/>
          <ac:picMkLst>
            <pc:docMk/>
            <pc:sldMk cId="127317565" sldId="283"/>
            <ac:picMk id="21" creationId="{6164F387-6750-4AFF-8A10-65C64D31ECA3}"/>
          </ac:picMkLst>
        </pc:picChg>
        <pc:picChg chg="add del">
          <ac:chgData name="Phyo Thaw" userId="16eb5ffc8e637809" providerId="LiveId" clId="{297C8A2B-5CF5-4B01-A5AD-C37A4993D11E}" dt="2025-04-11T09:01:00.595" v="5559" actId="26606"/>
          <ac:picMkLst>
            <pc:docMk/>
            <pc:sldMk cId="127317565" sldId="283"/>
            <ac:picMk id="22" creationId="{5316A1D8-3445-4B94-B595-2285C05EEEBE}"/>
          </ac:picMkLst>
        </pc:picChg>
        <pc:picChg chg="add del">
          <ac:chgData name="Phyo Thaw" userId="16eb5ffc8e637809" providerId="LiveId" clId="{297C8A2B-5CF5-4B01-A5AD-C37A4993D11E}" dt="2025-04-11T09:01:24.277" v="5577" actId="26606"/>
          <ac:picMkLst>
            <pc:docMk/>
            <pc:sldMk cId="127317565" sldId="283"/>
            <ac:picMk id="23" creationId="{22790EC5-ACA7-4536-8066-B60199F3C6DF}"/>
          </ac:picMkLst>
        </pc:picChg>
        <pc:picChg chg="add del">
          <ac:chgData name="Phyo Thaw" userId="16eb5ffc8e637809" providerId="LiveId" clId="{297C8A2B-5CF5-4B01-A5AD-C37A4993D11E}" dt="2025-04-11T09:01:00.595" v="5559" actId="26606"/>
          <ac:picMkLst>
            <pc:docMk/>
            <pc:sldMk cId="127317565" sldId="283"/>
            <ac:picMk id="24" creationId="{2FA7483C-C90B-453F-AB53-60D8FDE6D3F6}"/>
          </ac:picMkLst>
        </pc:picChg>
        <pc:picChg chg="add del">
          <ac:chgData name="Phyo Thaw" userId="16eb5ffc8e637809" providerId="LiveId" clId="{297C8A2B-5CF5-4B01-A5AD-C37A4993D11E}" dt="2025-04-11T09:01:24.277" v="5577" actId="26606"/>
          <ac:picMkLst>
            <pc:docMk/>
            <pc:sldMk cId="127317565" sldId="283"/>
            <ac:picMk id="25" creationId="{CAD20AEA-7CAF-4A83-BE2E-EAF010B8B7FC}"/>
          </ac:picMkLst>
        </pc:picChg>
        <pc:picChg chg="add del">
          <ac:chgData name="Phyo Thaw" userId="16eb5ffc8e637809" providerId="LiveId" clId="{297C8A2B-5CF5-4B01-A5AD-C37A4993D11E}" dt="2025-04-11T09:01:26.279" v="5579" actId="700"/>
          <ac:picMkLst>
            <pc:docMk/>
            <pc:sldMk cId="127317565" sldId="283"/>
            <ac:picMk id="26" creationId="{9A0F0AC6-A89F-416B-9FA4-48E664065E73}"/>
          </ac:picMkLst>
        </pc:picChg>
        <pc:picChg chg="add del">
          <ac:chgData name="Phyo Thaw" userId="16eb5ffc8e637809" providerId="LiveId" clId="{297C8A2B-5CF5-4B01-A5AD-C37A4993D11E}" dt="2025-04-11T09:01:26.279" v="5579" actId="700"/>
          <ac:picMkLst>
            <pc:docMk/>
            <pc:sldMk cId="127317565" sldId="283"/>
            <ac:picMk id="27" creationId="{C31AA009-40AD-4098-8AE7-680CA35C6EAA}"/>
          </ac:picMkLst>
        </pc:picChg>
        <pc:picChg chg="add del">
          <ac:chgData name="Phyo Thaw" userId="16eb5ffc8e637809" providerId="LiveId" clId="{297C8A2B-5CF5-4B01-A5AD-C37A4993D11E}" dt="2025-04-11T09:01:26.279" v="5579" actId="700"/>
          <ac:picMkLst>
            <pc:docMk/>
            <pc:sldMk cId="127317565" sldId="283"/>
            <ac:picMk id="29" creationId="{D2DA77D5-12C4-446D-AC72-A514960A553E}"/>
          </ac:picMkLst>
        </pc:picChg>
        <pc:picChg chg="add del">
          <ac:chgData name="Phyo Thaw" userId="16eb5ffc8e637809" providerId="LiveId" clId="{297C8A2B-5CF5-4B01-A5AD-C37A4993D11E}" dt="2025-04-11T09:01:26.279" v="5579" actId="700"/>
          <ac:picMkLst>
            <pc:docMk/>
            <pc:sldMk cId="127317565" sldId="283"/>
            <ac:picMk id="30" creationId="{19E04E4F-6B32-4651-ACE0-DACABF1FC254}"/>
          </ac:picMkLst>
        </pc:picChg>
        <pc:picChg chg="add del">
          <ac:chgData name="Phyo Thaw" userId="16eb5ffc8e637809" providerId="LiveId" clId="{297C8A2B-5CF5-4B01-A5AD-C37A4993D11E}" dt="2025-04-11T09:01:26.279" v="5579" actId="700"/>
          <ac:picMkLst>
            <pc:docMk/>
            <pc:sldMk cId="127317565" sldId="283"/>
            <ac:picMk id="31" creationId="{13D4F2B0-7771-46FC-9763-240E8F55F14D}"/>
          </ac:picMkLst>
        </pc:picChg>
        <pc:picChg chg="add del">
          <ac:chgData name="Phyo Thaw" userId="16eb5ffc8e637809" providerId="LiveId" clId="{297C8A2B-5CF5-4B01-A5AD-C37A4993D11E}" dt="2025-04-11T09:01:26.279" v="5579" actId="700"/>
          <ac:picMkLst>
            <pc:docMk/>
            <pc:sldMk cId="127317565" sldId="283"/>
            <ac:picMk id="32" creationId="{6164F387-6750-4AFF-8A10-65C64D31ECA3}"/>
          </ac:picMkLst>
        </pc:picChg>
        <pc:picChg chg="add del">
          <ac:chgData name="Phyo Thaw" userId="16eb5ffc8e637809" providerId="LiveId" clId="{297C8A2B-5CF5-4B01-A5AD-C37A4993D11E}" dt="2025-04-11T09:01:24.277" v="5577" actId="26606"/>
          <ac:picMkLst>
            <pc:docMk/>
            <pc:sldMk cId="127317565" sldId="283"/>
            <ac:picMk id="34" creationId="{83A45DCD-B5FB-4A86-88D2-91088C7FFC5F}"/>
          </ac:picMkLst>
        </pc:picChg>
        <pc:picChg chg="add">
          <ac:chgData name="Phyo Thaw" userId="16eb5ffc8e637809" providerId="LiveId" clId="{297C8A2B-5CF5-4B01-A5AD-C37A4993D11E}" dt="2025-04-11T09:02:22.790" v="5580" actId="26606"/>
          <ac:picMkLst>
            <pc:docMk/>
            <pc:sldMk cId="127317565" sldId="283"/>
            <ac:picMk id="35" creationId="{CAD20AEA-7CAF-4A83-BE2E-EAF010B8B7FC}"/>
          </ac:picMkLst>
        </pc:picChg>
        <pc:picChg chg="add">
          <ac:chgData name="Phyo Thaw" userId="16eb5ffc8e637809" providerId="LiveId" clId="{297C8A2B-5CF5-4B01-A5AD-C37A4993D11E}" dt="2025-04-11T09:02:22.790" v="5580" actId="26606"/>
          <ac:picMkLst>
            <pc:docMk/>
            <pc:sldMk cId="127317565" sldId="283"/>
            <ac:picMk id="37" creationId="{B19D377B-F399-6CC9-8B87-C0F138A6EDD2}"/>
          </ac:picMkLst>
        </pc:picChg>
        <pc:picChg chg="add">
          <ac:chgData name="Phyo Thaw" userId="16eb5ffc8e637809" providerId="LiveId" clId="{297C8A2B-5CF5-4B01-A5AD-C37A4993D11E}" dt="2025-04-11T09:02:22.790" v="5580" actId="26606"/>
          <ac:picMkLst>
            <pc:docMk/>
            <pc:sldMk cId="127317565" sldId="283"/>
            <ac:picMk id="38" creationId="{83A45DCD-B5FB-4A86-88D2-91088C7FFC5F}"/>
          </ac:picMkLst>
        </pc:picChg>
      </pc:sldChg>
      <pc:sldChg chg="addSp delSp modSp new mod setBg">
        <pc:chgData name="Phyo Thaw" userId="16eb5ffc8e637809" providerId="LiveId" clId="{297C8A2B-5CF5-4B01-A5AD-C37A4993D11E}" dt="2025-04-11T09:14:03.874" v="5789" actId="12"/>
        <pc:sldMkLst>
          <pc:docMk/>
          <pc:sldMk cId="1573153957" sldId="284"/>
        </pc:sldMkLst>
        <pc:spChg chg="mod">
          <ac:chgData name="Phyo Thaw" userId="16eb5ffc8e637809" providerId="LiveId" clId="{297C8A2B-5CF5-4B01-A5AD-C37A4993D11E}" dt="2025-04-11T09:05:29.588" v="5651" actId="113"/>
          <ac:spMkLst>
            <pc:docMk/>
            <pc:sldMk cId="1573153957" sldId="284"/>
            <ac:spMk id="2" creationId="{EE3FB0E2-D971-5253-EE45-26BE26E772DF}"/>
          </ac:spMkLst>
        </pc:spChg>
        <pc:spChg chg="add del mod">
          <ac:chgData name="Phyo Thaw" userId="16eb5ffc8e637809" providerId="LiveId" clId="{297C8A2B-5CF5-4B01-A5AD-C37A4993D11E}" dt="2025-04-11T09:13:39.249" v="5780" actId="478"/>
          <ac:spMkLst>
            <pc:docMk/>
            <pc:sldMk cId="1573153957" sldId="284"/>
            <ac:spMk id="3" creationId="{FC1412B0-AFC2-808B-4697-F9D99DD892C8}"/>
          </ac:spMkLst>
        </pc:spChg>
        <pc:spChg chg="add mod">
          <ac:chgData name="Phyo Thaw" userId="16eb5ffc8e637809" providerId="LiveId" clId="{297C8A2B-5CF5-4B01-A5AD-C37A4993D11E}" dt="2025-04-11T09:02:38.386" v="5584"/>
          <ac:spMkLst>
            <pc:docMk/>
            <pc:sldMk cId="1573153957" sldId="284"/>
            <ac:spMk id="4" creationId="{675C8F71-F137-892A-0C54-05F3EEF2EEDA}"/>
          </ac:spMkLst>
        </pc:spChg>
        <pc:spChg chg="add mod">
          <ac:chgData name="Phyo Thaw" userId="16eb5ffc8e637809" providerId="LiveId" clId="{297C8A2B-5CF5-4B01-A5AD-C37A4993D11E}" dt="2025-04-11T09:14:03.874" v="5789" actId="12"/>
          <ac:spMkLst>
            <pc:docMk/>
            <pc:sldMk cId="1573153957" sldId="284"/>
            <ac:spMk id="5" creationId="{A0ABD2BA-C4CC-E99B-4F40-A7E56F0ADC4C}"/>
          </ac:spMkLst>
        </pc:spChg>
      </pc:sldChg>
      <pc:sldChg chg="addSp delSp modSp add mod">
        <pc:chgData name="Phyo Thaw" userId="16eb5ffc8e637809" providerId="LiveId" clId="{297C8A2B-5CF5-4B01-A5AD-C37A4993D11E}" dt="2025-04-11T09:14:09.395" v="5790" actId="12"/>
        <pc:sldMkLst>
          <pc:docMk/>
          <pc:sldMk cId="1181972100" sldId="285"/>
        </pc:sldMkLst>
        <pc:spChg chg="mod">
          <ac:chgData name="Phyo Thaw" userId="16eb5ffc8e637809" providerId="LiveId" clId="{297C8A2B-5CF5-4B01-A5AD-C37A4993D11E}" dt="2025-04-11T09:05:26.622" v="5650" actId="113"/>
          <ac:spMkLst>
            <pc:docMk/>
            <pc:sldMk cId="1181972100" sldId="285"/>
            <ac:spMk id="2" creationId="{F021EFED-30A1-41FA-96FB-607118779E29}"/>
          </ac:spMkLst>
        </pc:spChg>
        <pc:spChg chg="del mod">
          <ac:chgData name="Phyo Thaw" userId="16eb5ffc8e637809" providerId="LiveId" clId="{297C8A2B-5CF5-4B01-A5AD-C37A4993D11E}" dt="2025-04-11T09:12:18.601" v="5760" actId="478"/>
          <ac:spMkLst>
            <pc:docMk/>
            <pc:sldMk cId="1181972100" sldId="285"/>
            <ac:spMk id="3" creationId="{AE064CA9-22DC-8F49-9919-ACC0D4F3A765}"/>
          </ac:spMkLst>
        </pc:spChg>
        <pc:spChg chg="add mod">
          <ac:chgData name="Phyo Thaw" userId="16eb5ffc8e637809" providerId="LiveId" clId="{297C8A2B-5CF5-4B01-A5AD-C37A4993D11E}" dt="2025-04-11T09:14:09.395" v="5790" actId="12"/>
          <ac:spMkLst>
            <pc:docMk/>
            <pc:sldMk cId="1181972100" sldId="285"/>
            <ac:spMk id="4" creationId="{73ADD9B0-85AF-5F54-0FDB-73C6D89B2CED}"/>
          </ac:spMkLst>
        </pc:spChg>
      </pc:sldChg>
      <pc:sldChg chg="addSp delSp modSp add mod">
        <pc:chgData name="Phyo Thaw" userId="16eb5ffc8e637809" providerId="LiveId" clId="{297C8A2B-5CF5-4B01-A5AD-C37A4993D11E}" dt="2025-04-11T09:12:09.560" v="5757" actId="1076"/>
        <pc:sldMkLst>
          <pc:docMk/>
          <pc:sldMk cId="3129310341" sldId="286"/>
        </pc:sldMkLst>
        <pc:spChg chg="mod">
          <ac:chgData name="Phyo Thaw" userId="16eb5ffc8e637809" providerId="LiveId" clId="{297C8A2B-5CF5-4B01-A5AD-C37A4993D11E}" dt="2025-04-11T09:08:07.547" v="5685" actId="20577"/>
          <ac:spMkLst>
            <pc:docMk/>
            <pc:sldMk cId="3129310341" sldId="286"/>
            <ac:spMk id="2" creationId="{63F43C27-1D69-7A77-F684-4B409FE98205}"/>
          </ac:spMkLst>
        </pc:spChg>
        <pc:spChg chg="del mod">
          <ac:chgData name="Phyo Thaw" userId="16eb5ffc8e637809" providerId="LiveId" clId="{297C8A2B-5CF5-4B01-A5AD-C37A4993D11E}" dt="2025-04-11T09:11:12.861" v="5742" actId="478"/>
          <ac:spMkLst>
            <pc:docMk/>
            <pc:sldMk cId="3129310341" sldId="286"/>
            <ac:spMk id="3" creationId="{46C07CED-41D7-91BB-7716-20FA44BB54D9}"/>
          </ac:spMkLst>
        </pc:spChg>
        <pc:spChg chg="add del mod">
          <ac:chgData name="Phyo Thaw" userId="16eb5ffc8e637809" providerId="LiveId" clId="{297C8A2B-5CF5-4B01-A5AD-C37A4993D11E}" dt="2025-04-11T09:10:11.327" v="5723" actId="478"/>
          <ac:spMkLst>
            <pc:docMk/>
            <pc:sldMk cId="3129310341" sldId="286"/>
            <ac:spMk id="4" creationId="{50BB0668-B18B-A52A-CCE1-0C01F3455CFA}"/>
          </ac:spMkLst>
        </pc:spChg>
        <pc:spChg chg="add mod">
          <ac:chgData name="Phyo Thaw" userId="16eb5ffc8e637809" providerId="LiveId" clId="{297C8A2B-5CF5-4B01-A5AD-C37A4993D11E}" dt="2025-04-11T09:12:05.119" v="5756" actId="14100"/>
          <ac:spMkLst>
            <pc:docMk/>
            <pc:sldMk cId="3129310341" sldId="286"/>
            <ac:spMk id="5" creationId="{E1EDF2B4-8989-4DE6-D2AD-7EDA6FA8707A}"/>
          </ac:spMkLst>
        </pc:spChg>
        <pc:spChg chg="add mod">
          <ac:chgData name="Phyo Thaw" userId="16eb5ffc8e637809" providerId="LiveId" clId="{297C8A2B-5CF5-4B01-A5AD-C37A4993D11E}" dt="2025-04-11T09:12:09.560" v="5757" actId="1076"/>
          <ac:spMkLst>
            <pc:docMk/>
            <pc:sldMk cId="3129310341" sldId="286"/>
            <ac:spMk id="6" creationId="{20BDE0F9-2DC7-CA82-2E7D-87ED0FF44424}"/>
          </ac:spMkLst>
        </pc:spChg>
      </pc:sldChg>
      <pc:sldMasterChg chg="modTransition modSldLayout">
        <pc:chgData name="Phyo Thaw" userId="16eb5ffc8e637809" providerId="LiveId" clId="{297C8A2B-5CF5-4B01-A5AD-C37A4993D11E}" dt="2025-04-11T07:59:19.004" v="4999"/>
        <pc:sldMasterMkLst>
          <pc:docMk/>
          <pc:sldMasterMk cId="1555435904" sldId="2147483824"/>
        </pc:sldMasterMkLst>
        <pc:sldLayoutChg chg="modTransition">
          <pc:chgData name="Phyo Thaw" userId="16eb5ffc8e637809" providerId="LiveId" clId="{297C8A2B-5CF5-4B01-A5AD-C37A4993D11E}" dt="2025-04-11T07:59:19.004" v="4999"/>
          <pc:sldLayoutMkLst>
            <pc:docMk/>
            <pc:sldMasterMk cId="1555435904" sldId="2147483824"/>
            <pc:sldLayoutMk cId="78626124" sldId="2147483825"/>
          </pc:sldLayoutMkLst>
        </pc:sldLayoutChg>
        <pc:sldLayoutChg chg="addSp modTransition">
          <pc:chgData name="Phyo Thaw" userId="16eb5ffc8e637809" providerId="LiveId" clId="{297C8A2B-5CF5-4B01-A5AD-C37A4993D11E}" dt="2025-04-11T07:59:19.004" v="4999"/>
          <pc:sldLayoutMkLst>
            <pc:docMk/>
            <pc:sldMasterMk cId="1555435904" sldId="2147483824"/>
            <pc:sldLayoutMk cId="1681555341" sldId="2147483826"/>
          </pc:sldLayoutMkLst>
          <pc:picChg chg="add">
            <ac:chgData name="Phyo Thaw" userId="16eb5ffc8e637809" providerId="LiveId" clId="{297C8A2B-5CF5-4B01-A5AD-C37A4993D11E}" dt="2025-04-11T07:59:09.712" v="4998"/>
            <ac:picMkLst>
              <pc:docMk/>
              <pc:sldMasterMk cId="1555435904" sldId="2147483824"/>
              <pc:sldLayoutMk cId="1681555341" sldId="2147483826"/>
              <ac:picMk id="7" creationId="{8459D0BC-6509-BD27-9EEE-984B4806262F}"/>
            </ac:picMkLst>
          </pc:picChg>
        </pc:sldLayoutChg>
        <pc:sldLayoutChg chg="modTransition">
          <pc:chgData name="Phyo Thaw" userId="16eb5ffc8e637809" providerId="LiveId" clId="{297C8A2B-5CF5-4B01-A5AD-C37A4993D11E}" dt="2025-04-11T07:59:19.004" v="4999"/>
          <pc:sldLayoutMkLst>
            <pc:docMk/>
            <pc:sldMasterMk cId="1555435904" sldId="2147483824"/>
            <pc:sldLayoutMk cId="2078333359" sldId="2147483827"/>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736130595" sldId="2147483828"/>
          </pc:sldLayoutMkLst>
        </pc:sldLayoutChg>
        <pc:sldLayoutChg chg="modTransition">
          <pc:chgData name="Phyo Thaw" userId="16eb5ffc8e637809" providerId="LiveId" clId="{297C8A2B-5CF5-4B01-A5AD-C37A4993D11E}" dt="2025-04-11T07:59:19.004" v="4999"/>
          <pc:sldLayoutMkLst>
            <pc:docMk/>
            <pc:sldMasterMk cId="1555435904" sldId="2147483824"/>
            <pc:sldLayoutMk cId="2946500383" sldId="2147483829"/>
          </pc:sldLayoutMkLst>
        </pc:sldLayoutChg>
        <pc:sldLayoutChg chg="modTransition">
          <pc:chgData name="Phyo Thaw" userId="16eb5ffc8e637809" providerId="LiveId" clId="{297C8A2B-5CF5-4B01-A5AD-C37A4993D11E}" dt="2025-04-11T07:59:19.004" v="4999"/>
          <pc:sldLayoutMkLst>
            <pc:docMk/>
            <pc:sldMasterMk cId="1555435904" sldId="2147483824"/>
            <pc:sldLayoutMk cId="1360738967" sldId="2147483830"/>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547450624" sldId="2147483831"/>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579062832" sldId="2147483832"/>
          </pc:sldLayoutMkLst>
        </pc:sldLayoutChg>
        <pc:sldLayoutChg chg="modTransition">
          <pc:chgData name="Phyo Thaw" userId="16eb5ffc8e637809" providerId="LiveId" clId="{297C8A2B-5CF5-4B01-A5AD-C37A4993D11E}" dt="2025-04-11T07:59:19.004" v="4999"/>
          <pc:sldLayoutMkLst>
            <pc:docMk/>
            <pc:sldMasterMk cId="1555435904" sldId="2147483824"/>
            <pc:sldLayoutMk cId="1134614880" sldId="2147483833"/>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632680543" sldId="2147483834"/>
          </pc:sldLayoutMkLst>
        </pc:sldLayoutChg>
        <pc:sldLayoutChg chg="modTransition">
          <pc:chgData name="Phyo Thaw" userId="16eb5ffc8e637809" providerId="LiveId" clId="{297C8A2B-5CF5-4B01-A5AD-C37A4993D11E}" dt="2025-04-11T07:59:19.004" v="4999"/>
          <pc:sldLayoutMkLst>
            <pc:docMk/>
            <pc:sldMasterMk cId="1555435904" sldId="2147483824"/>
            <pc:sldLayoutMk cId="1662074404" sldId="2147483835"/>
          </pc:sldLayoutMkLst>
        </pc:sldLayoutChg>
        <pc:sldLayoutChg chg="modTransition">
          <pc:chgData name="Phyo Thaw" userId="16eb5ffc8e637809" providerId="LiveId" clId="{297C8A2B-5CF5-4B01-A5AD-C37A4993D11E}" dt="2025-04-11T07:59:19.004" v="4999"/>
          <pc:sldLayoutMkLst>
            <pc:docMk/>
            <pc:sldMasterMk cId="1555435904" sldId="2147483824"/>
            <pc:sldLayoutMk cId="2552514126" sldId="2147483836"/>
          </pc:sldLayoutMkLst>
        </pc:sldLayoutChg>
        <pc:sldLayoutChg chg="modTransition">
          <pc:chgData name="Phyo Thaw" userId="16eb5ffc8e637809" providerId="LiveId" clId="{297C8A2B-5CF5-4B01-A5AD-C37A4993D11E}" dt="2025-04-11T07:59:19.004" v="4999"/>
          <pc:sldLayoutMkLst>
            <pc:docMk/>
            <pc:sldMasterMk cId="1555435904" sldId="2147483824"/>
            <pc:sldLayoutMk cId="2883656853" sldId="2147483837"/>
          </pc:sldLayoutMkLst>
        </pc:sldLayoutChg>
        <pc:sldLayoutChg chg="modTransition">
          <pc:chgData name="Phyo Thaw" userId="16eb5ffc8e637809" providerId="LiveId" clId="{297C8A2B-5CF5-4B01-A5AD-C37A4993D11E}" dt="2025-04-11T07:59:19.004" v="4999"/>
          <pc:sldLayoutMkLst>
            <pc:docMk/>
            <pc:sldMasterMk cId="1555435904" sldId="2147483824"/>
            <pc:sldLayoutMk cId="4292280096" sldId="2147483838"/>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160662640" sldId="2147483839"/>
          </pc:sldLayoutMkLst>
        </pc:sldLayoutChg>
        <pc:sldLayoutChg chg="modTransition">
          <pc:chgData name="Phyo Thaw" userId="16eb5ffc8e637809" providerId="LiveId" clId="{297C8A2B-5CF5-4B01-A5AD-C37A4993D11E}" dt="2025-04-11T07:59:19.004" v="4999"/>
          <pc:sldLayoutMkLst>
            <pc:docMk/>
            <pc:sldMasterMk cId="1555435904" sldId="2147483824"/>
            <pc:sldLayoutMk cId="192336469" sldId="2147483840"/>
          </pc:sldLayoutMkLst>
        </pc:sldLayoutChg>
        <pc:sldLayoutChg chg="modTransition">
          <pc:chgData name="Phyo Thaw" userId="16eb5ffc8e637809" providerId="LiveId" clId="{297C8A2B-5CF5-4B01-A5AD-C37A4993D11E}" dt="2025-04-11T07:59:19.004" v="4999"/>
          <pc:sldLayoutMkLst>
            <pc:docMk/>
            <pc:sldMasterMk cId="1555435904" sldId="2147483824"/>
            <pc:sldLayoutMk cId="3953960649" sldId="2147483841"/>
          </pc:sldLayoutMkLst>
        </pc:sldLayoutChg>
      </pc:sldMaster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128" b="1" i="0" u="none" strike="noStrike" kern="1200" baseline="0">
                <a:solidFill>
                  <a:srgbClr val="002060"/>
                </a:solidFill>
                <a:latin typeface="+mn-lt"/>
                <a:ea typeface="+mn-ea"/>
                <a:cs typeface="+mn-cs"/>
              </a:defRPr>
            </a:pPr>
            <a:r>
              <a:rPr lang="en-US" sz="1400" dirty="0">
                <a:solidFill>
                  <a:srgbClr val="002060"/>
                </a:solidFill>
              </a:rPr>
              <a:t>Top 10 Industries with Highest 5-Year Returns</a:t>
            </a:r>
          </a:p>
        </c:rich>
      </c:tx>
      <c:overlay val="0"/>
      <c:spPr>
        <a:noFill/>
        <a:ln>
          <a:noFill/>
        </a:ln>
        <a:effectLst/>
      </c:spPr>
      <c:txPr>
        <a:bodyPr rot="0" spcFirstLastPara="1" vertOverflow="ellipsis" vert="horz" wrap="square" anchor="ctr" anchorCtr="1"/>
        <a:lstStyle/>
        <a:p>
          <a:pPr>
            <a:defRPr sz="2128" b="1" i="0" u="none" strike="noStrike" kern="1200" baseline="0">
              <a:solidFill>
                <a:srgbClr val="002060"/>
              </a:solidFill>
              <a:latin typeface="+mn-lt"/>
              <a:ea typeface="+mn-ea"/>
              <a:cs typeface="+mn-cs"/>
            </a:defRPr>
          </a:pPr>
          <a:endParaRPr lang="en-US"/>
        </a:p>
      </c:txPr>
    </c:title>
    <c:autoTitleDeleted val="0"/>
    <c:plotArea>
      <c:layout>
        <c:manualLayout>
          <c:layoutTarget val="inner"/>
          <c:xMode val="edge"/>
          <c:yMode val="edge"/>
          <c:x val="0.11058509661600942"/>
          <c:y val="0.20200472953273885"/>
          <c:w val="0.85923657690936783"/>
          <c:h val="0.43195126390823535"/>
        </c:manualLayout>
      </c:layout>
      <c:barChart>
        <c:barDir val="col"/>
        <c:grouping val="clustered"/>
        <c:varyColors val="1"/>
        <c:ser>
          <c:idx val="0"/>
          <c:order val="0"/>
          <c:tx>
            <c:strRef>
              <c:f>Sheet1!$B$1</c:f>
              <c:strCache>
                <c:ptCount val="1"/>
                <c:pt idx="0">
                  <c:v>Series 1</c:v>
                </c:pt>
              </c:strCache>
            </c:strRef>
          </c:tx>
          <c:invertIfNegative val="0"/>
          <c:dPt>
            <c:idx val="0"/>
            <c:invertIfNegative val="0"/>
            <c:bubble3D val="0"/>
            <c:spPr>
              <a:gradFill rotWithShape="1">
                <a:gsLst>
                  <a:gs pos="0">
                    <a:schemeClr val="accent1">
                      <a:tint val="94000"/>
                      <a:satMod val="100000"/>
                      <a:lumMod val="108000"/>
                    </a:schemeClr>
                  </a:gs>
                  <a:gs pos="50000">
                    <a:schemeClr val="accent1">
                      <a:tint val="98000"/>
                      <a:shade val="100000"/>
                      <a:satMod val="100000"/>
                      <a:lumMod val="100000"/>
                    </a:schemeClr>
                  </a:gs>
                  <a:gs pos="100000">
                    <a:schemeClr val="accent1">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1-A182-4B66-9E19-DCEF5E673C65}"/>
              </c:ext>
            </c:extLst>
          </c:dPt>
          <c:dPt>
            <c:idx val="1"/>
            <c:invertIfNegative val="0"/>
            <c:bubble3D val="0"/>
            <c:spPr>
              <a:gradFill rotWithShape="1">
                <a:gsLst>
                  <a:gs pos="0">
                    <a:schemeClr val="accent2">
                      <a:tint val="94000"/>
                      <a:satMod val="100000"/>
                      <a:lumMod val="108000"/>
                    </a:schemeClr>
                  </a:gs>
                  <a:gs pos="50000">
                    <a:schemeClr val="accent2">
                      <a:tint val="98000"/>
                      <a:shade val="100000"/>
                      <a:satMod val="100000"/>
                      <a:lumMod val="100000"/>
                    </a:schemeClr>
                  </a:gs>
                  <a:gs pos="100000">
                    <a:schemeClr val="accent2">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3-A182-4B66-9E19-DCEF5E673C65}"/>
              </c:ext>
            </c:extLst>
          </c:dPt>
          <c:dPt>
            <c:idx val="2"/>
            <c:invertIfNegative val="0"/>
            <c:bubble3D val="0"/>
            <c:spPr>
              <a:gradFill rotWithShape="1">
                <a:gsLst>
                  <a:gs pos="0">
                    <a:schemeClr val="accent3">
                      <a:tint val="94000"/>
                      <a:satMod val="100000"/>
                      <a:lumMod val="108000"/>
                    </a:schemeClr>
                  </a:gs>
                  <a:gs pos="50000">
                    <a:schemeClr val="accent3">
                      <a:tint val="98000"/>
                      <a:shade val="100000"/>
                      <a:satMod val="100000"/>
                      <a:lumMod val="100000"/>
                    </a:schemeClr>
                  </a:gs>
                  <a:gs pos="100000">
                    <a:schemeClr val="accent3">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5-A182-4B66-9E19-DCEF5E673C65}"/>
              </c:ext>
            </c:extLst>
          </c:dPt>
          <c:dPt>
            <c:idx val="3"/>
            <c:invertIfNegative val="0"/>
            <c:bubble3D val="0"/>
            <c:spPr>
              <a:gradFill rotWithShape="1">
                <a:gsLst>
                  <a:gs pos="0">
                    <a:schemeClr val="accent4">
                      <a:tint val="94000"/>
                      <a:satMod val="100000"/>
                      <a:lumMod val="108000"/>
                    </a:schemeClr>
                  </a:gs>
                  <a:gs pos="50000">
                    <a:schemeClr val="accent4">
                      <a:tint val="98000"/>
                      <a:shade val="100000"/>
                      <a:satMod val="100000"/>
                      <a:lumMod val="100000"/>
                    </a:schemeClr>
                  </a:gs>
                  <a:gs pos="100000">
                    <a:schemeClr val="accent4">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7-A182-4B66-9E19-DCEF5E673C65}"/>
              </c:ext>
            </c:extLst>
          </c:dPt>
          <c:dPt>
            <c:idx val="4"/>
            <c:invertIfNegative val="0"/>
            <c:bubble3D val="0"/>
            <c:spPr>
              <a:gradFill rotWithShape="1">
                <a:gsLst>
                  <a:gs pos="0">
                    <a:schemeClr val="accent5">
                      <a:tint val="94000"/>
                      <a:satMod val="100000"/>
                      <a:lumMod val="108000"/>
                    </a:schemeClr>
                  </a:gs>
                  <a:gs pos="50000">
                    <a:schemeClr val="accent5">
                      <a:tint val="98000"/>
                      <a:shade val="100000"/>
                      <a:satMod val="100000"/>
                      <a:lumMod val="100000"/>
                    </a:schemeClr>
                  </a:gs>
                  <a:gs pos="100000">
                    <a:schemeClr val="accent5">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9-A182-4B66-9E19-DCEF5E673C65}"/>
              </c:ext>
            </c:extLst>
          </c:dPt>
          <c:dPt>
            <c:idx val="5"/>
            <c:invertIfNegative val="0"/>
            <c:bubble3D val="0"/>
            <c:spPr>
              <a:gradFill rotWithShape="1">
                <a:gsLst>
                  <a:gs pos="0">
                    <a:schemeClr val="accent6">
                      <a:tint val="94000"/>
                      <a:satMod val="100000"/>
                      <a:lumMod val="108000"/>
                    </a:schemeClr>
                  </a:gs>
                  <a:gs pos="50000">
                    <a:schemeClr val="accent6">
                      <a:tint val="98000"/>
                      <a:shade val="100000"/>
                      <a:satMod val="100000"/>
                      <a:lumMod val="100000"/>
                    </a:schemeClr>
                  </a:gs>
                  <a:gs pos="100000">
                    <a:schemeClr val="accent6">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B-A182-4B66-9E19-DCEF5E673C65}"/>
              </c:ext>
            </c:extLst>
          </c:dPt>
          <c:dPt>
            <c:idx val="6"/>
            <c:invertIfNegative val="0"/>
            <c:bubble3D val="0"/>
            <c:spPr>
              <a:gradFill rotWithShape="1">
                <a:gsLst>
                  <a:gs pos="0">
                    <a:schemeClr val="accent1">
                      <a:lumMod val="60000"/>
                      <a:tint val="94000"/>
                      <a:satMod val="100000"/>
                      <a:lumMod val="108000"/>
                    </a:schemeClr>
                  </a:gs>
                  <a:gs pos="50000">
                    <a:schemeClr val="accent1">
                      <a:lumMod val="60000"/>
                      <a:tint val="98000"/>
                      <a:shade val="100000"/>
                      <a:satMod val="100000"/>
                      <a:lumMod val="100000"/>
                    </a:schemeClr>
                  </a:gs>
                  <a:gs pos="100000">
                    <a:schemeClr val="accent1">
                      <a:lumMod val="60000"/>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D-A182-4B66-9E19-DCEF5E673C65}"/>
              </c:ext>
            </c:extLst>
          </c:dPt>
          <c:dPt>
            <c:idx val="7"/>
            <c:invertIfNegative val="0"/>
            <c:bubble3D val="0"/>
            <c:spPr>
              <a:gradFill rotWithShape="1">
                <a:gsLst>
                  <a:gs pos="0">
                    <a:schemeClr val="accent2">
                      <a:lumMod val="60000"/>
                      <a:tint val="94000"/>
                      <a:satMod val="100000"/>
                      <a:lumMod val="108000"/>
                    </a:schemeClr>
                  </a:gs>
                  <a:gs pos="50000">
                    <a:schemeClr val="accent2">
                      <a:lumMod val="60000"/>
                      <a:tint val="98000"/>
                      <a:shade val="100000"/>
                      <a:satMod val="100000"/>
                      <a:lumMod val="100000"/>
                    </a:schemeClr>
                  </a:gs>
                  <a:gs pos="100000">
                    <a:schemeClr val="accent2">
                      <a:lumMod val="60000"/>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0F-A182-4B66-9E19-DCEF5E673C65}"/>
              </c:ext>
            </c:extLst>
          </c:dPt>
          <c:dPt>
            <c:idx val="8"/>
            <c:invertIfNegative val="0"/>
            <c:bubble3D val="0"/>
            <c:spPr>
              <a:gradFill rotWithShape="1">
                <a:gsLst>
                  <a:gs pos="0">
                    <a:schemeClr val="accent3">
                      <a:lumMod val="60000"/>
                      <a:tint val="94000"/>
                      <a:satMod val="100000"/>
                      <a:lumMod val="108000"/>
                    </a:schemeClr>
                  </a:gs>
                  <a:gs pos="50000">
                    <a:schemeClr val="accent3">
                      <a:lumMod val="60000"/>
                      <a:tint val="98000"/>
                      <a:shade val="100000"/>
                      <a:satMod val="100000"/>
                      <a:lumMod val="100000"/>
                    </a:schemeClr>
                  </a:gs>
                  <a:gs pos="100000">
                    <a:schemeClr val="accent3">
                      <a:lumMod val="60000"/>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11-A182-4B66-9E19-DCEF5E673C65}"/>
              </c:ext>
            </c:extLst>
          </c:dPt>
          <c:dPt>
            <c:idx val="9"/>
            <c:invertIfNegative val="0"/>
            <c:bubble3D val="0"/>
            <c:spPr>
              <a:gradFill rotWithShape="1">
                <a:gsLst>
                  <a:gs pos="0">
                    <a:schemeClr val="accent4">
                      <a:lumMod val="60000"/>
                      <a:tint val="94000"/>
                      <a:satMod val="100000"/>
                      <a:lumMod val="108000"/>
                    </a:schemeClr>
                  </a:gs>
                  <a:gs pos="50000">
                    <a:schemeClr val="accent4">
                      <a:lumMod val="60000"/>
                      <a:tint val="98000"/>
                      <a:shade val="100000"/>
                      <a:satMod val="100000"/>
                      <a:lumMod val="100000"/>
                    </a:schemeClr>
                  </a:gs>
                  <a:gs pos="100000">
                    <a:schemeClr val="accent4">
                      <a:lumMod val="60000"/>
                      <a:shade val="72000"/>
                      <a:satMod val="120000"/>
                      <a:lumMod val="100000"/>
                    </a:schemeClr>
                  </a:gs>
                </a:gsLst>
                <a:lin ang="5400000" scaled="0"/>
              </a:gradFill>
              <a:ln>
                <a:noFill/>
              </a:ln>
              <a:effectLst>
                <a:outerShdw blurRad="50800" dist="25400" dir="5400000" rotWithShape="0">
                  <a:srgbClr val="000000">
                    <a:alpha val="28000"/>
                  </a:srgbClr>
                </a:outerShdw>
              </a:effectLst>
            </c:spPr>
            <c:extLst>
              <c:ext xmlns:c16="http://schemas.microsoft.com/office/drawing/2014/chart" uri="{C3380CC4-5D6E-409C-BE32-E72D297353CC}">
                <c16:uniqueId val="{00000013-A182-4B66-9E19-DCEF5E673C65}"/>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800" b="1" i="0" u="none" strike="noStrike" kern="1200" baseline="0">
                    <a:solidFill>
                      <a:srgbClr val="002060"/>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2">
                          <a:lumMod val="35000"/>
                          <a:lumOff val="65000"/>
                        </a:schemeClr>
                      </a:solidFill>
                    </a:ln>
                    <a:effectLst/>
                  </c:spPr>
                </c15:leaderLines>
              </c:ext>
            </c:extLst>
          </c:dLbls>
          <c:cat>
            <c:strRef>
              <c:f>Sheet1!$A$2:$A$11</c:f>
              <c:strCache>
                <c:ptCount val="10"/>
                <c:pt idx="0">
                  <c:v>Energy</c:v>
                </c:pt>
                <c:pt idx="1">
                  <c:v>Technology</c:v>
                </c:pt>
                <c:pt idx="2">
                  <c:v>Financials</c:v>
                </c:pt>
                <c:pt idx="3">
                  <c:v>Industrials</c:v>
                </c:pt>
                <c:pt idx="4">
                  <c:v>Communication Services</c:v>
                </c:pt>
                <c:pt idx="5">
                  <c:v>Materials</c:v>
                </c:pt>
                <c:pt idx="6">
                  <c:v>Consumer Discretionary</c:v>
                </c:pt>
                <c:pt idx="7">
                  <c:v>Healthcare</c:v>
                </c:pt>
                <c:pt idx="8">
                  <c:v>Utilities</c:v>
                </c:pt>
                <c:pt idx="9">
                  <c:v>Real Estate</c:v>
                </c:pt>
              </c:strCache>
            </c:strRef>
          </c:cat>
          <c:val>
            <c:numRef>
              <c:f>Sheet1!$B$2:$B$11</c:f>
              <c:numCache>
                <c:formatCode>0.00%</c:formatCode>
                <c:ptCount val="10"/>
                <c:pt idx="0">
                  <c:v>3.4396</c:v>
                </c:pt>
                <c:pt idx="1">
                  <c:v>2.0116000000000001</c:v>
                </c:pt>
                <c:pt idx="2">
                  <c:v>1.7617</c:v>
                </c:pt>
                <c:pt idx="3">
                  <c:v>1.6695</c:v>
                </c:pt>
                <c:pt idx="4">
                  <c:v>1.4195</c:v>
                </c:pt>
                <c:pt idx="5">
                  <c:v>1.284</c:v>
                </c:pt>
                <c:pt idx="6">
                  <c:v>1.2721</c:v>
                </c:pt>
                <c:pt idx="7">
                  <c:v>0.93230000000000002</c:v>
                </c:pt>
                <c:pt idx="8">
                  <c:v>0.78300000000000003</c:v>
                </c:pt>
                <c:pt idx="9">
                  <c:v>0.73699999999999999</c:v>
                </c:pt>
              </c:numCache>
            </c:numRef>
          </c:val>
          <c:extLst>
            <c:ext xmlns:c16="http://schemas.microsoft.com/office/drawing/2014/chart" uri="{C3380CC4-5D6E-409C-BE32-E72D297353CC}">
              <c16:uniqueId val="{00000000-6DA5-4298-8C3A-68CCBD2FE1FC}"/>
            </c:ext>
          </c:extLst>
        </c:ser>
        <c:dLbls>
          <c:dLblPos val="outEnd"/>
          <c:showLegendKey val="0"/>
          <c:showVal val="1"/>
          <c:showCatName val="0"/>
          <c:showSerName val="0"/>
          <c:showPercent val="0"/>
          <c:showBubbleSize val="0"/>
        </c:dLbls>
        <c:gapWidth val="100"/>
        <c:overlap val="-24"/>
        <c:axId val="1397396783"/>
        <c:axId val="1397389583"/>
      </c:barChart>
      <c:catAx>
        <c:axId val="1397396783"/>
        <c:scaling>
          <c:orientation val="minMax"/>
        </c:scaling>
        <c:delete val="0"/>
        <c:axPos val="b"/>
        <c:numFmt formatCode="General" sourceLinked="1"/>
        <c:majorTickMark val="none"/>
        <c:minorTickMark val="none"/>
        <c:tickLblPos val="nextTo"/>
        <c:spPr>
          <a:noFill/>
          <a:ln w="9525" cap="flat" cmpd="sng" algn="ctr">
            <a:solidFill>
              <a:schemeClr val="tx2">
                <a:lumMod val="15000"/>
                <a:lumOff val="85000"/>
              </a:schemeClr>
            </a:solidFill>
            <a:round/>
          </a:ln>
          <a:effectLst/>
        </c:spPr>
        <c:txPr>
          <a:bodyPr rot="-60000000" spcFirstLastPara="1" vertOverflow="ellipsis" vert="horz" wrap="square" anchor="ctr" anchorCtr="1"/>
          <a:lstStyle/>
          <a:p>
            <a:pPr>
              <a:defRPr sz="800" b="1" i="0" u="none" strike="noStrike" kern="1200" baseline="0">
                <a:solidFill>
                  <a:srgbClr val="002060"/>
                </a:solidFill>
                <a:latin typeface="+mn-lt"/>
                <a:ea typeface="+mn-ea"/>
                <a:cs typeface="+mn-cs"/>
              </a:defRPr>
            </a:pPr>
            <a:endParaRPr lang="en-US"/>
          </a:p>
        </c:txPr>
        <c:crossAx val="1397389583"/>
        <c:crosses val="autoZero"/>
        <c:auto val="1"/>
        <c:lblAlgn val="ctr"/>
        <c:lblOffset val="100"/>
        <c:noMultiLvlLbl val="0"/>
      </c:catAx>
      <c:valAx>
        <c:axId val="1397389583"/>
        <c:scaling>
          <c:orientation val="minMax"/>
          <c:max val="3.5"/>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1" i="0" u="none" strike="noStrike" kern="1200" baseline="0">
                <a:solidFill>
                  <a:srgbClr val="002060"/>
                </a:solidFill>
                <a:latin typeface="+mn-lt"/>
                <a:ea typeface="+mn-ea"/>
                <a:cs typeface="+mn-cs"/>
              </a:defRPr>
            </a:pPr>
            <a:endParaRPr lang="en-US"/>
          </a:p>
        </c:txPr>
        <c:crossAx val="139739678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000" b="1" i="0" u="none" strike="noStrike" kern="1200" spc="0" baseline="0">
                <a:solidFill>
                  <a:srgbClr val="002060"/>
                </a:solidFill>
                <a:latin typeface="+mn-lt"/>
                <a:ea typeface="+mn-ea"/>
                <a:cs typeface="+mn-cs"/>
              </a:defRPr>
            </a:pPr>
            <a:r>
              <a:rPr lang="en-US" sz="1400" b="1" dirty="0">
                <a:solidFill>
                  <a:srgbClr val="002060"/>
                </a:solidFill>
              </a:rPr>
              <a:t>Companies</a:t>
            </a:r>
            <a:r>
              <a:rPr lang="en-US" sz="1400" b="1" baseline="0" dirty="0">
                <a:solidFill>
                  <a:srgbClr val="002060"/>
                </a:solidFill>
              </a:rPr>
              <a:t> of top 3 industries represented by Market Cap</a:t>
            </a:r>
            <a:endParaRPr lang="en-US" sz="1400" b="1" dirty="0">
              <a:solidFill>
                <a:srgbClr val="002060"/>
              </a:solidFill>
            </a:endParaRPr>
          </a:p>
        </c:rich>
      </c:tx>
      <c:overlay val="0"/>
      <c:spPr>
        <a:noFill/>
        <a:ln>
          <a:noFill/>
        </a:ln>
        <a:effectLst/>
      </c:spPr>
      <c:txPr>
        <a:bodyPr rot="0" spcFirstLastPara="1" vertOverflow="ellipsis" vert="horz" wrap="square" anchor="ctr" anchorCtr="1"/>
        <a:lstStyle/>
        <a:p>
          <a:pPr>
            <a:defRPr sz="2000" b="1" i="0" u="none" strike="noStrike" kern="1200" spc="0" baseline="0">
              <a:solidFill>
                <a:srgbClr val="002060"/>
              </a:solidFill>
              <a:latin typeface="+mn-lt"/>
              <a:ea typeface="+mn-ea"/>
              <a:cs typeface="+mn-cs"/>
            </a:defRPr>
          </a:pPr>
          <a:endParaRPr lang="en-US"/>
        </a:p>
      </c:txPr>
    </c:title>
    <c:autoTitleDeleted val="0"/>
    <c:view3D>
      <c:rotX val="15"/>
      <c:rotY val="20"/>
      <c:depthPercent val="100"/>
      <c:rAngAx val="1"/>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manualLayout>
          <c:layoutTarget val="inner"/>
          <c:xMode val="edge"/>
          <c:yMode val="edge"/>
          <c:x val="0.23504853887793822"/>
          <c:y val="0.28409231080539804"/>
          <c:w val="0.64939444208434871"/>
          <c:h val="0.50094626752725846"/>
        </c:manualLayout>
      </c:layout>
      <c:bar3DChart>
        <c:barDir val="bar"/>
        <c:grouping val="clustered"/>
        <c:varyColors val="1"/>
        <c:ser>
          <c:idx val="0"/>
          <c:order val="0"/>
          <c:tx>
            <c:strRef>
              <c:f>Sheet1!$B$1</c:f>
              <c:strCache>
                <c:ptCount val="1"/>
                <c:pt idx="0">
                  <c:v>Market Cap (in USD)</c:v>
                </c:pt>
              </c:strCache>
            </c:strRef>
          </c:tx>
          <c:invertIfNegative val="0"/>
          <c:dPt>
            <c:idx val="0"/>
            <c:invertIfNegative val="0"/>
            <c:bubble3D val="0"/>
            <c:spPr>
              <a:solidFill>
                <a:schemeClr val="accent1"/>
              </a:solidFill>
              <a:ln>
                <a:noFill/>
              </a:ln>
              <a:effectLst/>
              <a:sp3d/>
            </c:spPr>
            <c:extLst>
              <c:ext xmlns:c16="http://schemas.microsoft.com/office/drawing/2014/chart" uri="{C3380CC4-5D6E-409C-BE32-E72D297353CC}">
                <c16:uniqueId val="{00000001-301D-4434-8A67-31F100F13634}"/>
              </c:ext>
            </c:extLst>
          </c:dPt>
          <c:dPt>
            <c:idx val="1"/>
            <c:invertIfNegative val="0"/>
            <c:bubble3D val="0"/>
            <c:spPr>
              <a:solidFill>
                <a:schemeClr val="accent2"/>
              </a:solidFill>
              <a:ln>
                <a:noFill/>
              </a:ln>
              <a:effectLst/>
              <a:sp3d/>
            </c:spPr>
            <c:extLst>
              <c:ext xmlns:c16="http://schemas.microsoft.com/office/drawing/2014/chart" uri="{C3380CC4-5D6E-409C-BE32-E72D297353CC}">
                <c16:uniqueId val="{00000003-301D-4434-8A67-31F100F13634}"/>
              </c:ext>
            </c:extLst>
          </c:dPt>
          <c:dPt>
            <c:idx val="2"/>
            <c:invertIfNegative val="0"/>
            <c:bubble3D val="0"/>
            <c:spPr>
              <a:solidFill>
                <a:schemeClr val="accent3"/>
              </a:solidFill>
              <a:ln>
                <a:noFill/>
              </a:ln>
              <a:effectLst/>
              <a:sp3d/>
            </c:spPr>
            <c:extLst>
              <c:ext xmlns:c16="http://schemas.microsoft.com/office/drawing/2014/chart" uri="{C3380CC4-5D6E-409C-BE32-E72D297353CC}">
                <c16:uniqueId val="{00000005-301D-4434-8A67-31F100F13634}"/>
              </c:ext>
            </c:extLst>
          </c:dPt>
          <c:dPt>
            <c:idx val="3"/>
            <c:invertIfNegative val="0"/>
            <c:bubble3D val="0"/>
            <c:spPr>
              <a:solidFill>
                <a:schemeClr val="accent4"/>
              </a:solidFill>
              <a:ln>
                <a:noFill/>
              </a:ln>
              <a:effectLst/>
              <a:sp3d/>
            </c:spPr>
            <c:extLst>
              <c:ext xmlns:c16="http://schemas.microsoft.com/office/drawing/2014/chart" uri="{C3380CC4-5D6E-409C-BE32-E72D297353CC}">
                <c16:uniqueId val="{00000007-301D-4434-8A67-31F100F13634}"/>
              </c:ext>
            </c:extLst>
          </c:dPt>
          <c:dPt>
            <c:idx val="4"/>
            <c:invertIfNegative val="0"/>
            <c:bubble3D val="0"/>
            <c:spPr>
              <a:solidFill>
                <a:schemeClr val="accent5"/>
              </a:solidFill>
              <a:ln>
                <a:noFill/>
              </a:ln>
              <a:effectLst/>
              <a:sp3d/>
            </c:spPr>
            <c:extLst>
              <c:ext xmlns:c16="http://schemas.microsoft.com/office/drawing/2014/chart" uri="{C3380CC4-5D6E-409C-BE32-E72D297353CC}">
                <c16:uniqueId val="{00000009-301D-4434-8A67-31F100F13634}"/>
              </c:ext>
            </c:extLst>
          </c:dPt>
          <c:dPt>
            <c:idx val="5"/>
            <c:invertIfNegative val="0"/>
            <c:bubble3D val="0"/>
            <c:spPr>
              <a:solidFill>
                <a:schemeClr val="accent6"/>
              </a:solidFill>
              <a:ln>
                <a:noFill/>
              </a:ln>
              <a:effectLst/>
              <a:sp3d/>
            </c:spPr>
            <c:extLst>
              <c:ext xmlns:c16="http://schemas.microsoft.com/office/drawing/2014/chart" uri="{C3380CC4-5D6E-409C-BE32-E72D297353CC}">
                <c16:uniqueId val="{0000000B-301D-4434-8A67-31F100F13634}"/>
              </c:ext>
            </c:extLst>
          </c:dPt>
          <c:dPt>
            <c:idx val="6"/>
            <c:invertIfNegative val="0"/>
            <c:bubble3D val="0"/>
            <c:spPr>
              <a:solidFill>
                <a:schemeClr val="accent1">
                  <a:lumMod val="60000"/>
                </a:schemeClr>
              </a:solidFill>
              <a:ln>
                <a:noFill/>
              </a:ln>
              <a:effectLst/>
              <a:sp3d/>
            </c:spPr>
            <c:extLst>
              <c:ext xmlns:c16="http://schemas.microsoft.com/office/drawing/2014/chart" uri="{C3380CC4-5D6E-409C-BE32-E72D297353CC}">
                <c16:uniqueId val="{0000000D-301D-4434-8A67-31F100F13634}"/>
              </c:ext>
            </c:extLst>
          </c:dPt>
          <c:dPt>
            <c:idx val="7"/>
            <c:invertIfNegative val="0"/>
            <c:bubble3D val="0"/>
            <c:spPr>
              <a:solidFill>
                <a:schemeClr val="accent2">
                  <a:lumMod val="60000"/>
                </a:schemeClr>
              </a:solidFill>
              <a:ln>
                <a:noFill/>
              </a:ln>
              <a:effectLst/>
              <a:sp3d/>
            </c:spPr>
            <c:extLst>
              <c:ext xmlns:c16="http://schemas.microsoft.com/office/drawing/2014/chart" uri="{C3380CC4-5D6E-409C-BE32-E72D297353CC}">
                <c16:uniqueId val="{0000000F-301D-4434-8A67-31F100F13634}"/>
              </c:ext>
            </c:extLst>
          </c:dPt>
          <c:dLbls>
            <c:numFmt formatCode="_(&quot;$&quot;* #,##0_);_(&quot;$&quot;* \(#,##0\);_(&quot;$&quot;* &quot;-&quot;_);_(@_)" sourceLinked="0"/>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Sheet1!$A$2:$A$9</c:f>
              <c:strCache>
                <c:ptCount val="8"/>
                <c:pt idx="0">
                  <c:v>Apple Inc</c:v>
                </c:pt>
                <c:pt idx="1">
                  <c:v>NVIDIA Corp</c:v>
                </c:pt>
                <c:pt idx="2">
                  <c:v>Microsoft Corp</c:v>
                </c:pt>
                <c:pt idx="3">
                  <c:v>Vanguard 500 Index</c:v>
                </c:pt>
                <c:pt idx="4">
                  <c:v>Vanguard Market Index</c:v>
                </c:pt>
                <c:pt idx="5">
                  <c:v>Exxon Mobil Corp</c:v>
                </c:pt>
                <c:pt idx="6">
                  <c:v>Chevron Corp</c:v>
                </c:pt>
                <c:pt idx="7">
                  <c:v>Shell</c:v>
                </c:pt>
              </c:strCache>
            </c:strRef>
          </c:cat>
          <c:val>
            <c:numRef>
              <c:f>Sheet1!$B$2:$B$9</c:f>
              <c:numCache>
                <c:formatCode>#,##0</c:formatCode>
                <c:ptCount val="8"/>
                <c:pt idx="0">
                  <c:v>2881849840000</c:v>
                </c:pt>
                <c:pt idx="1">
                  <c:v>2874943085400</c:v>
                </c:pt>
                <c:pt idx="2">
                  <c:v>1396535164757</c:v>
                </c:pt>
                <c:pt idx="3">
                  <c:v>1151936102320</c:v>
                </c:pt>
                <c:pt idx="4">
                  <c:v>1151681928192</c:v>
                </c:pt>
                <c:pt idx="5">
                  <c:v>501647975400</c:v>
                </c:pt>
                <c:pt idx="6">
                  <c:v>289160944000</c:v>
                </c:pt>
                <c:pt idx="7">
                  <c:v>216344097200</c:v>
                </c:pt>
              </c:numCache>
            </c:numRef>
          </c:val>
          <c:extLst>
            <c:ext xmlns:c16="http://schemas.microsoft.com/office/drawing/2014/chart" uri="{C3380CC4-5D6E-409C-BE32-E72D297353CC}">
              <c16:uniqueId val="{00000000-0FEE-468A-83D2-A7BA252F3B20}"/>
            </c:ext>
          </c:extLst>
        </c:ser>
        <c:dLbls>
          <c:showLegendKey val="0"/>
          <c:showVal val="1"/>
          <c:showCatName val="0"/>
          <c:showSerName val="0"/>
          <c:showPercent val="0"/>
          <c:showBubbleSize val="0"/>
        </c:dLbls>
        <c:gapWidth val="150"/>
        <c:shape val="box"/>
        <c:axId val="981645375"/>
        <c:axId val="541989728"/>
        <c:axId val="0"/>
      </c:bar3DChart>
      <c:catAx>
        <c:axId val="981645375"/>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1" i="0" u="none" strike="noStrike" kern="1200" baseline="0">
                <a:solidFill>
                  <a:srgbClr val="002060"/>
                </a:solidFill>
                <a:latin typeface="+mn-lt"/>
                <a:ea typeface="+mn-ea"/>
                <a:cs typeface="+mn-cs"/>
              </a:defRPr>
            </a:pPr>
            <a:endParaRPr lang="en-US"/>
          </a:p>
        </c:txPr>
        <c:crossAx val="541989728"/>
        <c:crosses val="autoZero"/>
        <c:auto val="1"/>
        <c:lblAlgn val="l"/>
        <c:lblOffset val="100"/>
        <c:noMultiLvlLbl val="0"/>
      </c:catAx>
      <c:valAx>
        <c:axId val="541989728"/>
        <c:scaling>
          <c:orientation val="minMax"/>
        </c:scaling>
        <c:delete val="0"/>
        <c:axPos val="b"/>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050" b="1" i="0" u="none" strike="noStrike" kern="1200" baseline="0">
                <a:solidFill>
                  <a:schemeClr val="tx1">
                    <a:lumMod val="65000"/>
                    <a:lumOff val="35000"/>
                  </a:schemeClr>
                </a:solidFill>
                <a:latin typeface="+mn-lt"/>
                <a:ea typeface="+mn-ea"/>
                <a:cs typeface="+mn-cs"/>
              </a:defRPr>
            </a:pPr>
            <a:endParaRPr lang="en-US"/>
          </a:p>
        </c:txPr>
        <c:crossAx val="981645375"/>
        <c:crosses val="autoZero"/>
        <c:crossBetween val="between"/>
        <c:dispUnits>
          <c:builtInUnit val="billions"/>
          <c:dispUnitsLbl>
            <c:spPr>
              <a:noFill/>
              <a:ln>
                <a:noFill/>
              </a:ln>
              <a:effectLst/>
            </c:spPr>
            <c:txPr>
              <a:bodyPr rot="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endParaRPr lang="en-US"/>
              </a:p>
            </c:txPr>
          </c:dispUnitsLbl>
        </c:dispUnits>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7">
  <cs:axisTitle>
    <cs:lnRef idx="0"/>
    <cs:fillRef idx="0"/>
    <cs:effectRef idx="0"/>
    <cs:fontRef idx="minor">
      <a:schemeClr val="tx2"/>
    </cs:fontRef>
    <cs:defRPr sz="1197" b="1" kern="1200"/>
  </cs:axisTitle>
  <cs:categoryAxis>
    <cs:lnRef idx="0"/>
    <cs:fillRef idx="0"/>
    <cs:effectRef idx="0"/>
    <cs:fontRef idx="minor">
      <a:schemeClr val="tx2"/>
    </cs:fontRef>
    <cs:spPr>
      <a:ln w="9525" cap="flat" cmpd="sng" algn="ctr">
        <a:solidFill>
          <a:schemeClr val="tx2">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2">
            <a:lumMod val="15000"/>
            <a:lumOff val="85000"/>
          </a:schemeClr>
        </a:solidFill>
        <a:round/>
      </a:ln>
    </cs:spPr>
    <cs:defRPr sz="1197" kern="1200"/>
  </cs:chartArea>
  <cs:dataLabel>
    <cs:lnRef idx="0"/>
    <cs:fillRef idx="0"/>
    <cs:effectRef idx="0"/>
    <cs:fontRef idx="minor">
      <a:schemeClr val="tx2"/>
    </cs:fontRef>
    <cs:defRPr sz="1197" kern="1200"/>
  </cs:dataLabel>
  <cs:dataLabelCallout>
    <cs:lnRef idx="0"/>
    <cs:fillRef idx="0"/>
    <cs:effectRef idx="0"/>
    <cs:fontRef idx="minor">
      <a:schemeClr val="dk2">
        <a:lumMod val="7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2"/>
    <cs:fontRef idx="minor">
      <a:schemeClr val="tx2"/>
    </cs:fontRef>
  </cs:dataPoint>
  <cs:dataPoint3D>
    <cs:lnRef idx="0"/>
    <cs:fillRef idx="3">
      <cs:styleClr val="auto"/>
    </cs:fillRef>
    <cs:effectRef idx="2"/>
    <cs:fontRef idx="minor">
      <a:schemeClr val="tx2"/>
    </cs:fontRef>
  </cs:dataPoint3D>
  <cs:dataPointLine>
    <cs:lnRef idx="0">
      <cs:styleClr val="auto"/>
    </cs:lnRef>
    <cs:fillRef idx="3"/>
    <cs:effectRef idx="2"/>
    <cs:fontRef idx="minor">
      <a:schemeClr val="tx2"/>
    </cs:fontRef>
    <cs:spPr>
      <a:ln w="31750" cap="rnd">
        <a:solidFill>
          <a:schemeClr val="phClr"/>
        </a:solidFill>
        <a:round/>
      </a:ln>
    </cs:spPr>
  </cs:dataPointLine>
  <cs:dataPointMarker>
    <cs:lnRef idx="0"/>
    <cs:fillRef idx="3">
      <cs:styleClr val="auto"/>
    </cs:fillRef>
    <cs:effectRef idx="2"/>
    <cs:fontRef idx="minor">
      <a:schemeClr val="tx2"/>
    </cs:fontRef>
    <cs:spPr>
      <a:ln w="12700">
        <a:solidFill>
          <a:schemeClr val="lt2"/>
        </a:solidFill>
        <a:round/>
      </a:ln>
    </cs:spPr>
  </cs:dataPointMarker>
  <cs:dataPointMarkerLayout symbol="circle" size="6"/>
  <cs:dataPointWireframe>
    <cs:lnRef idx="0">
      <cs:styleClr val="auto"/>
    </cs:lnRef>
    <cs:fillRef idx="3"/>
    <cs:effectRef idx="2"/>
    <cs:fontRef idx="minor">
      <a:schemeClr val="tx2"/>
    </cs:fontRef>
    <cs:spPr>
      <a:ln w="9525" cap="rnd">
        <a:solidFill>
          <a:schemeClr val="phClr"/>
        </a:solidFill>
        <a:round/>
      </a:ln>
    </cs:spPr>
  </cs:dataPointWireframe>
  <cs:dataTable>
    <cs:lnRef idx="0"/>
    <cs:fillRef idx="0"/>
    <cs:effectRef idx="0"/>
    <cs:fontRef idx="minor">
      <a:schemeClr val="tx2"/>
    </cs:fontRef>
    <cs:spPr>
      <a:ln w="9525">
        <a:solidFill>
          <a:schemeClr val="tx2">
            <a:lumMod val="15000"/>
            <a:lumOff val="85000"/>
          </a:schemeClr>
        </a:solidFill>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2"/>
    </cs:fontRef>
    <cs:spPr>
      <a:ln w="9525">
        <a:solidFill>
          <a:schemeClr val="tx2">
            <a:lumMod val="60000"/>
            <a:lumOff val="40000"/>
          </a:schemeClr>
        </a:solidFill>
        <a:prstDash val="dash"/>
      </a:ln>
    </cs:spPr>
  </cs:dropLine>
  <cs:errorBar>
    <cs:lnRef idx="0"/>
    <cs:fillRef idx="0"/>
    <cs:effectRef idx="0"/>
    <cs:fontRef idx="minor">
      <a:schemeClr val="tx2"/>
    </cs:fontRef>
    <cs:spPr>
      <a:ln w="9525">
        <a:solidFill>
          <a:schemeClr val="tx2">
            <a:lumMod val="75000"/>
            <a:lumOff val="25000"/>
          </a:schemeClr>
        </a:solidFill>
        <a:round/>
      </a:ln>
    </cs:spPr>
  </cs:errorBar>
  <cs:floor>
    <cs:lnRef idx="0"/>
    <cs:fillRef idx="0"/>
    <cs:effectRef idx="0"/>
    <cs:fontRef idx="minor">
      <a:schemeClr val="tx2"/>
    </cs:fontRef>
  </cs:floor>
  <cs:gridlineMajor>
    <cs:lnRef idx="0"/>
    <cs:fillRef idx="0"/>
    <cs:effectRef idx="0"/>
    <cs:fontRef idx="minor">
      <a:schemeClr val="tx2"/>
    </cs:fontRef>
    <cs:spPr>
      <a:ln w="9525" cap="flat" cmpd="sng" algn="ctr">
        <a:solidFill>
          <a:schemeClr val="tx2">
            <a:lumMod val="15000"/>
            <a:lumOff val="85000"/>
          </a:schemeClr>
        </a:solidFill>
        <a:round/>
      </a:ln>
    </cs:spPr>
  </cs:gridlineMajor>
  <cs:gridlineMinor>
    <cs:lnRef idx="0"/>
    <cs:fillRef idx="0"/>
    <cs:effectRef idx="0"/>
    <cs:fontRef idx="minor">
      <a:schemeClr val="tx2"/>
    </cs:fontRef>
    <cs:spPr>
      <a:ln>
        <a:solidFill>
          <a:schemeClr val="tx2">
            <a:lumMod val="5000"/>
            <a:lumOff val="95000"/>
          </a:schemeClr>
        </a:solidFill>
      </a:ln>
    </cs:spPr>
  </cs:gridlineMinor>
  <cs:hiLoLine>
    <cs:lnRef idx="0"/>
    <cs:fillRef idx="0"/>
    <cs:effectRef idx="0"/>
    <cs:fontRef idx="minor">
      <a:schemeClr val="tx2"/>
    </cs:fontRef>
    <cs:spPr>
      <a:ln w="9525">
        <a:solidFill>
          <a:schemeClr val="tx2">
            <a:lumMod val="60000"/>
            <a:lumOff val="40000"/>
          </a:schemeClr>
        </a:solidFill>
        <a:prstDash val="dash"/>
      </a:ln>
    </cs:spPr>
  </cs:hiLoLine>
  <cs:leaderLine>
    <cs:lnRef idx="0"/>
    <cs:fillRef idx="0"/>
    <cs:effectRef idx="0"/>
    <cs:fontRef idx="minor">
      <a:schemeClr val="tx2"/>
    </cs:fontRef>
    <cs:spPr>
      <a:ln w="9525">
        <a:solidFill>
          <a:schemeClr val="tx2">
            <a:lumMod val="35000"/>
            <a:lumOff val="65000"/>
          </a:schemeClr>
        </a:solidFill>
      </a:ln>
    </cs:spPr>
  </cs:leaderLine>
  <cs:legend>
    <cs:lnRef idx="0"/>
    <cs:fillRef idx="0"/>
    <cs:effectRef idx="0"/>
    <cs:fontRef idx="minor">
      <a:schemeClr val="tx2"/>
    </cs:fontRef>
    <cs:defRPr sz="1197" kern="1200"/>
  </cs:legend>
  <cs:plotArea>
    <cs:lnRef idx="0"/>
    <cs:fillRef idx="0"/>
    <cs:effectRef idx="0"/>
    <cs:fontRef idx="minor">
      <a:schemeClr val="tx2"/>
    </cs:fontRef>
  </cs:plotArea>
  <cs:plotArea3D>
    <cs:lnRef idx="0"/>
    <cs:fillRef idx="0"/>
    <cs:effectRef idx="0"/>
    <cs:fontRef idx="minor">
      <a:schemeClr val="tx2"/>
    </cs:fontRef>
  </cs:plotArea3D>
  <cs:seriesAxis>
    <cs:lnRef idx="0"/>
    <cs:fillRef idx="0"/>
    <cs:effectRef idx="0"/>
    <cs:fontRef idx="minor">
      <a:schemeClr val="tx2"/>
    </cs:fontRef>
    <cs:spPr>
      <a:ln w="9525" cap="flat" cmpd="sng" algn="ctr">
        <a:solidFill>
          <a:schemeClr val="tx2">
            <a:lumMod val="15000"/>
            <a:lumOff val="85000"/>
          </a:schemeClr>
        </a:solidFill>
        <a:round/>
      </a:ln>
    </cs:spPr>
    <cs:defRPr sz="1197" kern="1200"/>
  </cs:seriesAxis>
  <cs:seriesLine>
    <cs:lnRef idx="0"/>
    <cs:fillRef idx="0"/>
    <cs:effectRef idx="0"/>
    <cs:fontRef idx="minor">
      <a:schemeClr val="tx2"/>
    </cs:fontRef>
    <cs:spPr>
      <a:ln w="9525">
        <a:solidFill>
          <a:schemeClr val="tx2">
            <a:lumMod val="60000"/>
            <a:lumOff val="40000"/>
          </a:schemeClr>
        </a:solidFill>
        <a:prstDash val="dash"/>
      </a:ln>
    </cs:spPr>
  </cs:seriesLine>
  <cs:title>
    <cs:lnRef idx="0"/>
    <cs:fillRef idx="0"/>
    <cs:effectRef idx="0"/>
    <cs:fontRef idx="minor">
      <a:schemeClr val="tx2"/>
    </cs:fontRef>
    <cs:defRPr sz="2128" b="1" kern="1200"/>
  </cs:title>
  <cs:trendline>
    <cs:lnRef idx="0">
      <cs:styleClr val="auto"/>
    </cs:lnRef>
    <cs:fillRef idx="0"/>
    <cs:effectRef idx="0"/>
    <cs:fontRef idx="minor">
      <a:schemeClr val="tx2"/>
    </cs:fontRef>
    <cs:spPr>
      <a:ln w="19050" cap="rnd">
        <a:solidFill>
          <a:schemeClr val="phClr"/>
        </a:solidFill>
        <a:prstDash val="sysDash"/>
      </a:ln>
    </cs:spPr>
  </cs:trendline>
  <cs:trendlineLabel>
    <cs:lnRef idx="0"/>
    <cs:fillRef idx="0"/>
    <cs:effectRef idx="0"/>
    <cs:fontRef idx="minor">
      <a:schemeClr val="tx2"/>
    </cs:fontRef>
    <cs:defRPr sz="1197" kern="1200"/>
  </cs:trendlineLabel>
  <cs:upBar>
    <cs:lnRef idx="0"/>
    <cs:fillRef idx="0"/>
    <cs:effectRef idx="0"/>
    <cs:fontRef idx="minor">
      <a:schemeClr val="tx2"/>
    </cs:fontRef>
    <cs:spPr>
      <a:solidFill>
        <a:schemeClr val="lt1"/>
      </a:solidFill>
      <a:ln w="9525">
        <a:solidFill>
          <a:schemeClr val="tx1">
            <a:lumMod val="15000"/>
            <a:lumOff val="85000"/>
          </a:schemeClr>
        </a:solidFill>
      </a:ln>
    </cs:spPr>
  </cs:upBar>
  <cs:valueAxis>
    <cs:lnRef idx="0"/>
    <cs:fillRef idx="0"/>
    <cs:effectRef idx="0"/>
    <cs:fontRef idx="minor">
      <a:schemeClr val="tx2"/>
    </cs:fontRef>
    <cs:defRPr sz="1197" kern="1200"/>
  </cs:valueAxis>
  <cs:wall>
    <cs:lnRef idx="0"/>
    <cs:fillRef idx="0"/>
    <cs:effectRef idx="0"/>
    <cs:fontRef idx="minor">
      <a:schemeClr val="tx2"/>
    </cs:fontRef>
  </cs:wall>
</cs:chartStyle>
</file>

<file path=ppt/charts/style2.xml><?xml version="1.0" encoding="utf-8"?>
<cs:chartStyle xmlns:cs="http://schemas.microsoft.com/office/drawing/2012/chartStyle" xmlns:a="http://schemas.openxmlformats.org/drawingml/2006/main" id="28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FECE694-B589-4235-8C26-EA641D6560BA}" type="doc">
      <dgm:prSet loTypeId="urn:microsoft.com/office/officeart/2005/8/layout/pyramid1" loCatId="pyramid" qsTypeId="urn:microsoft.com/office/officeart/2005/8/quickstyle/3d1" qsCatId="3D" csTypeId="urn:microsoft.com/office/officeart/2005/8/colors/accent1_2" csCatId="accent1" phldr="1"/>
      <dgm:spPr>
        <a:scene3d>
          <a:camera prst="orthographicFront">
            <a:rot lat="0" lon="0" rev="0"/>
          </a:camera>
          <a:lightRig rig="balanced" dir="t">
            <a:rot lat="0" lon="0" rev="8700000"/>
          </a:lightRig>
        </a:scene3d>
      </dgm:spPr>
    </dgm:pt>
    <dgm:pt modelId="{A9137440-79E2-4D3D-A14F-77AE50589217}">
      <dgm:prSet phldrT="[Text]" custT="1"/>
      <dgm:spPr>
        <a:solidFill>
          <a:schemeClr val="accent6">
            <a:lumMod val="40000"/>
            <a:lumOff val="6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t>
        <a:bodyPr/>
        <a:lstStyle/>
        <a:p>
          <a:r>
            <a:rPr lang="en-CA" sz="1400" b="1" dirty="0">
              <a:solidFill>
                <a:srgbClr val="002060"/>
              </a:solidFill>
              <a:latin typeface="Segoe UI" panose="020B0502040204020203" pitchFamily="34" charset="0"/>
              <a:cs typeface="Segoe UI" panose="020B0502040204020203" pitchFamily="34" charset="0"/>
            </a:rPr>
            <a:t>Core Libraries</a:t>
          </a:r>
        </a:p>
      </dgm:t>
    </dgm:pt>
    <dgm:pt modelId="{4ED75CB0-6961-48A2-9B44-43EF34EB8354}" type="parTrans" cxnId="{C92D8A24-5D06-4583-B5BE-950F514A3B28}">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1712FB40-E1BD-453C-8E73-0D229630B639}" type="sibTrans" cxnId="{C92D8A24-5D06-4583-B5BE-950F514A3B28}">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3FB91C2F-EC31-4E5B-8163-171DFAD793DD}">
      <dgm:prSet phldrT="[Text]" custT="1"/>
      <dgm:spPr>
        <a:solidFill>
          <a:srgbClr val="FFCCCC"/>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t>
        <a:bodyPr/>
        <a:lstStyle/>
        <a:p>
          <a:r>
            <a:rPr lang="en-CA" sz="1400" b="1" dirty="0">
              <a:solidFill>
                <a:srgbClr val="002060"/>
              </a:solidFill>
              <a:latin typeface="Segoe UI" panose="020B0502040204020203" pitchFamily="34" charset="0"/>
              <a:cs typeface="Segoe UI" panose="020B0502040204020203" pitchFamily="34" charset="0"/>
            </a:rPr>
            <a:t>Visualisation</a:t>
          </a:r>
        </a:p>
      </dgm:t>
    </dgm:pt>
    <dgm:pt modelId="{698F52D5-C9F8-43D0-8362-1A15B793C78F}" type="parTrans" cxnId="{699345B1-27FF-442C-A567-1BB53AF24830}">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7D659204-53F2-451C-A0B8-BC37F2A3F84C}" type="sibTrans" cxnId="{699345B1-27FF-442C-A567-1BB53AF24830}">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80A91868-E908-43A1-998F-0644C65AE424}">
      <dgm:prSet phldrT="[Text]" custT="1"/>
      <dgm:spPr>
        <a:solidFill>
          <a:schemeClr val="accent4">
            <a:lumMod val="60000"/>
            <a:lumOff val="4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t>
        <a:bodyPr/>
        <a:lstStyle/>
        <a:p>
          <a:r>
            <a:rPr lang="en-CA" sz="1400" b="1" dirty="0">
              <a:solidFill>
                <a:srgbClr val="002060"/>
              </a:solidFill>
              <a:latin typeface="Segoe UI" panose="020B0502040204020203" pitchFamily="34" charset="0"/>
              <a:cs typeface="Segoe UI" panose="020B0502040204020203" pitchFamily="34" charset="0"/>
            </a:rPr>
            <a:t>Machine Learning</a:t>
          </a:r>
        </a:p>
      </dgm:t>
    </dgm:pt>
    <dgm:pt modelId="{5095BC3A-0CCE-465C-87B5-FFCF6EA2C257}" type="parTrans" cxnId="{C269D653-1870-447A-9CCC-87E003DE7992}">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3777FCE3-95A8-4D2E-AB0A-9EF3DAF4039C}" type="sibTrans" cxnId="{C269D653-1870-447A-9CCC-87E003DE7992}">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149A8FBB-8A92-430F-A994-16D7879F41B5}">
      <dgm:prSet custT="1"/>
      <dgm:spPr>
        <a:solidFill>
          <a:schemeClr val="accent3">
            <a:lumMod val="40000"/>
            <a:lumOff val="6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t>
        <a:bodyPr/>
        <a:lstStyle/>
        <a:p>
          <a:r>
            <a:rPr lang="en-CA" sz="1400" b="1" dirty="0">
              <a:solidFill>
                <a:srgbClr val="002060"/>
              </a:solidFill>
              <a:latin typeface="Segoe UI" panose="020B0502040204020203" pitchFamily="34" charset="0"/>
              <a:cs typeface="Segoe UI" panose="020B0502040204020203" pitchFamily="34" charset="0"/>
            </a:rPr>
            <a:t>Utilisation</a:t>
          </a:r>
        </a:p>
      </dgm:t>
    </dgm:pt>
    <dgm:pt modelId="{AE9D64F5-23C4-432E-A64D-1641923D5787}" type="parTrans" cxnId="{2FFBC78F-0112-4E4D-B794-3DCD7DAD40EA}">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A32AA58D-D8A6-4FD4-840F-5980D9A4D778}" type="sibTrans" cxnId="{2FFBC78F-0112-4E4D-B794-3DCD7DAD40EA}">
      <dgm:prSet/>
      <dgm:spPr/>
      <dgm:t>
        <a:bodyPr/>
        <a:lstStyle/>
        <a:p>
          <a:endParaRPr lang="en-CA" sz="1400" b="1">
            <a:solidFill>
              <a:srgbClr val="002060"/>
            </a:solidFill>
            <a:latin typeface="Segoe UI" panose="020B0502040204020203" pitchFamily="34" charset="0"/>
            <a:cs typeface="Segoe UI" panose="020B0502040204020203" pitchFamily="34" charset="0"/>
          </a:endParaRPr>
        </a:p>
      </dgm:t>
    </dgm:pt>
    <dgm:pt modelId="{C405533C-B567-441A-8D6C-9E0DE289CEF9}" type="pres">
      <dgm:prSet presAssocID="{3FECE694-B589-4235-8C26-EA641D6560BA}" presName="Name0" presStyleCnt="0">
        <dgm:presLayoutVars>
          <dgm:dir/>
          <dgm:animLvl val="lvl"/>
          <dgm:resizeHandles val="exact"/>
        </dgm:presLayoutVars>
      </dgm:prSet>
      <dgm:spPr/>
    </dgm:pt>
    <dgm:pt modelId="{2E548A68-8193-421D-B8CE-69D85AEA519B}" type="pres">
      <dgm:prSet presAssocID="{A9137440-79E2-4D3D-A14F-77AE50589217}" presName="Name8" presStyleCnt="0"/>
      <dgm:spPr>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pt>
    <dgm:pt modelId="{007BCAD4-A5FE-4244-B767-B1473B38EB22}" type="pres">
      <dgm:prSet presAssocID="{A9137440-79E2-4D3D-A14F-77AE50589217}" presName="level" presStyleLbl="node1" presStyleIdx="0" presStyleCnt="4">
        <dgm:presLayoutVars>
          <dgm:chMax val="1"/>
          <dgm:bulletEnabled val="1"/>
        </dgm:presLayoutVars>
      </dgm:prSet>
      <dgm:spPr/>
    </dgm:pt>
    <dgm:pt modelId="{11F96B96-C244-40A1-8C98-85193EF63FCF}" type="pres">
      <dgm:prSet presAssocID="{A9137440-79E2-4D3D-A14F-77AE50589217}" presName="levelTx" presStyleLbl="revTx" presStyleIdx="0" presStyleCnt="0">
        <dgm:presLayoutVars>
          <dgm:chMax val="1"/>
          <dgm:bulletEnabled val="1"/>
        </dgm:presLayoutVars>
      </dgm:prSet>
      <dgm:spPr/>
    </dgm:pt>
    <dgm:pt modelId="{340B41C6-0395-40E5-A548-52A6263CBDE5}" type="pres">
      <dgm:prSet presAssocID="{3FB91C2F-EC31-4E5B-8163-171DFAD793DD}" presName="Name8" presStyleCnt="0"/>
      <dgm:spPr>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pt>
    <dgm:pt modelId="{95C09CA2-542E-44C1-ACD6-7612D0409664}" type="pres">
      <dgm:prSet presAssocID="{3FB91C2F-EC31-4E5B-8163-171DFAD793DD}" presName="level" presStyleLbl="node1" presStyleIdx="1" presStyleCnt="4">
        <dgm:presLayoutVars>
          <dgm:chMax val="1"/>
          <dgm:bulletEnabled val="1"/>
        </dgm:presLayoutVars>
      </dgm:prSet>
      <dgm:spPr/>
    </dgm:pt>
    <dgm:pt modelId="{D2602E54-BF91-4BCD-871F-BFA99215F48C}" type="pres">
      <dgm:prSet presAssocID="{3FB91C2F-EC31-4E5B-8163-171DFAD793DD}" presName="levelTx" presStyleLbl="revTx" presStyleIdx="0" presStyleCnt="0">
        <dgm:presLayoutVars>
          <dgm:chMax val="1"/>
          <dgm:bulletEnabled val="1"/>
        </dgm:presLayoutVars>
      </dgm:prSet>
      <dgm:spPr/>
    </dgm:pt>
    <dgm:pt modelId="{5AFB7370-6819-4D4D-A427-C25C95DF474A}" type="pres">
      <dgm:prSet presAssocID="{80A91868-E908-43A1-998F-0644C65AE424}" presName="Name8" presStyleCnt="0"/>
      <dgm:spPr>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pt>
    <dgm:pt modelId="{B08FE069-8705-4774-B2A6-435A8BF36763}" type="pres">
      <dgm:prSet presAssocID="{80A91868-E908-43A1-998F-0644C65AE424}" presName="level" presStyleLbl="node1" presStyleIdx="2" presStyleCnt="4">
        <dgm:presLayoutVars>
          <dgm:chMax val="1"/>
          <dgm:bulletEnabled val="1"/>
        </dgm:presLayoutVars>
      </dgm:prSet>
      <dgm:spPr/>
    </dgm:pt>
    <dgm:pt modelId="{128C22B3-D811-4D24-9DBC-C0D7250502B4}" type="pres">
      <dgm:prSet presAssocID="{80A91868-E908-43A1-998F-0644C65AE424}" presName="levelTx" presStyleLbl="revTx" presStyleIdx="0" presStyleCnt="0">
        <dgm:presLayoutVars>
          <dgm:chMax val="1"/>
          <dgm:bulletEnabled val="1"/>
        </dgm:presLayoutVars>
      </dgm:prSet>
      <dgm:spPr/>
    </dgm:pt>
    <dgm:pt modelId="{0CFDDDF0-6D68-4F66-AA54-46F78E62EF7F}" type="pres">
      <dgm:prSet presAssocID="{149A8FBB-8A92-430F-A994-16D7879F41B5}" presName="Name8" presStyleCnt="0"/>
      <dgm:spPr>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dgm:spPr>
    </dgm:pt>
    <dgm:pt modelId="{D0D5EB87-461C-4E51-B023-932A22902CF6}" type="pres">
      <dgm:prSet presAssocID="{149A8FBB-8A92-430F-A994-16D7879F41B5}" presName="level" presStyleLbl="node1" presStyleIdx="3" presStyleCnt="4">
        <dgm:presLayoutVars>
          <dgm:chMax val="1"/>
          <dgm:bulletEnabled val="1"/>
        </dgm:presLayoutVars>
      </dgm:prSet>
      <dgm:spPr/>
    </dgm:pt>
    <dgm:pt modelId="{03E2043A-FD98-4163-9294-32D137866D27}" type="pres">
      <dgm:prSet presAssocID="{149A8FBB-8A92-430F-A994-16D7879F41B5}" presName="levelTx" presStyleLbl="revTx" presStyleIdx="0" presStyleCnt="0">
        <dgm:presLayoutVars>
          <dgm:chMax val="1"/>
          <dgm:bulletEnabled val="1"/>
        </dgm:presLayoutVars>
      </dgm:prSet>
      <dgm:spPr/>
    </dgm:pt>
  </dgm:ptLst>
  <dgm:cxnLst>
    <dgm:cxn modelId="{F3A1120C-B71C-4D22-87C7-60BD999E75FE}" type="presOf" srcId="{A9137440-79E2-4D3D-A14F-77AE50589217}" destId="{11F96B96-C244-40A1-8C98-85193EF63FCF}" srcOrd="1" destOrd="0" presId="urn:microsoft.com/office/officeart/2005/8/layout/pyramid1"/>
    <dgm:cxn modelId="{C92D8A24-5D06-4583-B5BE-950F514A3B28}" srcId="{3FECE694-B589-4235-8C26-EA641D6560BA}" destId="{A9137440-79E2-4D3D-A14F-77AE50589217}" srcOrd="0" destOrd="0" parTransId="{4ED75CB0-6961-48A2-9B44-43EF34EB8354}" sibTransId="{1712FB40-E1BD-453C-8E73-0D229630B639}"/>
    <dgm:cxn modelId="{18A8685D-34D6-40D3-8599-06DC773C6241}" type="presOf" srcId="{3FB91C2F-EC31-4E5B-8163-171DFAD793DD}" destId="{D2602E54-BF91-4BCD-871F-BFA99215F48C}" srcOrd="1" destOrd="0" presId="urn:microsoft.com/office/officeart/2005/8/layout/pyramid1"/>
    <dgm:cxn modelId="{020BE163-0489-4147-969B-63328438CAF7}" type="presOf" srcId="{3FECE694-B589-4235-8C26-EA641D6560BA}" destId="{C405533C-B567-441A-8D6C-9E0DE289CEF9}" srcOrd="0" destOrd="0" presId="urn:microsoft.com/office/officeart/2005/8/layout/pyramid1"/>
    <dgm:cxn modelId="{F9A35C4F-D51F-44E2-9B64-CC746B639109}" type="presOf" srcId="{A9137440-79E2-4D3D-A14F-77AE50589217}" destId="{007BCAD4-A5FE-4244-B767-B1473B38EB22}" srcOrd="0" destOrd="0" presId="urn:microsoft.com/office/officeart/2005/8/layout/pyramid1"/>
    <dgm:cxn modelId="{C269D653-1870-447A-9CCC-87E003DE7992}" srcId="{3FECE694-B589-4235-8C26-EA641D6560BA}" destId="{80A91868-E908-43A1-998F-0644C65AE424}" srcOrd="2" destOrd="0" parTransId="{5095BC3A-0CCE-465C-87B5-FFCF6EA2C257}" sibTransId="{3777FCE3-95A8-4D2E-AB0A-9EF3DAF4039C}"/>
    <dgm:cxn modelId="{5FA1D25A-4047-449E-A845-672E9BFC9546}" type="presOf" srcId="{149A8FBB-8A92-430F-A994-16D7879F41B5}" destId="{D0D5EB87-461C-4E51-B023-932A22902CF6}" srcOrd="0" destOrd="0" presId="urn:microsoft.com/office/officeart/2005/8/layout/pyramid1"/>
    <dgm:cxn modelId="{2FFBC78F-0112-4E4D-B794-3DCD7DAD40EA}" srcId="{3FECE694-B589-4235-8C26-EA641D6560BA}" destId="{149A8FBB-8A92-430F-A994-16D7879F41B5}" srcOrd="3" destOrd="0" parTransId="{AE9D64F5-23C4-432E-A64D-1641923D5787}" sibTransId="{A32AA58D-D8A6-4FD4-840F-5980D9A4D778}"/>
    <dgm:cxn modelId="{2EC6D4A6-FE4F-49CA-8B9E-F54A689675F1}" type="presOf" srcId="{3FB91C2F-EC31-4E5B-8163-171DFAD793DD}" destId="{95C09CA2-542E-44C1-ACD6-7612D0409664}" srcOrd="0" destOrd="0" presId="urn:microsoft.com/office/officeart/2005/8/layout/pyramid1"/>
    <dgm:cxn modelId="{699345B1-27FF-442C-A567-1BB53AF24830}" srcId="{3FECE694-B589-4235-8C26-EA641D6560BA}" destId="{3FB91C2F-EC31-4E5B-8163-171DFAD793DD}" srcOrd="1" destOrd="0" parTransId="{698F52D5-C9F8-43D0-8362-1A15B793C78F}" sibTransId="{7D659204-53F2-451C-A0B8-BC37F2A3F84C}"/>
    <dgm:cxn modelId="{82AF77C8-13CD-4707-AAF2-2EC025D61FC1}" type="presOf" srcId="{149A8FBB-8A92-430F-A994-16D7879F41B5}" destId="{03E2043A-FD98-4163-9294-32D137866D27}" srcOrd="1" destOrd="0" presId="urn:microsoft.com/office/officeart/2005/8/layout/pyramid1"/>
    <dgm:cxn modelId="{5DC0B5D6-8220-472E-818C-9DAE99CCDD93}" type="presOf" srcId="{80A91868-E908-43A1-998F-0644C65AE424}" destId="{B08FE069-8705-4774-B2A6-435A8BF36763}" srcOrd="0" destOrd="0" presId="urn:microsoft.com/office/officeart/2005/8/layout/pyramid1"/>
    <dgm:cxn modelId="{09F621E9-8E24-4849-9F13-B2BE90BE5E74}" type="presOf" srcId="{80A91868-E908-43A1-998F-0644C65AE424}" destId="{128C22B3-D811-4D24-9DBC-C0D7250502B4}" srcOrd="1" destOrd="0" presId="urn:microsoft.com/office/officeart/2005/8/layout/pyramid1"/>
    <dgm:cxn modelId="{DEF106F0-5734-4321-B29C-819E103B2CC8}" type="presParOf" srcId="{C405533C-B567-441A-8D6C-9E0DE289CEF9}" destId="{2E548A68-8193-421D-B8CE-69D85AEA519B}" srcOrd="0" destOrd="0" presId="urn:microsoft.com/office/officeart/2005/8/layout/pyramid1"/>
    <dgm:cxn modelId="{15453EF3-C97D-4789-92C3-CBA64C0E2D5F}" type="presParOf" srcId="{2E548A68-8193-421D-B8CE-69D85AEA519B}" destId="{007BCAD4-A5FE-4244-B767-B1473B38EB22}" srcOrd="0" destOrd="0" presId="urn:microsoft.com/office/officeart/2005/8/layout/pyramid1"/>
    <dgm:cxn modelId="{64FB0DE1-BB90-4F6E-9991-DADB8DD75515}" type="presParOf" srcId="{2E548A68-8193-421D-B8CE-69D85AEA519B}" destId="{11F96B96-C244-40A1-8C98-85193EF63FCF}" srcOrd="1" destOrd="0" presId="urn:microsoft.com/office/officeart/2005/8/layout/pyramid1"/>
    <dgm:cxn modelId="{25757595-FC36-44D1-A7AD-35801FAC7367}" type="presParOf" srcId="{C405533C-B567-441A-8D6C-9E0DE289CEF9}" destId="{340B41C6-0395-40E5-A548-52A6263CBDE5}" srcOrd="1" destOrd="0" presId="urn:microsoft.com/office/officeart/2005/8/layout/pyramid1"/>
    <dgm:cxn modelId="{A2703AC1-735E-4F43-BDF9-1F36376C41E2}" type="presParOf" srcId="{340B41C6-0395-40E5-A548-52A6263CBDE5}" destId="{95C09CA2-542E-44C1-ACD6-7612D0409664}" srcOrd="0" destOrd="0" presId="urn:microsoft.com/office/officeart/2005/8/layout/pyramid1"/>
    <dgm:cxn modelId="{01C61F0C-A201-4FA0-99C1-A432E2DD0E80}" type="presParOf" srcId="{340B41C6-0395-40E5-A548-52A6263CBDE5}" destId="{D2602E54-BF91-4BCD-871F-BFA99215F48C}" srcOrd="1" destOrd="0" presId="urn:microsoft.com/office/officeart/2005/8/layout/pyramid1"/>
    <dgm:cxn modelId="{210E2C93-385F-41FB-9E05-9AB1246F99EE}" type="presParOf" srcId="{C405533C-B567-441A-8D6C-9E0DE289CEF9}" destId="{5AFB7370-6819-4D4D-A427-C25C95DF474A}" srcOrd="2" destOrd="0" presId="urn:microsoft.com/office/officeart/2005/8/layout/pyramid1"/>
    <dgm:cxn modelId="{C91BF18E-5A4C-45F4-9059-8F0FC5487634}" type="presParOf" srcId="{5AFB7370-6819-4D4D-A427-C25C95DF474A}" destId="{B08FE069-8705-4774-B2A6-435A8BF36763}" srcOrd="0" destOrd="0" presId="urn:microsoft.com/office/officeart/2005/8/layout/pyramid1"/>
    <dgm:cxn modelId="{38F1E6E5-2C38-4B91-990E-70AC670C4AB1}" type="presParOf" srcId="{5AFB7370-6819-4D4D-A427-C25C95DF474A}" destId="{128C22B3-D811-4D24-9DBC-C0D7250502B4}" srcOrd="1" destOrd="0" presId="urn:microsoft.com/office/officeart/2005/8/layout/pyramid1"/>
    <dgm:cxn modelId="{D692FB34-C45C-44F4-B06A-92D56D2303E9}" type="presParOf" srcId="{C405533C-B567-441A-8D6C-9E0DE289CEF9}" destId="{0CFDDDF0-6D68-4F66-AA54-46F78E62EF7F}" srcOrd="3" destOrd="0" presId="urn:microsoft.com/office/officeart/2005/8/layout/pyramid1"/>
    <dgm:cxn modelId="{9A52DEEE-6026-42E0-9217-4CB48141ADAA}" type="presParOf" srcId="{0CFDDDF0-6D68-4F66-AA54-46F78E62EF7F}" destId="{D0D5EB87-461C-4E51-B023-932A22902CF6}" srcOrd="0" destOrd="0" presId="urn:microsoft.com/office/officeart/2005/8/layout/pyramid1"/>
    <dgm:cxn modelId="{150F9807-501C-4CAD-A862-818C20AD1F56}" type="presParOf" srcId="{0CFDDDF0-6D68-4F66-AA54-46F78E62EF7F}" destId="{03E2043A-FD98-4163-9294-32D137866D27}" srcOrd="1" destOrd="0" presId="urn:microsoft.com/office/officeart/2005/8/layout/pyramid1"/>
  </dgm:cxnLst>
  <dgm:bg>
    <a:noFill/>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07BCAD4-A5FE-4244-B767-B1473B38EB22}">
      <dsp:nvSpPr>
        <dsp:cNvPr id="0" name=""/>
        <dsp:cNvSpPr/>
      </dsp:nvSpPr>
      <dsp:spPr>
        <a:xfrm>
          <a:off x="2000249" y="0"/>
          <a:ext cx="1333499" cy="1059656"/>
        </a:xfrm>
        <a:prstGeom prst="trapezoid">
          <a:avLst>
            <a:gd name="adj" fmla="val 62921"/>
          </a:avLst>
        </a:prstGeom>
        <a:solidFill>
          <a:schemeClr val="accent6">
            <a:lumMod val="40000"/>
            <a:lumOff val="6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rotWithShape="0">
            <a:srgbClr val="000000">
              <a:alpha val="32000"/>
            </a:srgbClr>
          </a:outerShdw>
        </a:effectLst>
        <a:scene3d>
          <a:camera prst="orthographicFront">
            <a:rot lat="0" lon="0" rev="0"/>
          </a:camera>
          <a:lightRig rig="balanced" dir="t">
            <a:rot lat="0" lon="0" rev="8700000"/>
          </a:lightRig>
        </a:scene3d>
        <a:sp3d>
          <a:bevelT w="190500" h="38100"/>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CA" sz="1400" b="1" kern="1200" dirty="0">
              <a:solidFill>
                <a:srgbClr val="002060"/>
              </a:solidFill>
              <a:latin typeface="Segoe UI" panose="020B0502040204020203" pitchFamily="34" charset="0"/>
              <a:cs typeface="Segoe UI" panose="020B0502040204020203" pitchFamily="34" charset="0"/>
            </a:rPr>
            <a:t>Core Libraries</a:t>
          </a:r>
        </a:p>
      </dsp:txBody>
      <dsp:txXfrm>
        <a:off x="2000249" y="0"/>
        <a:ext cx="1333499" cy="1059656"/>
      </dsp:txXfrm>
    </dsp:sp>
    <dsp:sp modelId="{95C09CA2-542E-44C1-ACD6-7612D0409664}">
      <dsp:nvSpPr>
        <dsp:cNvPr id="0" name=""/>
        <dsp:cNvSpPr/>
      </dsp:nvSpPr>
      <dsp:spPr>
        <a:xfrm>
          <a:off x="1333499" y="1059656"/>
          <a:ext cx="2666999" cy="1059656"/>
        </a:xfrm>
        <a:prstGeom prst="trapezoid">
          <a:avLst>
            <a:gd name="adj" fmla="val 62921"/>
          </a:avLst>
        </a:prstGeom>
        <a:solidFill>
          <a:srgbClr val="FFCCCC"/>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rotWithShape="0">
            <a:srgbClr val="000000">
              <a:alpha val="32000"/>
            </a:srgbClr>
          </a:outerShdw>
        </a:effectLst>
        <a:scene3d>
          <a:camera prst="orthographicFront">
            <a:rot lat="0" lon="0" rev="0"/>
          </a:camera>
          <a:lightRig rig="balanced" dir="t">
            <a:rot lat="0" lon="0" rev="8700000"/>
          </a:lightRig>
        </a:scene3d>
        <a:sp3d>
          <a:bevelT w="190500" h="38100"/>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CA" sz="1400" b="1" kern="1200" dirty="0">
              <a:solidFill>
                <a:srgbClr val="002060"/>
              </a:solidFill>
              <a:latin typeface="Segoe UI" panose="020B0502040204020203" pitchFamily="34" charset="0"/>
              <a:cs typeface="Segoe UI" panose="020B0502040204020203" pitchFamily="34" charset="0"/>
            </a:rPr>
            <a:t>Visualisation</a:t>
          </a:r>
        </a:p>
      </dsp:txBody>
      <dsp:txXfrm>
        <a:off x="1800224" y="1059656"/>
        <a:ext cx="1733549" cy="1059656"/>
      </dsp:txXfrm>
    </dsp:sp>
    <dsp:sp modelId="{B08FE069-8705-4774-B2A6-435A8BF36763}">
      <dsp:nvSpPr>
        <dsp:cNvPr id="0" name=""/>
        <dsp:cNvSpPr/>
      </dsp:nvSpPr>
      <dsp:spPr>
        <a:xfrm>
          <a:off x="666749" y="2119312"/>
          <a:ext cx="4000499" cy="1059656"/>
        </a:xfrm>
        <a:prstGeom prst="trapezoid">
          <a:avLst>
            <a:gd name="adj" fmla="val 62921"/>
          </a:avLst>
        </a:prstGeom>
        <a:solidFill>
          <a:schemeClr val="accent4">
            <a:lumMod val="60000"/>
            <a:lumOff val="4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rotWithShape="0">
            <a:srgbClr val="000000">
              <a:alpha val="32000"/>
            </a:srgbClr>
          </a:outerShdw>
        </a:effectLst>
        <a:scene3d>
          <a:camera prst="orthographicFront">
            <a:rot lat="0" lon="0" rev="0"/>
          </a:camera>
          <a:lightRig rig="balanced" dir="t">
            <a:rot lat="0" lon="0" rev="8700000"/>
          </a:lightRig>
        </a:scene3d>
        <a:sp3d>
          <a:bevelT w="190500" h="38100"/>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CA" sz="1400" b="1" kern="1200" dirty="0">
              <a:solidFill>
                <a:srgbClr val="002060"/>
              </a:solidFill>
              <a:latin typeface="Segoe UI" panose="020B0502040204020203" pitchFamily="34" charset="0"/>
              <a:cs typeface="Segoe UI" panose="020B0502040204020203" pitchFamily="34" charset="0"/>
            </a:rPr>
            <a:t>Machine Learning</a:t>
          </a:r>
        </a:p>
      </dsp:txBody>
      <dsp:txXfrm>
        <a:off x="1366837" y="2119312"/>
        <a:ext cx="2600324" cy="1059656"/>
      </dsp:txXfrm>
    </dsp:sp>
    <dsp:sp modelId="{D0D5EB87-461C-4E51-B023-932A22902CF6}">
      <dsp:nvSpPr>
        <dsp:cNvPr id="0" name=""/>
        <dsp:cNvSpPr/>
      </dsp:nvSpPr>
      <dsp:spPr>
        <a:xfrm>
          <a:off x="0" y="3178968"/>
          <a:ext cx="5333999" cy="1059656"/>
        </a:xfrm>
        <a:prstGeom prst="trapezoid">
          <a:avLst>
            <a:gd name="adj" fmla="val 62921"/>
          </a:avLst>
        </a:prstGeom>
        <a:solidFill>
          <a:schemeClr val="accent3">
            <a:lumMod val="40000"/>
            <a:lumOff val="60000"/>
          </a:schemeClr>
        </a:solid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outerShdw blurRad="44450" dist="27940" dir="5400000" algn="ctr" rotWithShape="0">
            <a:srgbClr val="000000">
              <a:alpha val="32000"/>
            </a:srgbClr>
          </a:outerShdw>
        </a:effectLst>
        <a:scene3d>
          <a:camera prst="orthographicFront">
            <a:rot lat="0" lon="0" rev="0"/>
          </a:camera>
          <a:lightRig rig="balanced" dir="t">
            <a:rot lat="0" lon="0" rev="8700000"/>
          </a:lightRig>
        </a:scene3d>
        <a:sp3d>
          <a:bevelT w="190500" h="38100"/>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CA" sz="1400" b="1" kern="1200" dirty="0">
              <a:solidFill>
                <a:srgbClr val="002060"/>
              </a:solidFill>
              <a:latin typeface="Segoe UI" panose="020B0502040204020203" pitchFamily="34" charset="0"/>
              <a:cs typeface="Segoe UI" panose="020B0502040204020203" pitchFamily="34" charset="0"/>
            </a:rPr>
            <a:t>Utilisation</a:t>
          </a:r>
        </a:p>
      </dsp:txBody>
      <dsp:txXfrm>
        <a:off x="933449" y="3178968"/>
        <a:ext cx="3467099" cy="1059656"/>
      </dsp:txXfrm>
    </dsp:sp>
  </dsp:spTree>
</dsp:drawing>
</file>

<file path=ppt/diagrams/layout1.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1F96AC-A70C-4AB2-967E-DC3E25C22540}" type="datetimeFigureOut">
              <a:rPr lang="en-CA" smtClean="0"/>
              <a:t>2025-04-11</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25C9C9-E592-457F-BBD4-4A1E1B21D305}" type="slidenum">
              <a:rPr lang="en-CA" smtClean="0"/>
              <a:t>‹#›</a:t>
            </a:fld>
            <a:endParaRPr lang="en-CA"/>
          </a:p>
        </p:txBody>
      </p:sp>
    </p:spTree>
    <p:extLst>
      <p:ext uri="{BB962C8B-B14F-4D97-AF65-F5344CB8AC3E}">
        <p14:creationId xmlns:p14="http://schemas.microsoft.com/office/powerpoint/2010/main" val="346019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0725C9C9-E592-457F-BBD4-4A1E1B21D305}" type="slidenum">
              <a:rPr lang="en-CA" smtClean="0"/>
              <a:t>7</a:t>
            </a:fld>
            <a:endParaRPr lang="en-CA"/>
          </a:p>
        </p:txBody>
      </p:sp>
    </p:spTree>
    <p:extLst>
      <p:ext uri="{BB962C8B-B14F-4D97-AF65-F5344CB8AC3E}">
        <p14:creationId xmlns:p14="http://schemas.microsoft.com/office/powerpoint/2010/main" val="307463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71769-516C-54BB-3FD1-F51A681EF3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C15C2-1143-92A8-61A0-AE471A0D7C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375B7C-DA32-2C55-B92D-EA0B44B574C2}"/>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064BB998-8245-179C-E160-57D1893BD336}"/>
              </a:ext>
            </a:extLst>
          </p:cNvPr>
          <p:cNvSpPr>
            <a:spLocks noGrp="1"/>
          </p:cNvSpPr>
          <p:nvPr>
            <p:ph type="sldNum" sz="quarter" idx="5"/>
          </p:nvPr>
        </p:nvSpPr>
        <p:spPr/>
        <p:txBody>
          <a:bodyPr/>
          <a:lstStyle/>
          <a:p>
            <a:fld id="{0725C9C9-E592-457F-BBD4-4A1E1B21D305}" type="slidenum">
              <a:rPr lang="en-CA" smtClean="0"/>
              <a:t>9</a:t>
            </a:fld>
            <a:endParaRPr lang="en-CA"/>
          </a:p>
        </p:txBody>
      </p:sp>
    </p:spTree>
    <p:extLst>
      <p:ext uri="{BB962C8B-B14F-4D97-AF65-F5344CB8AC3E}">
        <p14:creationId xmlns:p14="http://schemas.microsoft.com/office/powerpoint/2010/main" val="5432552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6967A-8666-52DF-3342-DAD14542D1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65A7AA-223C-F14D-0E43-49C63E6A40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18631C-6380-DAE8-10A8-C9F22DEB31AE}"/>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6C9E6F8F-D478-34EC-20A9-F85ACD69937F}"/>
              </a:ext>
            </a:extLst>
          </p:cNvPr>
          <p:cNvSpPr>
            <a:spLocks noGrp="1"/>
          </p:cNvSpPr>
          <p:nvPr>
            <p:ph type="sldNum" sz="quarter" idx="5"/>
          </p:nvPr>
        </p:nvSpPr>
        <p:spPr/>
        <p:txBody>
          <a:bodyPr/>
          <a:lstStyle/>
          <a:p>
            <a:fld id="{0725C9C9-E592-457F-BBD4-4A1E1B21D305}" type="slidenum">
              <a:rPr lang="en-CA" smtClean="0"/>
              <a:t>10</a:t>
            </a:fld>
            <a:endParaRPr lang="en-CA"/>
          </a:p>
        </p:txBody>
      </p:sp>
    </p:spTree>
    <p:extLst>
      <p:ext uri="{BB962C8B-B14F-4D97-AF65-F5344CB8AC3E}">
        <p14:creationId xmlns:p14="http://schemas.microsoft.com/office/powerpoint/2010/main" val="14458990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92AFE-78A0-9EA7-7A2F-FAD2E62C9E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C5C68F-A6E4-1B09-AB7C-6CC3FD4FE3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CEA686-6FD0-D64B-9D03-B31204FFD53D}"/>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06486384-0707-03C1-4A8C-A56C2D25F4DF}"/>
              </a:ext>
            </a:extLst>
          </p:cNvPr>
          <p:cNvSpPr>
            <a:spLocks noGrp="1"/>
          </p:cNvSpPr>
          <p:nvPr>
            <p:ph type="sldNum" sz="quarter" idx="5"/>
          </p:nvPr>
        </p:nvSpPr>
        <p:spPr/>
        <p:txBody>
          <a:bodyPr/>
          <a:lstStyle/>
          <a:p>
            <a:fld id="{0725C9C9-E592-457F-BBD4-4A1E1B21D305}" type="slidenum">
              <a:rPr lang="en-CA" smtClean="0"/>
              <a:t>11</a:t>
            </a:fld>
            <a:endParaRPr lang="en-CA"/>
          </a:p>
        </p:txBody>
      </p:sp>
    </p:spTree>
    <p:extLst>
      <p:ext uri="{BB962C8B-B14F-4D97-AF65-F5344CB8AC3E}">
        <p14:creationId xmlns:p14="http://schemas.microsoft.com/office/powerpoint/2010/main" val="26993238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0725C9C9-E592-457F-BBD4-4A1E1B21D305}" type="slidenum">
              <a:rPr lang="en-CA" smtClean="0"/>
              <a:t>12</a:t>
            </a:fld>
            <a:endParaRPr lang="en-CA"/>
          </a:p>
        </p:txBody>
      </p:sp>
    </p:spTree>
    <p:extLst>
      <p:ext uri="{BB962C8B-B14F-4D97-AF65-F5344CB8AC3E}">
        <p14:creationId xmlns:p14="http://schemas.microsoft.com/office/powerpoint/2010/main" val="5260170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B81A17-EE8B-1AE4-9A97-0C1B0B4E7E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239CF-DAD0-5C2B-C216-8CF0818AF6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17EF3F-F670-A09F-9863-A74EF5E34441}"/>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D55D322D-BDA1-8AA6-7545-31DBE2383597}"/>
              </a:ext>
            </a:extLst>
          </p:cNvPr>
          <p:cNvSpPr>
            <a:spLocks noGrp="1"/>
          </p:cNvSpPr>
          <p:nvPr>
            <p:ph type="sldNum" sz="quarter" idx="5"/>
          </p:nvPr>
        </p:nvSpPr>
        <p:spPr/>
        <p:txBody>
          <a:bodyPr/>
          <a:lstStyle/>
          <a:p>
            <a:fld id="{0725C9C9-E592-457F-BBD4-4A1E1B21D305}" type="slidenum">
              <a:rPr lang="en-CA" smtClean="0"/>
              <a:t>17</a:t>
            </a:fld>
            <a:endParaRPr lang="en-CA"/>
          </a:p>
        </p:txBody>
      </p:sp>
    </p:spTree>
    <p:extLst>
      <p:ext uri="{BB962C8B-B14F-4D97-AF65-F5344CB8AC3E}">
        <p14:creationId xmlns:p14="http://schemas.microsoft.com/office/powerpoint/2010/main" val="7809903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2.xml"/><Relationship Id="rId4" Type="http://schemas.microsoft.com/office/2007/relationships/hdphoto" Target="../media/hdphoto1.wdp"/></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92FDF747-B622-7F48-9215-C3A606BDEB98}"/>
              </a:ext>
            </a:extLst>
          </p:cNvPr>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10834771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CE525-4063-4C4F-8334-FBA02DB69372}"/>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CB14EC97-9D34-BE48-9367-02F3BA14827A}"/>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EBB8E19-FEF2-7A4B-8575-5AFEB134BC56}"/>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513A4E28-3138-784C-8CBB-8586D8EE030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FB07D0F-3645-6B43-9AD7-762199572C65}"/>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3980340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63CE8-FC8A-B648-971E-6DC96997A7A7}"/>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634958-58AE-3F4E-8C00-440B25A937A7}"/>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5872462-6007-A64A-86E6-F5ED46C87269}"/>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99D379FD-EE00-8243-9FA5-BC4C116FAB7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E72C754-6A4A-424A-B972-C341147C4E0D}"/>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39887771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B8FC9-14F0-064F-BEB7-9DA0B582216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9F565333-3885-5246-9997-584B944334CC}"/>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2A3D495-0AB7-4245-BD03-FEF725EE8B32}"/>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7A3532B-22A8-4948-8614-690AB67FC7F6}"/>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6" name="Footer Placeholder 5">
            <a:extLst>
              <a:ext uri="{FF2B5EF4-FFF2-40B4-BE49-F238E27FC236}">
                <a16:creationId xmlns:a16="http://schemas.microsoft.com/office/drawing/2014/main" id="{BE45A5D6-868E-4849-A5DA-84702CEDFE8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7D682E35-43FC-E946-AA84-7E00546A24B6}"/>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26558956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14121-1457-7D45-BFFD-BECD6649741B}"/>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6CE09A76-C125-0945-BCD8-FF2A0498A56E}"/>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5B142CC-BC3F-664E-A6C2-3854B8D4E8C7}"/>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FA8D54-9ED9-E345-B69E-FF5D485B134B}"/>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09B295F-F3C2-5646-A5F3-194FE6EFEB29}"/>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0516157-5FC9-E841-A6FC-14EBCFDEC672}"/>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8" name="Footer Placeholder 7">
            <a:extLst>
              <a:ext uri="{FF2B5EF4-FFF2-40B4-BE49-F238E27FC236}">
                <a16:creationId xmlns:a16="http://schemas.microsoft.com/office/drawing/2014/main" id="{3544E072-D5B7-D647-82C0-40BEAE857D43}"/>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9" name="Slide Number Placeholder 8">
            <a:extLst>
              <a:ext uri="{FF2B5EF4-FFF2-40B4-BE49-F238E27FC236}">
                <a16:creationId xmlns:a16="http://schemas.microsoft.com/office/drawing/2014/main" id="{47A73D6E-2A82-7344-BB8C-513E6DA4E143}"/>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8254773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9B4CE-9E7B-564C-A6C3-DCABF996FBD2}"/>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4CF8A31D-92A5-DF47-9C3A-9F9C1CF8FC6B}"/>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4" name="Footer Placeholder 3">
            <a:extLst>
              <a:ext uri="{FF2B5EF4-FFF2-40B4-BE49-F238E27FC236}">
                <a16:creationId xmlns:a16="http://schemas.microsoft.com/office/drawing/2014/main" id="{FFE7EADA-8BC4-974C-BBA1-7390F15FD58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E89EC0A8-C281-FF40-A774-EAF6089BB00F}"/>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0572316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F027EBC-C9EC-5844-B3BF-5151B2F70EA4}"/>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3" name="Footer Placeholder 2">
            <a:extLst>
              <a:ext uri="{FF2B5EF4-FFF2-40B4-BE49-F238E27FC236}">
                <a16:creationId xmlns:a16="http://schemas.microsoft.com/office/drawing/2014/main" id="{A9F664BF-C7CE-DC46-9D6D-A9335EE9D8B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6A1AAD4E-B732-E349-8793-C20A3D6B70AE}"/>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24761743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3A651-FEEA-2140-82D8-9C06A36F929A}"/>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4D2DAEA-C881-354D-A17E-2A95857F0CA4}"/>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02148C2-62EB-B446-BB7C-69F5E480649F}"/>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114D069-D155-9141-9045-DB41904753A7}"/>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6" name="Footer Placeholder 5">
            <a:extLst>
              <a:ext uri="{FF2B5EF4-FFF2-40B4-BE49-F238E27FC236}">
                <a16:creationId xmlns:a16="http://schemas.microsoft.com/office/drawing/2014/main" id="{2C0EE34C-EABB-6848-A341-7CA0C2937980}"/>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0C04AAD-C125-DD44-8102-9F28820805FD}"/>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33108989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D611A-FFDF-C848-A433-C5B125C402E0}"/>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96C0E97-AC3D-784B-96B7-0D18B5A35AE1}"/>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86B37986-0214-C348-AB5F-D54BF288107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F6860A9-8610-9347-BAE7-F23CCA13E55B}"/>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6" name="Footer Placeholder 5">
            <a:extLst>
              <a:ext uri="{FF2B5EF4-FFF2-40B4-BE49-F238E27FC236}">
                <a16:creationId xmlns:a16="http://schemas.microsoft.com/office/drawing/2014/main" id="{14249D7C-BCAA-DE44-AE89-5178DA8D82A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355319C3-A65D-764B-BD49-57D0082AE9A9}"/>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9081102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DD383-EB92-5540-96BB-199B7760EF4D}"/>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9FED7B-4DA5-4346-B7E2-D18782430F68}"/>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2B5F2C-52A9-3047-A473-9FFC051518A0}"/>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DAC041C9-0677-664D-B2BB-69B0A6A70931}"/>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E0B34EA4-D670-2C41-9EF4-392023D22E4F}"/>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3161137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D05DB93-A58E-714C-BD6E-76F1D21AEA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DF83819-F149-7645-A0DD-B53DD9D84837}"/>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DFB065F-A67E-EF4E-A12F-EB30F584E490}"/>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356E9D5F-8CC5-8740-9426-35E9D812FC6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DBB1DE0B-93CB-5C41-B581-C00D0F9F7CC2}"/>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5710083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cSld name="1_Blank">
    <p:spTree>
      <p:nvGrpSpPr>
        <p:cNvPr id="1" name=""/>
        <p:cNvGrpSpPr/>
        <p:nvPr/>
      </p:nvGrpSpPr>
      <p:grpSpPr>
        <a:xfrm>
          <a:off x="0" y="0"/>
          <a:ext cx="0" cy="0"/>
          <a:chOff x="0" y="0"/>
          <a:chExt cx="0" cy="0"/>
        </a:xfrm>
      </p:grpSpPr>
      <p:sp>
        <p:nvSpPr>
          <p:cNvPr id="9" name="Title 1"/>
          <p:cNvSpPr>
            <a:spLocks noGrp="1"/>
          </p:cNvSpPr>
          <p:nvPr>
            <p:ph type="ctrTitle"/>
          </p:nvPr>
        </p:nvSpPr>
        <p:spPr>
          <a:xfrm>
            <a:off x="1524000" y="1122363"/>
            <a:ext cx="9144000" cy="2387600"/>
          </a:xfrm>
          <a:prstGeom prst="rect">
            <a:avLst/>
          </a:prstGeom>
        </p:spPr>
        <p:txBody>
          <a:bodyPr anchor="b">
            <a:normAutofit/>
          </a:bodyPr>
          <a:lstStyle>
            <a:lvl1pPr algn="ctr">
              <a:defRPr sz="4800">
                <a:solidFill>
                  <a:srgbClr val="005493"/>
                </a:solidFill>
                <a:latin typeface="IBM Plex Mono SemiBold" panose="020B0709050203000203" pitchFamily="49" charset="0"/>
                <a:ea typeface="IBM Plex Mono SemiBold" panose="020B0709050203000203" pitchFamily="49" charset="0"/>
                <a:cs typeface="IBM Plex Mono SemiBold" panose="020B0709050203000203" pitchFamily="49" charset="0"/>
              </a:defRPr>
            </a:lvl1pPr>
          </a:lstStyle>
          <a:p>
            <a:r>
              <a:rPr lang="en-US"/>
              <a:t>Click to edit Master title style</a:t>
            </a:r>
          </a:p>
        </p:txBody>
      </p:sp>
      <p:sp>
        <p:nvSpPr>
          <p:cNvPr id="2" name="Footer Placeholder 1">
            <a:extLst>
              <a:ext uri="{FF2B5EF4-FFF2-40B4-BE49-F238E27FC236}">
                <a16:creationId xmlns:a16="http://schemas.microsoft.com/office/drawing/2014/main" id="{FD30FDD2-E0CC-3E4C-A49E-91BE8BE0367F}"/>
              </a:ext>
            </a:extLst>
          </p:cNvPr>
          <p:cNvSpPr>
            <a:spLocks noGrp="1"/>
          </p:cNvSpPr>
          <p:nvPr>
            <p:ph type="ftr" sz="quarter" idx="10"/>
          </p:nvPr>
        </p:nvSpPr>
        <p:spPr>
          <a:xfrm>
            <a:off x="4038600" y="6356350"/>
            <a:ext cx="4114800" cy="365125"/>
          </a:xfrm>
          <a:prstGeom prst="rect">
            <a:avLst/>
          </a:prstGeom>
        </p:spPr>
        <p:txBody>
          <a:bodyPr/>
          <a:lstStyle/>
          <a:p>
            <a:endParaRPr lang="en-US" dirty="0"/>
          </a:p>
        </p:txBody>
      </p:sp>
    </p:spTree>
    <p:extLst>
      <p:ext uri="{BB962C8B-B14F-4D97-AF65-F5344CB8AC3E}">
        <p14:creationId xmlns:p14="http://schemas.microsoft.com/office/powerpoint/2010/main" val="16435843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1_Vertical Title and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ooter Placeholder 3">
            <a:extLst>
              <a:ext uri="{FF2B5EF4-FFF2-40B4-BE49-F238E27FC236}">
                <a16:creationId xmlns:a16="http://schemas.microsoft.com/office/drawing/2014/main" id="{AA119083-F06C-6F4F-9852-321B8C953CC2}"/>
              </a:ext>
            </a:extLst>
          </p:cNvPr>
          <p:cNvSpPr>
            <a:spLocks noGrp="1"/>
          </p:cNvSpPr>
          <p:nvPr>
            <p:ph type="ftr" sz="quarter" idx="10"/>
          </p:nvPr>
        </p:nvSpPr>
        <p:spPr>
          <a:xfrm>
            <a:off x="4038600" y="6356350"/>
            <a:ext cx="4114800" cy="365125"/>
          </a:xfrm>
          <a:prstGeom prst="rect">
            <a:avLst/>
          </a:prstGeom>
        </p:spPr>
        <p:txBody>
          <a:bodyPr/>
          <a:lstStyle/>
          <a:p>
            <a:endParaRPr lang="en-US" dirty="0"/>
          </a:p>
        </p:txBody>
      </p:sp>
    </p:spTree>
    <p:extLst>
      <p:ext uri="{BB962C8B-B14F-4D97-AF65-F5344CB8AC3E}">
        <p14:creationId xmlns:p14="http://schemas.microsoft.com/office/powerpoint/2010/main" val="36363569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3A7CD3-94E1-42A9-BAB7-2AFCD9FCBD10}"/>
              </a:ext>
            </a:extLst>
          </p:cNvPr>
          <p:cNvSpPr>
            <a:spLocks noGrp="1"/>
          </p:cNvSpPr>
          <p:nvPr>
            <p:ph type="ctrTitle"/>
          </p:nvPr>
        </p:nvSpPr>
        <p:spPr>
          <a:xfrm>
            <a:off x="691078" y="722903"/>
            <a:ext cx="10495904" cy="2460770"/>
          </a:xfrm>
        </p:spPr>
        <p:txBody>
          <a:bodyPr anchor="b">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8467609B-8FD3-4FF7-8EBC-6619CA868B33}"/>
              </a:ext>
            </a:extLst>
          </p:cNvPr>
          <p:cNvSpPr>
            <a:spLocks noGrp="1"/>
          </p:cNvSpPr>
          <p:nvPr>
            <p:ph type="subTitle" idx="1"/>
          </p:nvPr>
        </p:nvSpPr>
        <p:spPr>
          <a:xfrm>
            <a:off x="691078" y="3428997"/>
            <a:ext cx="10495904" cy="2306639"/>
          </a:xfrm>
        </p:spPr>
        <p:txBody>
          <a:bodyPr/>
          <a:lstStyle>
            <a:lvl1pPr marL="0" indent="0" algn="l">
              <a:buNone/>
              <a:defRPr sz="24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ACC7A76F-3401-4F50-AE85-8F2AA247B99F}"/>
              </a:ext>
            </a:extLst>
          </p:cNvPr>
          <p:cNvSpPr>
            <a:spLocks noGrp="1"/>
          </p:cNvSpPr>
          <p:nvPr>
            <p:ph type="dt" sz="half" idx="10"/>
          </p:nvPr>
        </p:nvSpPr>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DEF02E50-D34E-4DD4-8B3B-55D08F25F50A}"/>
              </a:ext>
            </a:extLst>
          </p:cNvPr>
          <p:cNvSpPr>
            <a:spLocks noGrp="1"/>
          </p:cNvSpPr>
          <p:nvPr>
            <p:ph type="ftr" sz="quarter" idx="11"/>
          </p:nvPr>
        </p:nvSpPr>
        <p:spPr>
          <a:xfrm>
            <a:off x="691078" y="236364"/>
            <a:ext cx="4114800" cy="417126"/>
          </a:xfrm>
        </p:spPr>
        <p:txBody>
          <a:bodyPr/>
          <a:lstStyle/>
          <a:p>
            <a:endParaRPr lang="en-US" dirty="0"/>
          </a:p>
        </p:txBody>
      </p:sp>
      <p:sp>
        <p:nvSpPr>
          <p:cNvPr id="6" name="Slide Number Placeholder 5">
            <a:extLst>
              <a:ext uri="{FF2B5EF4-FFF2-40B4-BE49-F238E27FC236}">
                <a16:creationId xmlns:a16="http://schemas.microsoft.com/office/drawing/2014/main" id="{37B53B71-D2FA-4DDC-9C9C-E26F7B591A8E}"/>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42230666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12555372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dirty="0"/>
              <a:t>Click to edit Master title style</a:t>
            </a:r>
          </a:p>
        </p:txBody>
      </p:sp>
      <p:sp>
        <p:nvSpPr>
          <p:cNvPr id="12" name="Content Placeholder 2"/>
          <p:cNvSpPr>
            <a:spLocks noGrp="1"/>
          </p:cNvSpPr>
          <p:nvPr>
            <p:ph sz="quarter" idx="13"/>
          </p:nvPr>
        </p:nvSpPr>
        <p:spPr>
          <a:xfrm>
            <a:off x="913774" y="2367092"/>
            <a:ext cx="103638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E15108C-154A-4A5A-9C05-91A49A422BA7}" type="slidenum">
              <a:rPr lang="en-US" smtClean="0"/>
              <a:pPr/>
              <a:t>‹#›</a:t>
            </a:fld>
            <a:endParaRPr lang="en-US" dirty="0"/>
          </a:p>
        </p:txBody>
      </p:sp>
      <p:pic>
        <p:nvPicPr>
          <p:cNvPr id="8" name="Picture 6" descr="Apple Logo Display Resolution PNG, Clipart, 1080p, Apple, Black And White,  Computer, Desktop Wallpaper Free PNG">
            <a:extLst>
              <a:ext uri="{FF2B5EF4-FFF2-40B4-BE49-F238E27FC236}">
                <a16:creationId xmlns:a16="http://schemas.microsoft.com/office/drawing/2014/main" id="{245E4F4C-3862-DB7C-4F57-9A6D0649CCCD}"/>
              </a:ext>
            </a:extLst>
          </p:cNvPr>
          <p:cNvPicPr>
            <a:picLocks noChangeAspect="1" noChangeArrowheads="1"/>
          </p:cNvPicPr>
          <p:nvPr userDrawn="1"/>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backgroundRemoval t="5824" b="94842" l="9753" r="89973">
                        <a14:foregroundMark x1="49313" y1="24459" x2="59066" y2="14309"/>
                        <a14:foregroundMark x1="59066" y1="14309" x2="62775" y2="5824"/>
                        <a14:foregroundMark x1="32005" y1="91847" x2="37500" y2="92512"/>
                        <a14:foregroundMark x1="61951" y1="94509" x2="65934" y2="94343"/>
                        <a14:foregroundMark x1="35577" y1="94842" x2="35577" y2="94842"/>
                      </a14:backgroundRemoval>
                    </a14:imgEffect>
                    <a14:imgEffect>
                      <a14:sharpenSoften amount="-50000"/>
                    </a14:imgEffect>
                    <a14:imgEffect>
                      <a14:brightnessContrast bright="20000" contrast="20000"/>
                    </a14:imgEffect>
                  </a14:imgLayer>
                </a14:imgProps>
              </a:ext>
              <a:ext uri="{28A0092B-C50C-407E-A947-70E740481C1C}">
                <a14:useLocalDpi xmlns:a14="http://schemas.microsoft.com/office/drawing/2010/main" val="0"/>
              </a:ext>
            </a:extLst>
          </a:blip>
          <a:srcRect l="13275" r="18168" b="2"/>
          <a:stretch/>
        </p:blipFill>
        <p:spPr bwMode="auto">
          <a:xfrm>
            <a:off x="10662331" y="88464"/>
            <a:ext cx="1377269" cy="1657343"/>
          </a:xfrm>
          <a:prstGeom prst="rect">
            <a:avLst/>
          </a:prstGeom>
          <a:noFill/>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40159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en-US"/>
              <a:t>Click to edit Master title style</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F72BA41-EC5B-4197-BCC8-0FD2E523CD7A}" type="datetimeFigureOut">
              <a:rPr lang="en-US" smtClean="0"/>
              <a:t>4/11/2025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2086510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6585463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3"/>
          <p:cNvSpPr>
            <a:spLocks noGrp="1"/>
          </p:cNvSpPr>
          <p:nvPr>
            <p:ph sz="quarter" idx="13"/>
          </p:nvPr>
        </p:nvSpPr>
        <p:spPr>
          <a:xfrm>
            <a:off x="913774" y="3051012"/>
            <a:ext cx="5106027"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3" name="Content Placeholder 5"/>
          <p:cNvSpPr>
            <a:spLocks noGrp="1"/>
          </p:cNvSpPr>
          <p:nvPr>
            <p:ph sz="quarter" idx="14"/>
          </p:nvPr>
        </p:nvSpPr>
        <p:spPr>
          <a:xfrm>
            <a:off x="6172200" y="3051012"/>
            <a:ext cx="5105401" cy="27401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38810161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F72BA41-EC5B-4197-BCC8-0FD2E523CD7A}" type="datetimeFigureOut">
              <a:rPr lang="en-US" smtClean="0"/>
              <a:t>4/11/2025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31626233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8F72BA41-EC5B-4197-BCC8-0FD2E523CD7A}" type="datetimeFigureOut">
              <a:rPr lang="en-US" smtClean="0"/>
              <a:t>4/11/2025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39891053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en-US"/>
              <a:t>Click to edit Master title style</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21722344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F72BA41-EC5B-4197-BCC8-0FD2E523CD7A}" type="datetimeFigureOut">
              <a:rPr lang="en-US" smtClean="0"/>
              <a:t>4/11/2025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1048668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23712424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3075534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42610090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26965997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3441666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3332370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941004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4/11/2025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13227792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CCE525-4063-4C4F-8334-FBA02DB69372}"/>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CB14EC97-9D34-BE48-9367-02F3BA14827A}"/>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EBB8E19-FEF2-7A4B-8575-5AFEB134BC56}"/>
              </a:ext>
            </a:extLst>
          </p:cNvPr>
          <p:cNvSpPr>
            <a:spLocks noGrp="1"/>
          </p:cNvSpPr>
          <p:nvPr>
            <p:ph type="dt" sz="half" idx="10"/>
          </p:nvPr>
        </p:nvSpPr>
        <p:spPr>
          <a:xfrm>
            <a:off x="838200" y="6356350"/>
            <a:ext cx="2743200" cy="365125"/>
          </a:xfrm>
          <a:prstGeom prst="rect">
            <a:avLst/>
          </a:prstGeom>
        </p:spPr>
        <p:txBody>
          <a:bodyPr/>
          <a:lstStyle/>
          <a:p>
            <a:fld id="{8F72BA41-EC5B-4197-BCC8-0FD2E523CD7A}" type="datetimeFigureOut">
              <a:rPr lang="en-US" smtClean="0"/>
              <a:t>4/11/2025</a:t>
            </a:fld>
            <a:endParaRPr lang="en-US"/>
          </a:p>
        </p:txBody>
      </p:sp>
      <p:sp>
        <p:nvSpPr>
          <p:cNvPr id="5" name="Footer Placeholder 4">
            <a:extLst>
              <a:ext uri="{FF2B5EF4-FFF2-40B4-BE49-F238E27FC236}">
                <a16:creationId xmlns:a16="http://schemas.microsoft.com/office/drawing/2014/main" id="{513A4E28-3138-784C-8CBB-8586D8EE030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FB07D0F-3645-6B43-9AD7-762199572C65}"/>
              </a:ext>
            </a:extLst>
          </p:cNvPr>
          <p:cNvSpPr>
            <a:spLocks noGrp="1"/>
          </p:cNvSpPr>
          <p:nvPr>
            <p:ph type="sldNum" sz="quarter" idx="12"/>
          </p:nvPr>
        </p:nvSpPr>
        <p:spPr/>
        <p:txBody>
          <a:bodyPr/>
          <a:lstStyle/>
          <a:p>
            <a:fld id="{BE15108C-154A-4A5A-9C05-91A49A422BA7}" type="slidenum">
              <a:rPr lang="en-US" smtClean="0"/>
              <a:t>‹#›</a:t>
            </a:fld>
            <a:endParaRPr lang="en-US"/>
          </a:p>
        </p:txBody>
      </p:sp>
    </p:spTree>
    <p:extLst>
      <p:ext uri="{BB962C8B-B14F-4D97-AF65-F5344CB8AC3E}">
        <p14:creationId xmlns:p14="http://schemas.microsoft.com/office/powerpoint/2010/main" val="21774649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slideLayout" Target="../slideLayouts/slideLayout27.xml"/><Relationship Id="rId18" Type="http://schemas.openxmlformats.org/officeDocument/2006/relationships/slideLayout" Target="../slideLayouts/slideLayout3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17" Type="http://schemas.openxmlformats.org/officeDocument/2006/relationships/slideLayout" Target="../slideLayouts/slideLayout31.xml"/><Relationship Id="rId2" Type="http://schemas.openxmlformats.org/officeDocument/2006/relationships/slideLayout" Target="../slideLayouts/slideLayout16.xml"/><Relationship Id="rId16" Type="http://schemas.openxmlformats.org/officeDocument/2006/relationships/slideLayout" Target="../slideLayouts/slideLayout30.xml"/><Relationship Id="rId20" Type="http://schemas.openxmlformats.org/officeDocument/2006/relationships/image" Target="../media/image1.png"/><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slideLayout" Target="../slideLayouts/slideLayout29.xml"/><Relationship Id="rId10" Type="http://schemas.openxmlformats.org/officeDocument/2006/relationships/slideLayout" Target="../slideLayouts/slideLayout24.xml"/><Relationship Id="rId19" Type="http://schemas.openxmlformats.org/officeDocument/2006/relationships/theme" Target="../theme/theme2.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A0D5B246-E282-3742-BD72-B1BCDC5A64B4}"/>
              </a:ext>
            </a:extLst>
          </p:cNvPr>
          <p:cNvSpPr>
            <a:spLocks noGrp="1"/>
          </p:cNvSpPr>
          <p:nvPr>
            <p:ph type="sldNum" sz="quarter" idx="4"/>
          </p:nvPr>
        </p:nvSpPr>
        <p:spPr>
          <a:xfrm>
            <a:off x="8714772" y="6025573"/>
            <a:ext cx="2743200" cy="401638"/>
          </a:xfrm>
          <a:prstGeom prst="rect">
            <a:avLst/>
          </a:prstGeom>
        </p:spPr>
        <p:txBody>
          <a:bodyPr vert="horz" lIns="91440" tIns="45720" rIns="91440" bIns="45720" rtlCol="0" anchor="ctr"/>
          <a:lstStyle>
            <a:lvl1pPr algn="r">
              <a:defRPr sz="1600">
                <a:solidFill>
                  <a:srgbClr val="1C7DDB"/>
                </a:solidFill>
                <a:latin typeface="Abadi" panose="020B0604020104020204" pitchFamily="34" charset="0"/>
              </a:defRPr>
            </a:lvl1p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79330654"/>
      </p:ext>
    </p:extLst>
  </p:cSld>
  <p:clrMap bg1="lt1" tx1="dk1" bg2="lt2" tx2="dk2" accent1="accent1" accent2="accent2" accent3="accent3" accent4="accent4" accent5="accent5" accent6="accent6" hlink="hlink" folHlink="folHlink"/>
  <p:sldLayoutIdLst>
    <p:sldLayoutId id="2147483753" r:id="rId1"/>
    <p:sldLayoutId id="2147483754" r:id="rId2"/>
    <p:sldLayoutId id="2147483755" r:id="rId3"/>
    <p:sldLayoutId id="2147483756" r:id="rId4"/>
    <p:sldLayoutId id="2147483757" r:id="rId5"/>
    <p:sldLayoutId id="2147483758" r:id="rId6"/>
    <p:sldLayoutId id="2147483759" r:id="rId7"/>
    <p:sldLayoutId id="2147483760" r:id="rId8"/>
    <p:sldLayoutId id="2147483761" r:id="rId9"/>
    <p:sldLayoutId id="2147483762" r:id="rId10"/>
    <p:sldLayoutId id="2147483763" r:id="rId11"/>
    <p:sldLayoutId id="2147483764" r:id="rId12"/>
    <p:sldLayoutId id="2147483765" r:id="rId13"/>
    <p:sldLayoutId id="2147483766" r:id="rId14"/>
  </p:sldLayoutIdLst>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48A87A34-81AB-432B-8DAE-1953F412C126}" type="datetimeFigureOut">
              <a:rPr lang="en-US" dirty="0"/>
              <a:pPr/>
              <a:t>4/11/2025</a:t>
            </a:fld>
            <a:endParaRPr lang="en-US" dirty="0"/>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en-US" dirty="0"/>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BE15108C-154A-4A5A-9C05-91A49A422BA7}" type="slidenum">
              <a:rPr lang="en-US" smtClean="0"/>
              <a:pPr/>
              <a:t>‹#›</a:t>
            </a:fld>
            <a:endParaRPr lang="en-US" dirty="0"/>
          </a:p>
        </p:txBody>
      </p:sp>
    </p:spTree>
    <p:extLst>
      <p:ext uri="{BB962C8B-B14F-4D97-AF65-F5344CB8AC3E}">
        <p14:creationId xmlns:p14="http://schemas.microsoft.com/office/powerpoint/2010/main" val="2896448147"/>
      </p:ext>
    </p:extLst>
  </p:cSld>
  <p:clrMap bg1="lt1" tx1="dk1" bg2="lt2" tx2="dk2" accent1="accent1" accent2="accent2" accent3="accent3" accent4="accent4" accent5="accent5" accent6="accent6" hlink="hlink" folHlink="folHlink"/>
  <p:sldLayoutIdLst>
    <p:sldLayoutId id="2147483806" r:id="rId1"/>
    <p:sldLayoutId id="2147483807" r:id="rId2"/>
    <p:sldLayoutId id="2147483808" r:id="rId3"/>
    <p:sldLayoutId id="2147483809" r:id="rId4"/>
    <p:sldLayoutId id="2147483810" r:id="rId5"/>
    <p:sldLayoutId id="2147483811" r:id="rId6"/>
    <p:sldLayoutId id="2147483812" r:id="rId7"/>
    <p:sldLayoutId id="2147483813" r:id="rId8"/>
    <p:sldLayoutId id="2147483814" r:id="rId9"/>
    <p:sldLayoutId id="2147483815" r:id="rId10"/>
    <p:sldLayoutId id="2147483816" r:id="rId11"/>
    <p:sldLayoutId id="2147483817" r:id="rId12"/>
    <p:sldLayoutId id="2147483818" r:id="rId13"/>
    <p:sldLayoutId id="2147483819" r:id="rId14"/>
    <p:sldLayoutId id="2147483820" r:id="rId15"/>
    <p:sldLayoutId id="2147483821" r:id="rId16"/>
    <p:sldLayoutId id="2147483822" r:id="rId17"/>
    <p:sldLayoutId id="2147483823" r:id="rId18"/>
  </p:sldLayoutIdLst>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5.png"/><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0.xml"/><Relationship Id="rId4" Type="http://schemas.openxmlformats.org/officeDocument/2006/relationships/image" Target="../media/image6.jpeg"/></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1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0.xml"/><Relationship Id="rId4" Type="http://schemas.openxmlformats.org/officeDocument/2006/relationships/image" Target="../media/image7.jpeg"/></Relationships>
</file>

<file path=ppt/slides/_rels/slide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8.png"/><Relationship Id="rId1" Type="http://schemas.openxmlformats.org/officeDocument/2006/relationships/slideLayout" Target="../slideLayouts/slideLayout1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16.xml"/><Relationship Id="rId5" Type="http://schemas.openxmlformats.org/officeDocument/2006/relationships/image" Target="../media/image12.png"/><Relationship Id="rId4" Type="http://schemas.microsoft.com/office/2007/relationships/hdphoto" Target="../media/hdphoto2.wdp"/></Relationships>
</file>

<file path=ppt/slides/_rels/slide8.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3.png"/><Relationship Id="rId1" Type="http://schemas.openxmlformats.org/officeDocument/2006/relationships/slideLayout" Target="../slideLayouts/slideLayout20.xml"/><Relationship Id="rId4" Type="http://schemas.openxmlformats.org/officeDocument/2006/relationships/hyperlink" Target="https://www.freepik.com/premium-photo/green-bull-market-run-upward-presents-uptrend-stock-market-financial-business-concept-generative-ai_37833602.htm"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2.xml"/><Relationship Id="rId1" Type="http://schemas.openxmlformats.org/officeDocument/2006/relationships/slideLayout" Target="../slideLayouts/slideLayout16.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16.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7.xml"/><Relationship Id="rId6" Type="http://schemas.microsoft.com/office/2007/relationships/hdphoto" Target="../media/hdphoto4.wdp"/><Relationship Id="rId5" Type="http://schemas.openxmlformats.org/officeDocument/2006/relationships/image" Target="../media/image2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7.xml"/><Relationship Id="rId6" Type="http://schemas.microsoft.com/office/2007/relationships/hdphoto" Target="../media/hdphoto4.wdp"/><Relationship Id="rId5" Type="http://schemas.openxmlformats.org/officeDocument/2006/relationships/image" Target="../media/image23.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9.jpeg"/><Relationship Id="rId1" Type="http://schemas.openxmlformats.org/officeDocument/2006/relationships/slideLayout" Target="../slideLayouts/slideLayout16.xml"/></Relationships>
</file>

<file path=ppt/slides/_rels/slide1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6.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6.xml"/></Relationships>
</file>

<file path=ppt/slides/_rels/slide2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6.xml"/><Relationship Id="rId4" Type="http://schemas.openxmlformats.org/officeDocument/2006/relationships/image" Target="../media/image36.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6.xml"/><Relationship Id="rId4" Type="http://schemas.openxmlformats.org/officeDocument/2006/relationships/image" Target="../media/image39.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3" Type="http://schemas.openxmlformats.org/officeDocument/2006/relationships/hyperlink" Target="https://financialmodelingprep.com/" TargetMode="External"/><Relationship Id="rId7" Type="http://schemas.openxmlformats.org/officeDocument/2006/relationships/hyperlink" Target="https://finance.yahoo.com/news/" TargetMode="External"/><Relationship Id="rId2" Type="http://schemas.openxmlformats.org/officeDocument/2006/relationships/hyperlink" Target="https://finance.yahoo.com/" TargetMode="External"/><Relationship Id="rId1" Type="http://schemas.openxmlformats.org/officeDocument/2006/relationships/slideLayout" Target="../slideLayouts/slideLayout16.xml"/><Relationship Id="rId6" Type="http://schemas.openxmlformats.org/officeDocument/2006/relationships/hyperlink" Target="https://programmablesearchengine.google.com/" TargetMode="External"/><Relationship Id="rId5" Type="http://schemas.openxmlformats.org/officeDocument/2006/relationships/hyperlink" Target="https://news.google.com/rss" TargetMode="External"/><Relationship Id="rId4" Type="http://schemas.openxmlformats.org/officeDocument/2006/relationships/hyperlink" Target="https://newsapi.org/doc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4" name="Picture 6" descr="Apple Logo Display Resolution PNG, Clipart, 1080p, Apple, Black And White,  Computer, Desktop Wallpaper Free PNG">
            <a:extLst>
              <a:ext uri="{FF2B5EF4-FFF2-40B4-BE49-F238E27FC236}">
                <a16:creationId xmlns:a16="http://schemas.microsoft.com/office/drawing/2014/main" id="{47A0A065-822B-CDDD-B3F4-733B6134342F}"/>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backgroundRemoval t="5824" b="94842" l="9753" r="89973">
                        <a14:foregroundMark x1="49313" y1="24459" x2="59066" y2="14309"/>
                        <a14:foregroundMark x1="59066" y1="14309" x2="62775" y2="5824"/>
                        <a14:foregroundMark x1="32005" y1="91847" x2="37500" y2="92512"/>
                        <a14:foregroundMark x1="61951" y1="94509" x2="65934" y2="94343"/>
                        <a14:foregroundMark x1="35577" y1="94842" x2="35577" y2="94842"/>
                      </a14:backgroundRemoval>
                    </a14:imgEffect>
                    <a14:imgEffect>
                      <a14:colorTemperature colorTemp="4700"/>
                    </a14:imgEffect>
                    <a14:imgEffect>
                      <a14:brightnessContrast bright="20000" contrast="20000"/>
                    </a14:imgEffect>
                  </a14:imgLayer>
                </a14:imgProps>
              </a:ext>
              <a:ext uri="{28A0092B-C50C-407E-A947-70E740481C1C}">
                <a14:useLocalDpi xmlns:a14="http://schemas.microsoft.com/office/drawing/2010/main" val="0"/>
              </a:ext>
            </a:extLst>
          </a:blip>
          <a:srcRect l="13275" r="18168" b="2"/>
          <a:stretch/>
        </p:blipFill>
        <p:spPr bwMode="auto">
          <a:xfrm>
            <a:off x="813481" y="1133972"/>
            <a:ext cx="3840815" cy="462186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D7F11C5-EE49-BA52-C878-9900F311A09B}"/>
              </a:ext>
            </a:extLst>
          </p:cNvPr>
          <p:cNvSpPr>
            <a:spLocks noGrp="1"/>
          </p:cNvSpPr>
          <p:nvPr>
            <p:ph type="ctrTitle"/>
          </p:nvPr>
        </p:nvSpPr>
        <p:spPr>
          <a:xfrm>
            <a:off x="4313449" y="618517"/>
            <a:ext cx="7793559" cy="1596177"/>
          </a:xfrm>
        </p:spPr>
        <p:txBody>
          <a:bodyPr vert="horz" lIns="91440" tIns="45720" rIns="91440" bIns="45720" rtlCol="0" anchor="ctr">
            <a:noAutofit/>
          </a:bodyPr>
          <a:lstStyle/>
          <a:p>
            <a:r>
              <a:rPr lang="en-US" b="1" dirty="0">
                <a:solidFill>
                  <a:srgbClr val="002060"/>
                </a:solidFill>
              </a:rPr>
              <a:t>CSIS-4260  Special </a:t>
            </a:r>
            <a:br>
              <a:rPr lang="en-US" b="1" dirty="0">
                <a:solidFill>
                  <a:srgbClr val="002060"/>
                </a:solidFill>
              </a:rPr>
            </a:br>
            <a:r>
              <a:rPr lang="en-US" b="1" dirty="0">
                <a:solidFill>
                  <a:srgbClr val="002060"/>
                </a:solidFill>
              </a:rPr>
              <a:t>Topic in Data Analytics</a:t>
            </a:r>
          </a:p>
        </p:txBody>
      </p:sp>
      <p:sp>
        <p:nvSpPr>
          <p:cNvPr id="3" name="Subtitle 2">
            <a:extLst>
              <a:ext uri="{FF2B5EF4-FFF2-40B4-BE49-F238E27FC236}">
                <a16:creationId xmlns:a16="http://schemas.microsoft.com/office/drawing/2014/main" id="{F989913B-3FFF-CE8A-2B68-8B812C8DB2D9}"/>
              </a:ext>
            </a:extLst>
          </p:cNvPr>
          <p:cNvSpPr>
            <a:spLocks noGrp="1"/>
          </p:cNvSpPr>
          <p:nvPr>
            <p:ph type="subTitle" idx="1"/>
          </p:nvPr>
        </p:nvSpPr>
        <p:spPr>
          <a:xfrm>
            <a:off x="5819775" y="2367092"/>
            <a:ext cx="5318160" cy="3847444"/>
          </a:xfrm>
        </p:spPr>
        <p:txBody>
          <a:bodyPr vert="horz" lIns="91440" tIns="45720" rIns="91440" bIns="45720" rtlCol="0">
            <a:normAutofit/>
          </a:bodyPr>
          <a:lstStyle/>
          <a:p>
            <a:r>
              <a:rPr lang="en-US" sz="2800" b="1" i="1" dirty="0">
                <a:solidFill>
                  <a:srgbClr val="002060"/>
                </a:solidFill>
              </a:rPr>
              <a:t>Apple’s Stocks Price Prediction</a:t>
            </a:r>
          </a:p>
          <a:p>
            <a:pPr indent="-228600" algn="l">
              <a:buFont typeface="Arial" panose="020B0604020202020204" pitchFamily="34" charset="0"/>
              <a:buChar char="•"/>
            </a:pPr>
            <a:endParaRPr lang="en-US" b="1" i="1" dirty="0">
              <a:solidFill>
                <a:srgbClr val="002060"/>
              </a:solidFill>
            </a:endParaRPr>
          </a:p>
          <a:p>
            <a:pPr algn="l"/>
            <a:r>
              <a:rPr lang="en-US" b="1" i="1" dirty="0">
                <a:solidFill>
                  <a:srgbClr val="002060"/>
                </a:solidFill>
              </a:rPr>
              <a:t>Thaw, May Pyae Phyo</a:t>
            </a:r>
          </a:p>
          <a:p>
            <a:pPr algn="l"/>
            <a:r>
              <a:rPr lang="en-US" b="1" i="1" dirty="0">
                <a:solidFill>
                  <a:srgbClr val="002060"/>
                </a:solidFill>
              </a:rPr>
              <a:t>Student ID -300367691</a:t>
            </a:r>
          </a:p>
        </p:txBody>
      </p:sp>
    </p:spTree>
    <p:extLst>
      <p:ext uri="{BB962C8B-B14F-4D97-AF65-F5344CB8AC3E}">
        <p14:creationId xmlns:p14="http://schemas.microsoft.com/office/powerpoint/2010/main" val="30214561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941C1-A7B6-916D-FCE9-7D08D1E9D00D}"/>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sz="4400" b="1" dirty="0">
                <a:solidFill>
                  <a:srgbClr val="002060"/>
                </a:solidFill>
                <a:effectLst/>
                <a:latin typeface="Segoe UI" panose="020B0502040204020203" pitchFamily="34" charset="0"/>
                <a:cs typeface="Segoe UI" panose="020B0502040204020203" pitchFamily="34" charset="0"/>
              </a:rPr>
              <a:t>Table of content</a:t>
            </a:r>
          </a:p>
        </p:txBody>
      </p:sp>
      <p:graphicFrame>
        <p:nvGraphicFramePr>
          <p:cNvPr id="7" name="Content Placeholder 6">
            <a:extLst>
              <a:ext uri="{FF2B5EF4-FFF2-40B4-BE49-F238E27FC236}">
                <a16:creationId xmlns:a16="http://schemas.microsoft.com/office/drawing/2014/main" id="{7E64A1DD-75AC-7723-B507-1C3CC5E7CB4F}"/>
              </a:ext>
            </a:extLst>
          </p:cNvPr>
          <p:cNvGraphicFramePr>
            <a:graphicFrameLocks noGrp="1"/>
          </p:cNvGraphicFramePr>
          <p:nvPr>
            <p:ph sz="quarter" idx="13"/>
            <p:extLst>
              <p:ext uri="{D42A27DB-BD31-4B8C-83A1-F6EECF244321}">
                <p14:modId xmlns:p14="http://schemas.microsoft.com/office/powerpoint/2010/main" val="3935834106"/>
              </p:ext>
            </p:extLst>
          </p:nvPr>
        </p:nvGraphicFramePr>
        <p:xfrm>
          <a:off x="1543050" y="1628994"/>
          <a:ext cx="9258300" cy="3888000"/>
        </p:xfrm>
        <a:graphic>
          <a:graphicData uri="http://schemas.openxmlformats.org/drawingml/2006/table">
            <a:tbl>
              <a:tblPr firstRow="1" bandRow="1">
                <a:effectLst>
                  <a:outerShdw blurRad="50800" dist="38100" dir="8100000" algn="tr" rotWithShape="0">
                    <a:prstClr val="black">
                      <a:alpha val="40000"/>
                    </a:prstClr>
                  </a:outerShdw>
                </a:effectLst>
                <a:tableStyleId>{3B4B98B0-60AC-42C2-AFA5-B58CD77FA1E5}</a:tableStyleId>
              </a:tblPr>
              <a:tblGrid>
                <a:gridCol w="1095375">
                  <a:extLst>
                    <a:ext uri="{9D8B030D-6E8A-4147-A177-3AD203B41FA5}">
                      <a16:colId xmlns:a16="http://schemas.microsoft.com/office/drawing/2014/main" val="1508466400"/>
                    </a:ext>
                  </a:extLst>
                </a:gridCol>
                <a:gridCol w="8162925">
                  <a:extLst>
                    <a:ext uri="{9D8B030D-6E8A-4147-A177-3AD203B41FA5}">
                      <a16:colId xmlns:a16="http://schemas.microsoft.com/office/drawing/2014/main" val="689035732"/>
                    </a:ext>
                  </a:extLst>
                </a:gridCol>
              </a:tblGrid>
              <a:tr h="432000">
                <a:tc>
                  <a:txBody>
                    <a:bodyPr/>
                    <a:lstStyle/>
                    <a:p>
                      <a:r>
                        <a:rPr lang="en-CA" sz="2000" dirty="0">
                          <a:solidFill>
                            <a:srgbClr val="002060"/>
                          </a:solidFill>
                          <a:latin typeface="Segoe UI" panose="020B0502040204020203" pitchFamily="34" charset="0"/>
                          <a:cs typeface="Segoe UI" panose="020B0502040204020203" pitchFamily="34" charset="0"/>
                        </a:rPr>
                        <a:t>#</a:t>
                      </a:r>
                    </a:p>
                  </a:txBody>
                  <a:tcPr>
                    <a:lnL>
                      <a:noFill/>
                    </a:lnL>
                    <a:lnR>
                      <a:noFill/>
                    </a:lnR>
                    <a:lnT w="12700" cmpd="sng">
                      <a:noFill/>
                    </a:lnT>
                    <a:lnB w="12700" cmpd="sng">
                      <a:noFill/>
                    </a:lnB>
                    <a:lnTlToBr w="12700" cmpd="sng">
                      <a:noFill/>
                      <a:prstDash val="solid"/>
                    </a:lnTlToBr>
                    <a:lnBlToTr w="12700" cmpd="sng">
                      <a:noFill/>
                      <a:prstDash val="solid"/>
                    </a:lnBlToTr>
                  </a:tcPr>
                </a:tc>
                <a:tc>
                  <a:txBody>
                    <a:bodyPr/>
                    <a:lstStyle/>
                    <a:p>
                      <a:r>
                        <a:rPr lang="en-CA" sz="2000" dirty="0">
                          <a:solidFill>
                            <a:srgbClr val="002060"/>
                          </a:solidFill>
                          <a:latin typeface="Segoe UI" panose="020B0502040204020203" pitchFamily="34" charset="0"/>
                          <a:cs typeface="Segoe UI" panose="020B0502040204020203" pitchFamily="34" charset="0"/>
                        </a:rPr>
                        <a:t>Descriptions</a:t>
                      </a:r>
                    </a:p>
                  </a:txBody>
                  <a:tcPr>
                    <a:lnL>
                      <a:noFill/>
                    </a:lnL>
                    <a:lnR>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299551943"/>
                  </a:ext>
                </a:extLst>
              </a:tr>
              <a:tr h="432000">
                <a:tc>
                  <a:txBody>
                    <a:bodyPr/>
                    <a:lstStyle/>
                    <a:p>
                      <a:r>
                        <a:rPr lang="en-CA" sz="2000" dirty="0">
                          <a:solidFill>
                            <a:srgbClr val="002060"/>
                          </a:solidFill>
                          <a:latin typeface="Segoe UI" panose="020B0502040204020203" pitchFamily="34" charset="0"/>
                          <a:cs typeface="Segoe UI" panose="020B0502040204020203" pitchFamily="34" charset="0"/>
                        </a:rPr>
                        <a:t>1.</a:t>
                      </a:r>
                    </a:p>
                  </a:txBody>
                  <a:tcPr>
                    <a:lnL>
                      <a:noFill/>
                    </a:lnL>
                    <a:lnR>
                      <a:noFill/>
                    </a:lnR>
                    <a:lnT w="12700" cmpd="sng">
                      <a:noFill/>
                    </a:lnT>
                    <a:lnB>
                      <a:noFill/>
                    </a:lnB>
                    <a:lnTlToBr w="12700" cmpd="sng">
                      <a:noFill/>
                      <a:prstDash val="solid"/>
                    </a:lnTlToBr>
                    <a:lnBlToTr w="12700" cmpd="sng">
                      <a:noFill/>
                      <a:prstDash val="solid"/>
                    </a:lnBlToTr>
                  </a:tcPr>
                </a:tc>
                <a:tc>
                  <a:txBody>
                    <a:bodyPr/>
                    <a:lstStyle/>
                    <a:p>
                      <a:r>
                        <a:rPr lang="en-CA" sz="2000" dirty="0">
                          <a:solidFill>
                            <a:srgbClr val="002060"/>
                          </a:solidFill>
                          <a:latin typeface="Segoe UI" panose="020B0502040204020203" pitchFamily="34" charset="0"/>
                          <a:cs typeface="Segoe UI" panose="020B0502040204020203" pitchFamily="34" charset="0"/>
                        </a:rPr>
                        <a:t>Project Introduction (Industry &amp; Market Background)</a:t>
                      </a:r>
                    </a:p>
                  </a:txBody>
                  <a:tcPr>
                    <a:lnL>
                      <a:noFill/>
                    </a:lnL>
                    <a:lnR>
                      <a:noFill/>
                    </a:lnR>
                    <a:lnT w="12700" cmpd="sng">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912825147"/>
                  </a:ext>
                </a:extLst>
              </a:tr>
              <a:tr h="432000">
                <a:tc>
                  <a:txBody>
                    <a:bodyPr/>
                    <a:lstStyle/>
                    <a:p>
                      <a:r>
                        <a:rPr lang="en-CA" sz="2000" dirty="0">
                          <a:solidFill>
                            <a:srgbClr val="002060"/>
                          </a:solidFill>
                          <a:latin typeface="Segoe UI" panose="020B0502040204020203" pitchFamily="34" charset="0"/>
                          <a:cs typeface="Segoe UI" panose="020B0502040204020203" pitchFamily="34" charset="0"/>
                        </a:rPr>
                        <a:t>2.</a:t>
                      </a:r>
                    </a:p>
                  </a:txBody>
                  <a:tcPr>
                    <a:lnL>
                      <a:noFill/>
                    </a:lnL>
                    <a:lnR>
                      <a:noFill/>
                    </a:lnR>
                    <a:lnT>
                      <a:noFill/>
                    </a:lnT>
                    <a:lnB>
                      <a:noFill/>
                    </a:lnB>
                    <a:lnTlToBr w="12700" cmpd="sng">
                      <a:noFill/>
                      <a:prstDash val="solid"/>
                    </a:lnTlToBr>
                    <a:lnBlToTr w="12700" cmpd="sng">
                      <a:noFill/>
                      <a:prstDash val="solid"/>
                    </a:lnBlToTr>
                  </a:tcPr>
                </a:tc>
                <a:tc>
                  <a:txBody>
                    <a:bodyPr/>
                    <a:lstStyle/>
                    <a:p>
                      <a:r>
                        <a:rPr lang="en-CA" sz="2000" dirty="0">
                          <a:solidFill>
                            <a:srgbClr val="002060"/>
                          </a:solidFill>
                          <a:latin typeface="Segoe UI" panose="020B0502040204020203" pitchFamily="34" charset="0"/>
                          <a:cs typeface="Segoe UI" panose="020B0502040204020203" pitchFamily="34" charset="0"/>
                        </a:rPr>
                        <a:t>Data Collections &amp; Processing</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829499687"/>
                  </a:ext>
                </a:extLst>
              </a:tr>
              <a:tr h="432000">
                <a:tc>
                  <a:txBody>
                    <a:bodyPr/>
                    <a:lstStyle/>
                    <a:p>
                      <a:r>
                        <a:rPr lang="en-CA" sz="2000" dirty="0">
                          <a:solidFill>
                            <a:srgbClr val="002060"/>
                          </a:solidFill>
                          <a:latin typeface="Segoe UI" panose="020B0502040204020203" pitchFamily="34" charset="0"/>
                          <a:cs typeface="Segoe UI" panose="020B0502040204020203" pitchFamily="34" charset="0"/>
                        </a:rPr>
                        <a:t>3.</a:t>
                      </a:r>
                    </a:p>
                  </a:txBody>
                  <a:tcPr>
                    <a:lnL>
                      <a:noFill/>
                    </a:lnL>
                    <a:lnR>
                      <a:noFill/>
                    </a:lnR>
                    <a:lnT>
                      <a:noFill/>
                    </a:lnT>
                    <a:lnB>
                      <a:noFill/>
                    </a:lnB>
                    <a:lnTlToBr w="12700" cmpd="sng">
                      <a:noFill/>
                      <a:prstDash val="solid"/>
                    </a:lnTlToBr>
                    <a:lnBlToTr w="12700" cmpd="sng">
                      <a:noFill/>
                      <a:prstDash val="solid"/>
                    </a:lnBlToTr>
                  </a:tcPr>
                </a:tc>
                <a:tc>
                  <a:txBody>
                    <a:bodyPr/>
                    <a:lstStyle/>
                    <a:p>
                      <a:r>
                        <a:rPr lang="en-CA" sz="2000" dirty="0">
                          <a:solidFill>
                            <a:srgbClr val="002060"/>
                          </a:solidFill>
                          <a:latin typeface="Segoe UI" panose="020B0502040204020203" pitchFamily="34" charset="0"/>
                          <a:cs typeface="Segoe UI" panose="020B0502040204020203" pitchFamily="34" charset="0"/>
                        </a:rPr>
                        <a:t>Stocks Data Analysis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604868682"/>
                  </a:ext>
                </a:extLst>
              </a:tr>
              <a:tr h="432000">
                <a:tc>
                  <a:txBody>
                    <a:bodyPr/>
                    <a:lstStyle/>
                    <a:p>
                      <a:r>
                        <a:rPr lang="en-CA" sz="2000" dirty="0">
                          <a:solidFill>
                            <a:srgbClr val="002060"/>
                          </a:solidFill>
                          <a:latin typeface="Segoe UI" panose="020B0502040204020203" pitchFamily="34" charset="0"/>
                          <a:cs typeface="Segoe UI" panose="020B0502040204020203" pitchFamily="34" charset="0"/>
                        </a:rPr>
                        <a:t>5.</a:t>
                      </a:r>
                    </a:p>
                  </a:txBody>
                  <a:tcPr>
                    <a:lnL>
                      <a:noFill/>
                    </a:lnL>
                    <a:lnR>
                      <a:noFill/>
                    </a:lnR>
                    <a:lnT>
                      <a:noFill/>
                    </a:lnT>
                    <a:lnB>
                      <a:noFill/>
                    </a:lnB>
                    <a:lnTlToBr w="12700" cmpd="sng">
                      <a:noFill/>
                      <a:prstDash val="solid"/>
                    </a:lnTlToBr>
                    <a:lnBlToTr w="12700" cmpd="sng">
                      <a:noFill/>
                      <a:prstDash val="solid"/>
                    </a:lnBlToTr>
                  </a:tcPr>
                </a:tc>
                <a:tc>
                  <a:txBody>
                    <a:bodyPr/>
                    <a:lstStyle/>
                    <a:p>
                      <a:r>
                        <a:rPr lang="en-US" sz="2000" dirty="0">
                          <a:solidFill>
                            <a:srgbClr val="002060"/>
                          </a:solidFill>
                          <a:latin typeface="Segoe UI" panose="020B0502040204020203" pitchFamily="34" charset="0"/>
                          <a:cs typeface="Segoe UI" panose="020B0502040204020203" pitchFamily="34" charset="0"/>
                        </a:rPr>
                        <a:t>Stock Price prediction with Machine Learning(APPLE INC)</a:t>
                      </a:r>
                      <a:endParaRPr lang="en-CA" sz="2000" dirty="0">
                        <a:solidFill>
                          <a:srgbClr val="002060"/>
                        </a:solidFill>
                        <a:latin typeface="Segoe UI" panose="020B0502040204020203" pitchFamily="34" charset="0"/>
                        <a:cs typeface="Segoe UI" panose="020B0502040204020203" pitchFamily="34" charset="0"/>
                      </a:endParaRP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012688186"/>
                  </a:ext>
                </a:extLst>
              </a:tr>
              <a:tr h="432000">
                <a:tc>
                  <a:txBody>
                    <a:bodyPr/>
                    <a:lstStyle/>
                    <a:p>
                      <a:r>
                        <a:rPr lang="en-CA" sz="2000" dirty="0">
                          <a:solidFill>
                            <a:srgbClr val="002060"/>
                          </a:solidFill>
                          <a:latin typeface="Segoe UI" panose="020B0502040204020203" pitchFamily="34" charset="0"/>
                          <a:cs typeface="Segoe UI" panose="020B0502040204020203" pitchFamily="34" charset="0"/>
                        </a:rPr>
                        <a:t>6.</a:t>
                      </a:r>
                    </a:p>
                  </a:txBody>
                  <a:tcPr>
                    <a:lnL>
                      <a:noFill/>
                    </a:lnL>
                    <a:lnR>
                      <a:noFill/>
                    </a:lnR>
                    <a:lnT>
                      <a:noFill/>
                    </a:lnT>
                    <a:lnB>
                      <a:noFill/>
                    </a:lnB>
                    <a:lnTlToBr w="12700" cmpd="sng">
                      <a:noFill/>
                      <a:prstDash val="solid"/>
                    </a:lnTlToBr>
                    <a:lnBlToTr w="12700" cmpd="sng">
                      <a:noFill/>
                      <a:prstDash val="solid"/>
                    </a:lnBlToTr>
                  </a:tcPr>
                </a:tc>
                <a:tc>
                  <a:txBody>
                    <a:bodyPr/>
                    <a:lstStyle/>
                    <a:p>
                      <a:r>
                        <a:rPr lang="en-CA" sz="2000" dirty="0">
                          <a:solidFill>
                            <a:srgbClr val="002060"/>
                          </a:solidFill>
                          <a:latin typeface="Segoe UI" panose="020B0502040204020203" pitchFamily="34" charset="0"/>
                          <a:cs typeface="Segoe UI" panose="020B0502040204020203" pitchFamily="34" charset="0"/>
                        </a:rPr>
                        <a:t>Algorithm and Model Training</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92794025"/>
                  </a:ext>
                </a:extLst>
              </a:tr>
              <a:tr h="432000">
                <a:tc>
                  <a:txBody>
                    <a:bodyPr/>
                    <a:lstStyle/>
                    <a:p>
                      <a:r>
                        <a:rPr lang="en-CA" sz="2000" dirty="0">
                          <a:solidFill>
                            <a:srgbClr val="002060"/>
                          </a:solidFill>
                          <a:latin typeface="Segoe UI" panose="020B0502040204020203" pitchFamily="34" charset="0"/>
                          <a:cs typeface="Segoe UI" panose="020B0502040204020203" pitchFamily="34" charset="0"/>
                        </a:rPr>
                        <a:t>7.</a:t>
                      </a:r>
                    </a:p>
                  </a:txBody>
                  <a:tcPr>
                    <a:lnL>
                      <a:noFill/>
                    </a:lnL>
                    <a:lnR>
                      <a:noFill/>
                    </a:lnR>
                    <a:lnT>
                      <a:noFill/>
                    </a:lnT>
                    <a:lnB>
                      <a:noFill/>
                    </a:lnB>
                    <a:lnTlToBr w="12700" cmpd="sng">
                      <a:noFill/>
                      <a:prstDash val="solid"/>
                    </a:lnTlToBr>
                    <a:lnBlToTr w="12700" cmpd="sng">
                      <a:noFill/>
                      <a:prstDash val="solid"/>
                    </a:lnBlToTr>
                  </a:tcPr>
                </a:tc>
                <a:tc>
                  <a:txBody>
                    <a:bodyPr/>
                    <a:lstStyle/>
                    <a:p>
                      <a:r>
                        <a:rPr lang="en-CA" sz="2000" dirty="0">
                          <a:solidFill>
                            <a:srgbClr val="002060"/>
                          </a:solidFill>
                          <a:latin typeface="Segoe UI" panose="020B0502040204020203" pitchFamily="34" charset="0"/>
                          <a:cs typeface="Segoe UI" panose="020B0502040204020203" pitchFamily="34" charset="0"/>
                        </a:rPr>
                        <a:t>Insight of Model Performances</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127061909"/>
                  </a:ext>
                </a:extLst>
              </a:tr>
              <a:tr h="432000">
                <a:tc>
                  <a:txBody>
                    <a:bodyPr/>
                    <a:lstStyle/>
                    <a:p>
                      <a:r>
                        <a:rPr lang="en-CA" sz="2000" dirty="0">
                          <a:solidFill>
                            <a:srgbClr val="002060"/>
                          </a:solidFill>
                          <a:latin typeface="Segoe UI" panose="020B0502040204020203" pitchFamily="34" charset="0"/>
                          <a:cs typeface="Segoe UI" panose="020B0502040204020203" pitchFamily="34" charset="0"/>
                        </a:rPr>
                        <a:t>8.</a:t>
                      </a:r>
                    </a:p>
                  </a:txBody>
                  <a:tcPr>
                    <a:lnL>
                      <a:noFill/>
                    </a:lnL>
                    <a:lnR>
                      <a:noFill/>
                    </a:lnR>
                    <a:lnT>
                      <a:noFill/>
                    </a:lnT>
                    <a:lnB>
                      <a:noFill/>
                    </a:lnB>
                    <a:lnTlToBr w="12700" cmpd="sng">
                      <a:noFill/>
                      <a:prstDash val="solid"/>
                    </a:lnTlToBr>
                    <a:lnBlToTr w="12700" cmpd="sng">
                      <a:noFill/>
                      <a:prstDash val="solid"/>
                    </a:lnBlToTr>
                  </a:tcPr>
                </a:tc>
                <a:tc>
                  <a:txBody>
                    <a:bodyPr/>
                    <a:lstStyle/>
                    <a:p>
                      <a:r>
                        <a:rPr lang="en-CA" sz="2000" dirty="0">
                          <a:solidFill>
                            <a:srgbClr val="002060"/>
                          </a:solidFill>
                          <a:latin typeface="Segoe UI" panose="020B0502040204020203" pitchFamily="34" charset="0"/>
                          <a:cs typeface="Segoe UI" panose="020B0502040204020203" pitchFamily="34" charset="0"/>
                        </a:rPr>
                        <a:t>Conclusion</a:t>
                      </a:r>
                    </a:p>
                  </a:txBody>
                  <a:tcP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947780040"/>
                  </a:ext>
                </a:extLst>
              </a:tr>
              <a:tr h="432000">
                <a:tc>
                  <a:txBody>
                    <a:bodyPr/>
                    <a:lstStyle/>
                    <a:p>
                      <a:r>
                        <a:rPr lang="en-CA" sz="2000" dirty="0">
                          <a:solidFill>
                            <a:srgbClr val="002060"/>
                          </a:solidFill>
                          <a:latin typeface="Segoe UI" panose="020B0502040204020203" pitchFamily="34" charset="0"/>
                          <a:cs typeface="Segoe UI" panose="020B0502040204020203" pitchFamily="34" charset="0"/>
                        </a:rPr>
                        <a:t>9.</a:t>
                      </a:r>
                    </a:p>
                  </a:txBody>
                  <a:tcPr>
                    <a:lnL>
                      <a:noFill/>
                    </a:lnL>
                    <a:lnR>
                      <a:noFill/>
                    </a:lnR>
                    <a:lnT>
                      <a:noFill/>
                    </a:lnT>
                    <a:lnB w="12700" cmpd="sng">
                      <a:noFill/>
                    </a:lnB>
                    <a:lnTlToBr w="12700" cmpd="sng">
                      <a:noFill/>
                      <a:prstDash val="solid"/>
                    </a:lnTlToBr>
                    <a:lnBlToTr w="12700" cmpd="sng">
                      <a:noFill/>
                      <a:prstDash val="solid"/>
                    </a:lnBlToTr>
                  </a:tcPr>
                </a:tc>
                <a:tc>
                  <a:txBody>
                    <a:bodyPr/>
                    <a:lstStyle/>
                    <a:p>
                      <a:r>
                        <a:rPr lang="en-CA" sz="2000" dirty="0">
                          <a:solidFill>
                            <a:srgbClr val="002060"/>
                          </a:solidFill>
                          <a:latin typeface="Segoe UI" panose="020B0502040204020203" pitchFamily="34" charset="0"/>
                          <a:cs typeface="Segoe UI" panose="020B0502040204020203" pitchFamily="34" charset="0"/>
                        </a:rPr>
                        <a:t>References &amp; Links</a:t>
                      </a:r>
                    </a:p>
                  </a:txBody>
                  <a:tcPr>
                    <a:lnL>
                      <a:noFill/>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69761271"/>
                  </a:ext>
                </a:extLst>
              </a:tr>
            </a:tbl>
          </a:graphicData>
        </a:graphic>
      </p:graphicFrame>
    </p:spTree>
    <p:extLst>
      <p:ext uri="{BB962C8B-B14F-4D97-AF65-F5344CB8AC3E}">
        <p14:creationId xmlns:p14="http://schemas.microsoft.com/office/powerpoint/2010/main" val="790619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3"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34">
            <a:extLst>
              <a:ext uri="{FF2B5EF4-FFF2-40B4-BE49-F238E27FC236}">
                <a16:creationId xmlns:a16="http://schemas.microsoft.com/office/drawing/2014/main" id="{CAD20AEA-7CAF-4A83-BE2E-EAF010B8B7F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37" name="Rectangle 36">
            <a:extLst>
              <a:ext uri="{FF2B5EF4-FFF2-40B4-BE49-F238E27FC236}">
                <a16:creationId xmlns:a16="http://schemas.microsoft.com/office/drawing/2014/main" id="{B40FCD49-2060-48B9-8212-8A5F1DF472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7" descr="Office building overlayed with stock market graphs">
            <a:extLst>
              <a:ext uri="{FF2B5EF4-FFF2-40B4-BE49-F238E27FC236}">
                <a16:creationId xmlns:a16="http://schemas.microsoft.com/office/drawing/2014/main" id="{2126AE83-241C-AB90-135F-A76E65887E25}"/>
              </a:ext>
            </a:extLst>
          </p:cNvPr>
          <p:cNvPicPr>
            <a:picLocks noChangeAspect="1"/>
          </p:cNvPicPr>
          <p:nvPr/>
        </p:nvPicPr>
        <p:blipFill>
          <a:blip r:embed="rId4">
            <a:alphaModFix amt="35000"/>
          </a:blip>
          <a:srcRect t="188" b="15226"/>
          <a:stretch/>
        </p:blipFill>
        <p:spPr>
          <a:xfrm>
            <a:off x="20" y="10"/>
            <a:ext cx="12191980" cy="6857990"/>
          </a:xfrm>
          <a:prstGeom prst="rect">
            <a:avLst/>
          </a:prstGeom>
        </p:spPr>
      </p:pic>
      <p:pic>
        <p:nvPicPr>
          <p:cNvPr id="39" name="Picture 38">
            <a:extLst>
              <a:ext uri="{FF2B5EF4-FFF2-40B4-BE49-F238E27FC236}">
                <a16:creationId xmlns:a16="http://schemas.microsoft.com/office/drawing/2014/main" id="{83A45DCD-B5FB-4A86-88D2-91088C7FFC5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472557E0-0189-7BCF-4F5F-C12BDBC891E0}"/>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b="1" dirty="0"/>
              <a:t>Project Introduction (Industry &amp; Market Background)</a:t>
            </a:r>
          </a:p>
        </p:txBody>
      </p:sp>
    </p:spTree>
    <p:extLst>
      <p:ext uri="{BB962C8B-B14F-4D97-AF65-F5344CB8AC3E}">
        <p14:creationId xmlns:p14="http://schemas.microsoft.com/office/powerpoint/2010/main" val="155489716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25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958B3D00-D6D8-8741-0EEA-1CEA034AA8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09DD81-1BF6-A8FF-1D18-F4A1EC0CEB56}"/>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b="1" dirty="0">
                <a:solidFill>
                  <a:srgbClr val="002060"/>
                </a:solidFill>
                <a:effectLst/>
              </a:rPr>
              <a:t>WHY APPLE INC STOCK?</a:t>
            </a:r>
          </a:p>
        </p:txBody>
      </p:sp>
      <p:graphicFrame>
        <p:nvGraphicFramePr>
          <p:cNvPr id="17" name="Chart 16">
            <a:extLst>
              <a:ext uri="{FF2B5EF4-FFF2-40B4-BE49-F238E27FC236}">
                <a16:creationId xmlns:a16="http://schemas.microsoft.com/office/drawing/2014/main" id="{C7542564-061A-6630-1774-CF2A7113E066}"/>
              </a:ext>
            </a:extLst>
          </p:cNvPr>
          <p:cNvGraphicFramePr/>
          <p:nvPr>
            <p:extLst>
              <p:ext uri="{D42A27DB-BD31-4B8C-83A1-F6EECF244321}">
                <p14:modId xmlns:p14="http://schemas.microsoft.com/office/powerpoint/2010/main" val="58992116"/>
              </p:ext>
            </p:extLst>
          </p:nvPr>
        </p:nvGraphicFramePr>
        <p:xfrm>
          <a:off x="161924" y="1234319"/>
          <a:ext cx="5191125" cy="273760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0" name="Chart 19">
            <a:extLst>
              <a:ext uri="{FF2B5EF4-FFF2-40B4-BE49-F238E27FC236}">
                <a16:creationId xmlns:a16="http://schemas.microsoft.com/office/drawing/2014/main" id="{F35EFE75-9D0D-D654-DE58-FF0566AC56D8}"/>
              </a:ext>
            </a:extLst>
          </p:cNvPr>
          <p:cNvGraphicFramePr/>
          <p:nvPr>
            <p:extLst>
              <p:ext uri="{D42A27DB-BD31-4B8C-83A1-F6EECF244321}">
                <p14:modId xmlns:p14="http://schemas.microsoft.com/office/powerpoint/2010/main" val="2150084881"/>
              </p:ext>
            </p:extLst>
          </p:nvPr>
        </p:nvGraphicFramePr>
        <p:xfrm>
          <a:off x="161925" y="3971924"/>
          <a:ext cx="5191124" cy="2886076"/>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Box 21">
            <a:extLst>
              <a:ext uri="{FF2B5EF4-FFF2-40B4-BE49-F238E27FC236}">
                <a16:creationId xmlns:a16="http://schemas.microsoft.com/office/drawing/2014/main" id="{E8BCAD0C-29B0-C786-9661-087F30760D16}"/>
              </a:ext>
            </a:extLst>
          </p:cNvPr>
          <p:cNvSpPr txBox="1"/>
          <p:nvPr/>
        </p:nvSpPr>
        <p:spPr>
          <a:xfrm>
            <a:off x="6096000" y="1443262"/>
            <a:ext cx="5333998" cy="4070345"/>
          </a:xfrm>
          <a:prstGeom prst="rect">
            <a:avLst/>
          </a:prstGeom>
          <a:noFill/>
        </p:spPr>
        <p:txBody>
          <a:bodyPr wrap="square" rtlCol="0">
            <a:spAutoFit/>
          </a:bodyPr>
          <a:lstStyle/>
          <a:p>
            <a:pPr marL="0" indent="0">
              <a:buNone/>
            </a:pPr>
            <a:r>
              <a:rPr lang="en-US" sz="1200" b="1" dirty="0">
                <a:solidFill>
                  <a:srgbClr val="002060"/>
                </a:solidFill>
                <a:latin typeface="Segoe UI" panose="020B0502040204020203" pitchFamily="34" charset="0"/>
                <a:cs typeface="Segoe UI" panose="020B0502040204020203" pitchFamily="34" charset="0"/>
              </a:rPr>
              <a:t>To understand market context before modeling Apple’s stock</a:t>
            </a:r>
          </a:p>
          <a:p>
            <a:pPr marL="0" indent="0">
              <a:buNone/>
            </a:pPr>
            <a:r>
              <a:rPr lang="en-US" sz="1100" i="1" dirty="0">
                <a:solidFill>
                  <a:srgbClr val="002060"/>
                </a:solidFill>
                <a:latin typeface="Segoe UI" panose="020B0502040204020203" pitchFamily="34" charset="0"/>
                <a:cs typeface="Segoe UI" panose="020B0502040204020203" pitchFamily="34" charset="0"/>
              </a:rPr>
              <a:t>Stock prices don’t exist in a vacuum — they move with the market. By identifying high-performing sectors and leading companies, we get insight into the economic environment influencing Apple.</a:t>
            </a:r>
          </a:p>
          <a:p>
            <a:pPr marL="0" indent="0">
              <a:buNone/>
            </a:pPr>
            <a:endParaRPr lang="en-CA" sz="1050" i="1" dirty="0">
              <a:solidFill>
                <a:srgbClr val="002060"/>
              </a:solidFill>
              <a:latin typeface="Segoe UI Semibold" panose="020B0702040204020203" pitchFamily="34" charset="0"/>
              <a:cs typeface="Segoe UI Semibold" panose="020B0702040204020203" pitchFamily="34" charset="0"/>
            </a:endParaRPr>
          </a:p>
          <a:p>
            <a:r>
              <a:rPr lang="en-US" sz="1200" b="1" dirty="0">
                <a:solidFill>
                  <a:srgbClr val="002060"/>
                </a:solidFill>
                <a:latin typeface="Segoe UI" panose="020B0502040204020203" pitchFamily="34" charset="0"/>
                <a:cs typeface="Segoe UI" panose="020B0502040204020203" pitchFamily="34" charset="0"/>
              </a:rPr>
              <a:t>To validate Apple’s sector (Technology) performance over time</a:t>
            </a:r>
          </a:p>
          <a:p>
            <a:r>
              <a:rPr lang="en-US" sz="1100" i="1" dirty="0">
                <a:solidFill>
                  <a:srgbClr val="002060"/>
                </a:solidFill>
                <a:latin typeface="Segoe UI" panose="020B0502040204020203" pitchFamily="34" charset="0"/>
                <a:cs typeface="Segoe UI" panose="020B0502040204020203" pitchFamily="34" charset="0"/>
              </a:rPr>
              <a:t>Before jumping into prediction, we confirmed that Technology has been one of the top-performing sectors over the last 5 years — making Apple a strong candidate for analysis.</a:t>
            </a:r>
          </a:p>
          <a:p>
            <a:endParaRPr lang="en-US" sz="1200" dirty="0">
              <a:solidFill>
                <a:srgbClr val="002060"/>
              </a:solidFill>
              <a:latin typeface="Segoe UI" panose="020B0502040204020203" pitchFamily="34" charset="0"/>
              <a:cs typeface="Segoe UI" panose="020B0502040204020203" pitchFamily="34" charset="0"/>
            </a:endParaRPr>
          </a:p>
          <a:p>
            <a:r>
              <a:rPr lang="en-US" sz="1200" b="1" dirty="0">
                <a:solidFill>
                  <a:srgbClr val="002060"/>
                </a:solidFill>
                <a:latin typeface="Segoe UI" panose="020B0502040204020203" pitchFamily="34" charset="0"/>
                <a:cs typeface="Segoe UI" panose="020B0502040204020203" pitchFamily="34" charset="0"/>
              </a:rPr>
              <a:t>To identify comparable companies and benchmark opportunities</a:t>
            </a:r>
            <a:r>
              <a:rPr lang="en-US" sz="1200" dirty="0">
                <a:solidFill>
                  <a:srgbClr val="002060"/>
                </a:solidFill>
                <a:latin typeface="Segoe UI" panose="020B0502040204020203" pitchFamily="34" charset="0"/>
                <a:cs typeface="Segoe UI" panose="020B0502040204020203" pitchFamily="34" charset="0"/>
              </a:rPr>
              <a:t> </a:t>
            </a:r>
          </a:p>
          <a:p>
            <a:r>
              <a:rPr lang="en-US" sz="1100" i="1" dirty="0">
                <a:solidFill>
                  <a:srgbClr val="002060"/>
                </a:solidFill>
                <a:latin typeface="Segoe UI" panose="020B0502040204020203" pitchFamily="34" charset="0"/>
                <a:cs typeface="Segoe UI" panose="020B0502040204020203" pitchFamily="34" charset="0"/>
              </a:rPr>
              <a:t>By looking at top companies within Technology, we can compare Apple against peers like Microsoft or Nvidia — helping us understand whether Apple is leading, lagging, or in line.</a:t>
            </a:r>
            <a:endParaRPr lang="en-CA" sz="1100" i="1" dirty="0">
              <a:solidFill>
                <a:srgbClr val="002060"/>
              </a:solidFill>
              <a:latin typeface="Segoe UI" panose="020B0502040204020203" pitchFamily="34" charset="0"/>
              <a:cs typeface="Segoe UI" panose="020B0502040204020203" pitchFamily="34" charset="0"/>
            </a:endParaRPr>
          </a:p>
          <a:p>
            <a:endParaRPr lang="en-CA" sz="1200" i="1" dirty="0">
              <a:solidFill>
                <a:srgbClr val="002060"/>
              </a:solidFill>
              <a:latin typeface="Segoe UI" panose="020B0502040204020203" pitchFamily="34" charset="0"/>
              <a:cs typeface="Segoe UI" panose="020B0502040204020203" pitchFamily="34" charset="0"/>
            </a:endParaRPr>
          </a:p>
          <a:p>
            <a:r>
              <a:rPr lang="en-CA" sz="1200" i="1" dirty="0">
                <a:solidFill>
                  <a:srgbClr val="002060"/>
                </a:solidFill>
                <a:latin typeface="Segoe UI" panose="020B0502040204020203" pitchFamily="34" charset="0"/>
                <a:cs typeface="Segoe UI" panose="020B0502040204020203" pitchFamily="34" charset="0"/>
              </a:rPr>
              <a:t>Over the past </a:t>
            </a:r>
            <a:r>
              <a:rPr lang="en-CA" sz="1200" b="1" i="1" dirty="0">
                <a:solidFill>
                  <a:srgbClr val="002060"/>
                </a:solidFill>
                <a:latin typeface="Segoe UI" panose="020B0502040204020203" pitchFamily="34" charset="0"/>
                <a:cs typeface="Segoe UI" panose="020B0502040204020203" pitchFamily="34" charset="0"/>
              </a:rPr>
              <a:t>5 years</a:t>
            </a:r>
            <a:r>
              <a:rPr lang="en-CA" sz="1200" i="1" dirty="0">
                <a:solidFill>
                  <a:srgbClr val="002060"/>
                </a:solidFill>
                <a:latin typeface="Segoe UI" panose="020B0502040204020203" pitchFamily="34" charset="0"/>
                <a:cs typeface="Segoe UI" panose="020B0502040204020203" pitchFamily="34" charset="0"/>
              </a:rPr>
              <a:t>, there are 3 industries with highest of Returns which are </a:t>
            </a:r>
          </a:p>
          <a:p>
            <a:pPr marL="285750" indent="-285750">
              <a:buFont typeface="Arial" panose="020B0604020202020204" pitchFamily="34" charset="0"/>
              <a:buChar char="•"/>
            </a:pPr>
            <a:r>
              <a:rPr lang="en-CA" sz="1200" b="1" i="1" dirty="0">
                <a:solidFill>
                  <a:srgbClr val="002060"/>
                </a:solidFill>
                <a:latin typeface="Segoe UI" panose="020B0502040204020203" pitchFamily="34" charset="0"/>
                <a:cs typeface="Segoe UI" panose="020B0502040204020203" pitchFamily="34" charset="0"/>
              </a:rPr>
              <a:t>Energy – 344 %</a:t>
            </a:r>
          </a:p>
          <a:p>
            <a:pPr marL="285750" indent="-285750">
              <a:buFont typeface="Arial" panose="020B0604020202020204" pitchFamily="34" charset="0"/>
              <a:buChar char="•"/>
            </a:pPr>
            <a:r>
              <a:rPr lang="en-CA" sz="1200" b="1" i="1" dirty="0">
                <a:solidFill>
                  <a:srgbClr val="002060"/>
                </a:solidFill>
                <a:latin typeface="Segoe UI" panose="020B0502040204020203" pitchFamily="34" charset="0"/>
                <a:cs typeface="Segoe UI" panose="020B0502040204020203" pitchFamily="34" charset="0"/>
              </a:rPr>
              <a:t>Technology – 201%</a:t>
            </a:r>
          </a:p>
          <a:p>
            <a:pPr marL="285750" indent="-285750">
              <a:buFont typeface="Arial" panose="020B0604020202020204" pitchFamily="34" charset="0"/>
              <a:buChar char="•"/>
            </a:pPr>
            <a:r>
              <a:rPr lang="en-CA" sz="1200" b="1" i="1" dirty="0">
                <a:solidFill>
                  <a:srgbClr val="002060"/>
                </a:solidFill>
                <a:latin typeface="Segoe UI" panose="020B0502040204020203" pitchFamily="34" charset="0"/>
                <a:cs typeface="Segoe UI" panose="020B0502040204020203" pitchFamily="34" charset="0"/>
              </a:rPr>
              <a:t>Financials – 176 %</a:t>
            </a:r>
          </a:p>
          <a:p>
            <a:endParaRPr lang="en-CA" sz="1400" dirty="0">
              <a:solidFill>
                <a:srgbClr val="002060"/>
              </a:solidFill>
              <a:latin typeface="Segoe UI" panose="020B0502040204020203" pitchFamily="34" charset="0"/>
              <a:cs typeface="Segoe UI" panose="020B0502040204020203" pitchFamily="34" charset="0"/>
            </a:endParaRPr>
          </a:p>
          <a:p>
            <a:r>
              <a:rPr lang="en-CA" sz="1200" dirty="0">
                <a:solidFill>
                  <a:srgbClr val="002060"/>
                </a:solidFill>
                <a:latin typeface="Segoe UI" panose="020B0502040204020203" pitchFamily="34" charset="0"/>
                <a:cs typeface="Segoe UI" panose="020B0502040204020203" pitchFamily="34" charset="0"/>
              </a:rPr>
              <a:t>Among those industries, </a:t>
            </a:r>
            <a:r>
              <a:rPr lang="en-CA" sz="1200" b="1" dirty="0">
                <a:solidFill>
                  <a:srgbClr val="002060"/>
                </a:solidFill>
                <a:latin typeface="Segoe UI" panose="020B0502040204020203" pitchFamily="34" charset="0"/>
                <a:cs typeface="Segoe UI" panose="020B0502040204020203" pitchFamily="34" charset="0"/>
              </a:rPr>
              <a:t>NVIDIA</a:t>
            </a:r>
            <a:r>
              <a:rPr lang="en-CA" sz="1200" dirty="0">
                <a:solidFill>
                  <a:srgbClr val="002060"/>
                </a:solidFill>
                <a:latin typeface="Segoe UI" panose="020B0502040204020203" pitchFamily="34" charset="0"/>
                <a:cs typeface="Segoe UI" panose="020B0502040204020203" pitchFamily="34" charset="0"/>
              </a:rPr>
              <a:t> &amp; </a:t>
            </a:r>
            <a:r>
              <a:rPr lang="en-CA" sz="1200" b="1" dirty="0">
                <a:solidFill>
                  <a:srgbClr val="002060"/>
                </a:solidFill>
                <a:latin typeface="Segoe UI" panose="020B0502040204020203" pitchFamily="34" charset="0"/>
                <a:cs typeface="Segoe UI" panose="020B0502040204020203" pitchFamily="34" charset="0"/>
              </a:rPr>
              <a:t>APPLE</a:t>
            </a:r>
            <a:r>
              <a:rPr lang="en-CA" sz="1200" dirty="0">
                <a:solidFill>
                  <a:srgbClr val="002060"/>
                </a:solidFill>
                <a:latin typeface="Segoe UI" panose="020B0502040204020203" pitchFamily="34" charset="0"/>
                <a:cs typeface="Segoe UI" panose="020B0502040204020203" pitchFamily="34" charset="0"/>
              </a:rPr>
              <a:t> are closely competing each others.  </a:t>
            </a:r>
          </a:p>
        </p:txBody>
      </p:sp>
      <p:sp>
        <p:nvSpPr>
          <p:cNvPr id="25" name="TextBox 24">
            <a:extLst>
              <a:ext uri="{FF2B5EF4-FFF2-40B4-BE49-F238E27FC236}">
                <a16:creationId xmlns:a16="http://schemas.microsoft.com/office/drawing/2014/main" id="{1F7F38FD-F12E-DF90-BE3C-25BF430C8911}"/>
              </a:ext>
            </a:extLst>
          </p:cNvPr>
          <p:cNvSpPr txBox="1"/>
          <p:nvPr/>
        </p:nvSpPr>
        <p:spPr>
          <a:xfrm>
            <a:off x="6134100" y="6619845"/>
            <a:ext cx="4524375" cy="200055"/>
          </a:xfrm>
          <a:prstGeom prst="rect">
            <a:avLst/>
          </a:prstGeom>
          <a:solidFill>
            <a:schemeClr val="bg1">
              <a:lumMod val="95000"/>
            </a:schemeClr>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Yahoo Finance (</a:t>
            </a:r>
            <a:r>
              <a:rPr lang="en-CA" sz="700" b="1" i="1" dirty="0" err="1">
                <a:latin typeface="Segoe UI" panose="020B0502040204020203" pitchFamily="34" charset="0"/>
                <a:cs typeface="Segoe UI" panose="020B0502040204020203" pitchFamily="34" charset="0"/>
              </a:rPr>
              <a:t>yfinance</a:t>
            </a:r>
            <a:r>
              <a:rPr lang="en-CA" sz="700" b="1" i="1" dirty="0">
                <a:latin typeface="Segoe UI" panose="020B0502040204020203" pitchFamily="34" charset="0"/>
                <a:cs typeface="Segoe UI" panose="020B0502040204020203" pitchFamily="34" charset="0"/>
              </a:rPr>
              <a:t>), FMP API | Code: industry_analysis.py, top_3_companiesofsectors.py</a:t>
            </a:r>
          </a:p>
        </p:txBody>
      </p:sp>
    </p:spTree>
    <p:extLst>
      <p:ext uri="{BB962C8B-B14F-4D97-AF65-F5344CB8AC3E}">
        <p14:creationId xmlns:p14="http://schemas.microsoft.com/office/powerpoint/2010/main" val="35813107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0E9FD-914F-ABC1-BC06-6DBCC0A2B249}"/>
            </a:ext>
          </a:extLst>
        </p:cNvPr>
        <p:cNvGrpSpPr/>
        <p:nvPr/>
      </p:nvGrpSpPr>
      <p:grpSpPr>
        <a:xfrm>
          <a:off x="0" y="0"/>
          <a:ext cx="0" cy="0"/>
          <a:chOff x="0" y="0"/>
          <a:chExt cx="0" cy="0"/>
        </a:xfrm>
      </p:grpSpPr>
      <p:pic>
        <p:nvPicPr>
          <p:cNvPr id="9"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CAD20AEA-7CAF-4A83-BE2E-EAF010B8B7F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13" name="Rectangle 12">
            <a:extLst>
              <a:ext uri="{FF2B5EF4-FFF2-40B4-BE49-F238E27FC236}">
                <a16:creationId xmlns:a16="http://schemas.microsoft.com/office/drawing/2014/main" id="{B40FCD49-2060-48B9-8212-8A5F1DF472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Illuminated server room panel">
            <a:extLst>
              <a:ext uri="{FF2B5EF4-FFF2-40B4-BE49-F238E27FC236}">
                <a16:creationId xmlns:a16="http://schemas.microsoft.com/office/drawing/2014/main" id="{73FD68BE-2896-7CEC-E897-1A1B429CC332}"/>
              </a:ext>
            </a:extLst>
          </p:cNvPr>
          <p:cNvPicPr>
            <a:picLocks noChangeAspect="1"/>
          </p:cNvPicPr>
          <p:nvPr/>
        </p:nvPicPr>
        <p:blipFill>
          <a:blip r:embed="rId4">
            <a:alphaModFix amt="35000"/>
          </a:blip>
          <a:srcRect t="15730"/>
          <a:stretch/>
        </p:blipFill>
        <p:spPr>
          <a:xfrm>
            <a:off x="20" y="10"/>
            <a:ext cx="12191980" cy="6857990"/>
          </a:xfrm>
          <a:prstGeom prst="rect">
            <a:avLst/>
          </a:prstGeom>
        </p:spPr>
      </p:pic>
      <p:pic>
        <p:nvPicPr>
          <p:cNvPr id="16" name="Picture 15">
            <a:extLst>
              <a:ext uri="{FF2B5EF4-FFF2-40B4-BE49-F238E27FC236}">
                <a16:creationId xmlns:a16="http://schemas.microsoft.com/office/drawing/2014/main" id="{83A45DCD-B5FB-4A86-88D2-91088C7FFC5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02460E68-F3AF-45FD-F008-12972670F3CA}"/>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b="1" dirty="0"/>
              <a:t>Data Collections &amp; Processing</a:t>
            </a:r>
          </a:p>
        </p:txBody>
      </p:sp>
    </p:spTree>
    <p:extLst>
      <p:ext uri="{BB962C8B-B14F-4D97-AF65-F5344CB8AC3E}">
        <p14:creationId xmlns:p14="http://schemas.microsoft.com/office/powerpoint/2010/main" val="183963404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25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24892F95-D199-D54B-7628-38E224988F96}"/>
            </a:ext>
          </a:extLst>
        </p:cNvPr>
        <p:cNvGrpSpPr/>
        <p:nvPr/>
      </p:nvGrpSpPr>
      <p:grpSpPr>
        <a:xfrm>
          <a:off x="0" y="0"/>
          <a:ext cx="0" cy="0"/>
          <a:chOff x="0" y="0"/>
          <a:chExt cx="0" cy="0"/>
        </a:xfrm>
      </p:grpSpPr>
      <p:pic>
        <p:nvPicPr>
          <p:cNvPr id="5122" name="Picture 2" descr="51,900+ Empty Jar No Lid Stock Illustrations, Royalty-Free Vector Graphics  &amp; Clip Art - iStock">
            <a:extLst>
              <a:ext uri="{FF2B5EF4-FFF2-40B4-BE49-F238E27FC236}">
                <a16:creationId xmlns:a16="http://schemas.microsoft.com/office/drawing/2014/main" id="{C643BF2F-1C07-D88C-D5EA-7CDC04769DAC}"/>
              </a:ext>
            </a:extLst>
          </p:cNvPr>
          <p:cNvPicPr>
            <a:picLocks noChangeAspect="1" noChangeArrowheads="1"/>
          </p:cNvPicPr>
          <p:nvPr/>
        </p:nvPicPr>
        <p:blipFill rotWithShape="1">
          <a:blip r:embed="rId2">
            <a:extLst>
              <a:ext uri="{BEBA8EAE-BF5A-486C-A8C5-ECC9F3942E4B}">
                <a14:imgProps xmlns:a14="http://schemas.microsoft.com/office/drawing/2010/main">
                  <a14:imgLayer r:embed="rId3">
                    <a14:imgEffect>
                      <a14:backgroundRemoval t="10000" b="90000" l="10000" r="90000">
                        <a14:foregroundMark x1="42974" y1="19281" x2="47549" y2="18627"/>
                        <a14:foregroundMark x1="46078" y1="23366" x2="46895" y2="23366"/>
                        <a14:foregroundMark x1="46895" y1="23366" x2="46895" y2="23366"/>
                        <a14:foregroundMark x1="69608" y1="25163" x2="71405" y2="26144"/>
                      </a14:backgroundRemoval>
                    </a14:imgEffect>
                  </a14:imgLayer>
                </a14:imgProps>
              </a:ext>
              <a:ext uri="{28A0092B-C50C-407E-A947-70E740481C1C}">
                <a14:useLocalDpi xmlns:a14="http://schemas.microsoft.com/office/drawing/2010/main" val="0"/>
              </a:ext>
            </a:extLst>
          </a:blip>
          <a:srcRect l="14301" r="15255"/>
          <a:stretch/>
        </p:blipFill>
        <p:spPr bwMode="auto">
          <a:xfrm>
            <a:off x="1344346" y="1930440"/>
            <a:ext cx="2724150" cy="3867149"/>
          </a:xfrm>
          <a:prstGeom prst="rect">
            <a:avLst/>
          </a:prstGeom>
          <a:noFill/>
          <a:extLst>
            <a:ext uri="{909E8E84-426E-40DD-AFC4-6F175D3DCCD1}">
              <a14:hiddenFill xmlns:a14="http://schemas.microsoft.com/office/drawing/2010/main">
                <a:solidFill>
                  <a:srgbClr val="FFFFFF"/>
                </a:solidFill>
              </a14:hiddenFill>
            </a:ext>
          </a:extLst>
        </p:spPr>
      </p:pic>
      <p:sp>
        <p:nvSpPr>
          <p:cNvPr id="5" name="Sdata4">
            <a:extLst>
              <a:ext uri="{FF2B5EF4-FFF2-40B4-BE49-F238E27FC236}">
                <a16:creationId xmlns:a16="http://schemas.microsoft.com/office/drawing/2014/main" id="{1FA68B9B-5D1A-EF96-324D-BA9CCE2A5D7D}"/>
              </a:ext>
            </a:extLst>
          </p:cNvPr>
          <p:cNvSpPr/>
          <p:nvPr/>
        </p:nvSpPr>
        <p:spPr>
          <a:xfrm>
            <a:off x="1857375" y="1767017"/>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Sdata5">
            <a:extLst>
              <a:ext uri="{FF2B5EF4-FFF2-40B4-BE49-F238E27FC236}">
                <a16:creationId xmlns:a16="http://schemas.microsoft.com/office/drawing/2014/main" id="{933F988F-3AC3-7EF3-2286-97B5505F47B2}"/>
              </a:ext>
            </a:extLst>
          </p:cNvPr>
          <p:cNvSpPr/>
          <p:nvPr/>
        </p:nvSpPr>
        <p:spPr>
          <a:xfrm>
            <a:off x="2247273" y="1855013"/>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Sdata7">
            <a:extLst>
              <a:ext uri="{FF2B5EF4-FFF2-40B4-BE49-F238E27FC236}">
                <a16:creationId xmlns:a16="http://schemas.microsoft.com/office/drawing/2014/main" id="{201AFAC2-762B-AFD8-7CF2-400B009C882A}"/>
              </a:ext>
            </a:extLst>
          </p:cNvPr>
          <p:cNvSpPr/>
          <p:nvPr/>
        </p:nvSpPr>
        <p:spPr>
          <a:xfrm>
            <a:off x="2124075" y="1466980"/>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Sdata8">
            <a:extLst>
              <a:ext uri="{FF2B5EF4-FFF2-40B4-BE49-F238E27FC236}">
                <a16:creationId xmlns:a16="http://schemas.microsoft.com/office/drawing/2014/main" id="{3020C0B2-2823-6D4D-2C9C-994077E88DF6}"/>
              </a:ext>
            </a:extLst>
          </p:cNvPr>
          <p:cNvSpPr/>
          <p:nvPr/>
        </p:nvSpPr>
        <p:spPr>
          <a:xfrm>
            <a:off x="2708923" y="187228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Sdata9">
            <a:extLst>
              <a:ext uri="{FF2B5EF4-FFF2-40B4-BE49-F238E27FC236}">
                <a16:creationId xmlns:a16="http://schemas.microsoft.com/office/drawing/2014/main" id="{7FDF2D57-AC2B-295A-E6FA-589472BE4BE6}"/>
              </a:ext>
            </a:extLst>
          </p:cNvPr>
          <p:cNvSpPr/>
          <p:nvPr/>
        </p:nvSpPr>
        <p:spPr>
          <a:xfrm>
            <a:off x="2513973" y="1459836"/>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Sdata10">
            <a:extLst>
              <a:ext uri="{FF2B5EF4-FFF2-40B4-BE49-F238E27FC236}">
                <a16:creationId xmlns:a16="http://schemas.microsoft.com/office/drawing/2014/main" id="{32481C14-6FA5-E6B5-81B0-3ED55C6F6AD1}"/>
              </a:ext>
            </a:extLst>
          </p:cNvPr>
          <p:cNvSpPr/>
          <p:nvPr/>
        </p:nvSpPr>
        <p:spPr>
          <a:xfrm>
            <a:off x="3134351" y="1875363"/>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data11">
            <a:extLst>
              <a:ext uri="{FF2B5EF4-FFF2-40B4-BE49-F238E27FC236}">
                <a16:creationId xmlns:a16="http://schemas.microsoft.com/office/drawing/2014/main" id="{BA9273F1-7F8A-6DA6-66D4-70B9E312A089}"/>
              </a:ext>
            </a:extLst>
          </p:cNvPr>
          <p:cNvSpPr/>
          <p:nvPr/>
        </p:nvSpPr>
        <p:spPr>
          <a:xfrm>
            <a:off x="3170571" y="152889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Sdata12">
            <a:extLst>
              <a:ext uri="{FF2B5EF4-FFF2-40B4-BE49-F238E27FC236}">
                <a16:creationId xmlns:a16="http://schemas.microsoft.com/office/drawing/2014/main" id="{3B97020E-4164-1918-30C3-026AA6EC496E}"/>
              </a:ext>
            </a:extLst>
          </p:cNvPr>
          <p:cNvSpPr/>
          <p:nvPr/>
        </p:nvSpPr>
        <p:spPr>
          <a:xfrm>
            <a:off x="2932446" y="144310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Sdata13">
            <a:extLst>
              <a:ext uri="{FF2B5EF4-FFF2-40B4-BE49-F238E27FC236}">
                <a16:creationId xmlns:a16="http://schemas.microsoft.com/office/drawing/2014/main" id="{8020F613-368D-63D0-8636-CBF544F062CA}"/>
              </a:ext>
            </a:extLst>
          </p:cNvPr>
          <p:cNvSpPr/>
          <p:nvPr/>
        </p:nvSpPr>
        <p:spPr>
          <a:xfrm>
            <a:off x="1802103" y="1352680"/>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a:extLst>
              <a:ext uri="{FF2B5EF4-FFF2-40B4-BE49-F238E27FC236}">
                <a16:creationId xmlns:a16="http://schemas.microsoft.com/office/drawing/2014/main" id="{11BD80A4-8D34-8974-139F-4BA87D88EE73}"/>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sz="3200" b="1" dirty="0">
                <a:solidFill>
                  <a:srgbClr val="002060"/>
                </a:solidFill>
                <a:effectLst/>
              </a:rPr>
              <a:t>How are Data collected and Processed?</a:t>
            </a:r>
          </a:p>
        </p:txBody>
      </p:sp>
      <p:sp>
        <p:nvSpPr>
          <p:cNvPr id="15" name="ndata14">
            <a:extLst>
              <a:ext uri="{FF2B5EF4-FFF2-40B4-BE49-F238E27FC236}">
                <a16:creationId xmlns:a16="http://schemas.microsoft.com/office/drawing/2014/main" id="{8E875958-0928-89FA-34C3-6843A5825CE7}"/>
              </a:ext>
            </a:extLst>
          </p:cNvPr>
          <p:cNvSpPr/>
          <p:nvPr/>
        </p:nvSpPr>
        <p:spPr>
          <a:xfrm>
            <a:off x="1830022" y="1125981"/>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16" name="ndata14">
            <a:extLst>
              <a:ext uri="{FF2B5EF4-FFF2-40B4-BE49-F238E27FC236}">
                <a16:creationId xmlns:a16="http://schemas.microsoft.com/office/drawing/2014/main" id="{93DBF36B-D751-5788-62D1-7EFA1CC9DF79}"/>
              </a:ext>
            </a:extLst>
          </p:cNvPr>
          <p:cNvSpPr/>
          <p:nvPr/>
        </p:nvSpPr>
        <p:spPr>
          <a:xfrm>
            <a:off x="1705624" y="1429322"/>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19" name="ndata14">
            <a:extLst>
              <a:ext uri="{FF2B5EF4-FFF2-40B4-BE49-F238E27FC236}">
                <a16:creationId xmlns:a16="http://schemas.microsoft.com/office/drawing/2014/main" id="{83BDDC24-A3DC-0014-D8F8-271586C0EC0D}"/>
              </a:ext>
            </a:extLst>
          </p:cNvPr>
          <p:cNvSpPr/>
          <p:nvPr/>
        </p:nvSpPr>
        <p:spPr>
          <a:xfrm>
            <a:off x="2355215" y="1352548"/>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0" name="ndata14">
            <a:extLst>
              <a:ext uri="{FF2B5EF4-FFF2-40B4-BE49-F238E27FC236}">
                <a16:creationId xmlns:a16="http://schemas.microsoft.com/office/drawing/2014/main" id="{F456896E-6781-CD3B-5D87-7D690DC6BB50}"/>
              </a:ext>
            </a:extLst>
          </p:cNvPr>
          <p:cNvSpPr/>
          <p:nvPr/>
        </p:nvSpPr>
        <p:spPr>
          <a:xfrm>
            <a:off x="2828903" y="1495053"/>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1" name="ndata14">
            <a:extLst>
              <a:ext uri="{FF2B5EF4-FFF2-40B4-BE49-F238E27FC236}">
                <a16:creationId xmlns:a16="http://schemas.microsoft.com/office/drawing/2014/main" id="{44E24796-698A-9DD1-5512-58ECF346A9D9}"/>
              </a:ext>
            </a:extLst>
          </p:cNvPr>
          <p:cNvSpPr/>
          <p:nvPr/>
        </p:nvSpPr>
        <p:spPr>
          <a:xfrm>
            <a:off x="3142560" y="1182026"/>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2" name="ndata14">
            <a:extLst>
              <a:ext uri="{FF2B5EF4-FFF2-40B4-BE49-F238E27FC236}">
                <a16:creationId xmlns:a16="http://schemas.microsoft.com/office/drawing/2014/main" id="{8CD190D7-097A-BE7F-4C14-4C51D08B17DC}"/>
              </a:ext>
            </a:extLst>
          </p:cNvPr>
          <p:cNvSpPr/>
          <p:nvPr/>
        </p:nvSpPr>
        <p:spPr>
          <a:xfrm>
            <a:off x="2679476" y="1105668"/>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3" name="ndata14">
            <a:extLst>
              <a:ext uri="{FF2B5EF4-FFF2-40B4-BE49-F238E27FC236}">
                <a16:creationId xmlns:a16="http://schemas.microsoft.com/office/drawing/2014/main" id="{8C6DC199-4871-8046-9B81-3A5770DB8050}"/>
              </a:ext>
            </a:extLst>
          </p:cNvPr>
          <p:cNvSpPr/>
          <p:nvPr/>
        </p:nvSpPr>
        <p:spPr>
          <a:xfrm>
            <a:off x="2269448" y="1114415"/>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4" name="ndata14">
            <a:extLst>
              <a:ext uri="{FF2B5EF4-FFF2-40B4-BE49-F238E27FC236}">
                <a16:creationId xmlns:a16="http://schemas.microsoft.com/office/drawing/2014/main" id="{C8CE696A-4B50-E59C-2262-9D2B90D1C403}"/>
              </a:ext>
            </a:extLst>
          </p:cNvPr>
          <p:cNvSpPr/>
          <p:nvPr/>
        </p:nvSpPr>
        <p:spPr>
          <a:xfrm>
            <a:off x="3099678" y="1365246"/>
            <a:ext cx="532800" cy="493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5" name="Arrow: Right 24">
            <a:extLst>
              <a:ext uri="{FF2B5EF4-FFF2-40B4-BE49-F238E27FC236}">
                <a16:creationId xmlns:a16="http://schemas.microsoft.com/office/drawing/2014/main" id="{D7F8F2B8-4FA0-874D-0307-4BB496E5FBDF}"/>
              </a:ext>
            </a:extLst>
          </p:cNvPr>
          <p:cNvSpPr/>
          <p:nvPr/>
        </p:nvSpPr>
        <p:spPr>
          <a:xfrm>
            <a:off x="3962400" y="4816831"/>
            <a:ext cx="1333500" cy="40568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6" name="Arrow: Right 25">
            <a:extLst>
              <a:ext uri="{FF2B5EF4-FFF2-40B4-BE49-F238E27FC236}">
                <a16:creationId xmlns:a16="http://schemas.microsoft.com/office/drawing/2014/main" id="{46AC54E9-C851-1D1E-FAC2-C5A5F2129BAF}"/>
              </a:ext>
            </a:extLst>
          </p:cNvPr>
          <p:cNvSpPr/>
          <p:nvPr/>
        </p:nvSpPr>
        <p:spPr>
          <a:xfrm rot="20043993">
            <a:off x="3962400" y="3911160"/>
            <a:ext cx="1333500" cy="419100"/>
          </a:xfrm>
          <a:prstGeom prst="rightArrow">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5400000" scaled="1"/>
            <a:tileRect/>
          </a:gradFill>
          <a:ln>
            <a:solidFill>
              <a:srgbClr val="FF5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7" name="ndata14">
            <a:extLst>
              <a:ext uri="{FF2B5EF4-FFF2-40B4-BE49-F238E27FC236}">
                <a16:creationId xmlns:a16="http://schemas.microsoft.com/office/drawing/2014/main" id="{571F5E96-8E77-212E-288E-5A1DA518D73F}"/>
              </a:ext>
            </a:extLst>
          </p:cNvPr>
          <p:cNvSpPr/>
          <p:nvPr/>
        </p:nvSpPr>
        <p:spPr>
          <a:xfrm>
            <a:off x="1961895" y="1545081"/>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8" name="ndata14">
            <a:extLst>
              <a:ext uri="{FF2B5EF4-FFF2-40B4-BE49-F238E27FC236}">
                <a16:creationId xmlns:a16="http://schemas.microsoft.com/office/drawing/2014/main" id="{64745E14-EEEF-50C7-9698-DE06AE9F8447}"/>
              </a:ext>
            </a:extLst>
          </p:cNvPr>
          <p:cNvSpPr/>
          <p:nvPr/>
        </p:nvSpPr>
        <p:spPr>
          <a:xfrm>
            <a:off x="2440021" y="1641063"/>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9" name="ndata14">
            <a:extLst>
              <a:ext uri="{FF2B5EF4-FFF2-40B4-BE49-F238E27FC236}">
                <a16:creationId xmlns:a16="http://schemas.microsoft.com/office/drawing/2014/main" id="{648EE9EE-8106-6D80-B65A-A74590715EEF}"/>
              </a:ext>
            </a:extLst>
          </p:cNvPr>
          <p:cNvSpPr/>
          <p:nvPr/>
        </p:nvSpPr>
        <p:spPr>
          <a:xfrm>
            <a:off x="3134116" y="1697961"/>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30" name="Sdata4">
            <a:extLst>
              <a:ext uri="{FF2B5EF4-FFF2-40B4-BE49-F238E27FC236}">
                <a16:creationId xmlns:a16="http://schemas.microsoft.com/office/drawing/2014/main" id="{21930734-2D68-2DF0-BFAD-F9C865EEBDFE}"/>
              </a:ext>
            </a:extLst>
          </p:cNvPr>
          <p:cNvSpPr/>
          <p:nvPr/>
        </p:nvSpPr>
        <p:spPr>
          <a:xfrm>
            <a:off x="1713909" y="1869665"/>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1" name="Sdata4">
            <a:extLst>
              <a:ext uri="{FF2B5EF4-FFF2-40B4-BE49-F238E27FC236}">
                <a16:creationId xmlns:a16="http://schemas.microsoft.com/office/drawing/2014/main" id="{9C1029FC-5F38-9A7E-58C5-78DD006BB95B}"/>
              </a:ext>
            </a:extLst>
          </p:cNvPr>
          <p:cNvSpPr/>
          <p:nvPr/>
        </p:nvSpPr>
        <p:spPr>
          <a:xfrm>
            <a:off x="2843686" y="2056707"/>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5124" name="Picture 4" descr="Youth Leadership Program, YLP, CFLI, CFLI Canada, Canada, Ontario">
            <a:extLst>
              <a:ext uri="{FF2B5EF4-FFF2-40B4-BE49-F238E27FC236}">
                <a16:creationId xmlns:a16="http://schemas.microsoft.com/office/drawing/2014/main" id="{062EEB7A-1CFC-A902-134B-F185282711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34957" y="5267337"/>
            <a:ext cx="982503" cy="393001"/>
          </a:xfrm>
          <a:prstGeom prst="rect">
            <a:avLst/>
          </a:prstGeom>
          <a:noFill/>
          <a:extLst>
            <a:ext uri="{909E8E84-426E-40DD-AFC4-6F175D3DCCD1}">
              <a14:hiddenFill xmlns:a14="http://schemas.microsoft.com/office/drawing/2010/main">
                <a:solidFill>
                  <a:srgbClr val="FFFFFF"/>
                </a:solidFill>
              </a14:hiddenFill>
            </a:ext>
          </a:extLst>
        </p:spPr>
      </p:pic>
      <p:sp>
        <p:nvSpPr>
          <p:cNvPr id="32" name="TextBox 31">
            <a:extLst>
              <a:ext uri="{FF2B5EF4-FFF2-40B4-BE49-F238E27FC236}">
                <a16:creationId xmlns:a16="http://schemas.microsoft.com/office/drawing/2014/main" id="{5C5FA906-A7EA-602A-5F31-61C0E20B0A3F}"/>
              </a:ext>
            </a:extLst>
          </p:cNvPr>
          <p:cNvSpPr txBox="1"/>
          <p:nvPr/>
        </p:nvSpPr>
        <p:spPr>
          <a:xfrm>
            <a:off x="5460743" y="4600747"/>
            <a:ext cx="1762125" cy="1323439"/>
          </a:xfrm>
          <a:prstGeom prst="rect">
            <a:avLst/>
          </a:prstGeom>
          <a:noFill/>
        </p:spPr>
        <p:txBody>
          <a:bodyPr wrap="square" rtlCol="0">
            <a:spAutoFit/>
          </a:bodyPr>
          <a:lstStyle/>
          <a:p>
            <a:r>
              <a:rPr lang="en-CA" sz="1600" dirty="0">
                <a:latin typeface="Segoe UI" panose="020B0502040204020203" pitchFamily="34" charset="0"/>
                <a:cs typeface="Segoe UI" panose="020B0502040204020203" pitchFamily="34" charset="0"/>
              </a:rPr>
              <a:t>5 years stock historic data of Apple are extracted from </a:t>
            </a:r>
            <a:r>
              <a:rPr lang="en-CA" sz="1600" dirty="0" err="1">
                <a:latin typeface="Segoe UI" panose="020B0502040204020203" pitchFamily="34" charset="0"/>
                <a:cs typeface="Segoe UI" panose="020B0502040204020203" pitchFamily="34" charset="0"/>
              </a:rPr>
              <a:t>Yfinance</a:t>
            </a:r>
            <a:r>
              <a:rPr lang="en-CA" sz="1600" dirty="0">
                <a:latin typeface="Segoe UI" panose="020B0502040204020203" pitchFamily="34" charset="0"/>
                <a:cs typeface="Segoe UI" panose="020B0502040204020203" pitchFamily="34" charset="0"/>
              </a:rPr>
              <a:t> library.</a:t>
            </a:r>
          </a:p>
        </p:txBody>
      </p:sp>
      <p:pic>
        <p:nvPicPr>
          <p:cNvPr id="5126" name="Picture 6" descr="News API connector, ELT, automatic data replication | Precog">
            <a:extLst>
              <a:ext uri="{FF2B5EF4-FFF2-40B4-BE49-F238E27FC236}">
                <a16:creationId xmlns:a16="http://schemas.microsoft.com/office/drawing/2014/main" id="{30D2AE1D-ECCE-435D-430A-84C5FF73260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22868" y="2532975"/>
            <a:ext cx="1194592" cy="352882"/>
          </a:xfrm>
          <a:prstGeom prst="rect">
            <a:avLst/>
          </a:prstGeom>
          <a:noFill/>
          <a:extLst>
            <a:ext uri="{909E8E84-426E-40DD-AFC4-6F175D3DCCD1}">
              <a14:hiddenFill xmlns:a14="http://schemas.microsoft.com/office/drawing/2010/main">
                <a:solidFill>
                  <a:srgbClr val="FFFFFF"/>
                </a:solidFill>
              </a14:hiddenFill>
            </a:ext>
          </a:extLst>
        </p:spPr>
      </p:pic>
      <p:pic>
        <p:nvPicPr>
          <p:cNvPr id="5128" name="Picture 8" descr="How to Create an RSS Feed from a Google Alert">
            <a:extLst>
              <a:ext uri="{FF2B5EF4-FFF2-40B4-BE49-F238E27FC236}">
                <a16:creationId xmlns:a16="http://schemas.microsoft.com/office/drawing/2014/main" id="{EB56DBF3-99B7-6064-6F82-74190CC6037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22868" y="3133559"/>
            <a:ext cx="1194592" cy="49044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4" descr="Youth Leadership Program, YLP, CFLI, CFLI Canada, Canada, Ontario">
            <a:extLst>
              <a:ext uri="{FF2B5EF4-FFF2-40B4-BE49-F238E27FC236}">
                <a16:creationId xmlns:a16="http://schemas.microsoft.com/office/drawing/2014/main" id="{A0E2482E-1D1A-BB7B-C25C-F222537FD8A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11712" y="3794233"/>
            <a:ext cx="1055272" cy="422109"/>
          </a:xfrm>
          <a:prstGeom prst="rect">
            <a:avLst/>
          </a:prstGeom>
          <a:noFill/>
          <a:extLst>
            <a:ext uri="{909E8E84-426E-40DD-AFC4-6F175D3DCCD1}">
              <a14:hiddenFill xmlns:a14="http://schemas.microsoft.com/office/drawing/2010/main">
                <a:solidFill>
                  <a:srgbClr val="FFFFFF"/>
                </a:solidFill>
              </a14:hiddenFill>
            </a:ext>
          </a:extLst>
        </p:spPr>
      </p:pic>
      <p:sp>
        <p:nvSpPr>
          <p:cNvPr id="34" name="TextBox 33">
            <a:extLst>
              <a:ext uri="{FF2B5EF4-FFF2-40B4-BE49-F238E27FC236}">
                <a16:creationId xmlns:a16="http://schemas.microsoft.com/office/drawing/2014/main" id="{9CE2A7A6-82FE-D6D6-B586-2E2117EB2148}"/>
              </a:ext>
            </a:extLst>
          </p:cNvPr>
          <p:cNvSpPr txBox="1"/>
          <p:nvPr/>
        </p:nvSpPr>
        <p:spPr>
          <a:xfrm>
            <a:off x="5460743" y="2461754"/>
            <a:ext cx="1838325" cy="1077218"/>
          </a:xfrm>
          <a:prstGeom prst="rect">
            <a:avLst/>
          </a:prstGeom>
          <a:noFill/>
        </p:spPr>
        <p:txBody>
          <a:bodyPr wrap="square" rtlCol="0">
            <a:spAutoFit/>
          </a:bodyPr>
          <a:lstStyle/>
          <a:p>
            <a:r>
              <a:rPr lang="en-CA" sz="1600" dirty="0">
                <a:latin typeface="Segoe UI" panose="020B0502040204020203" pitchFamily="34" charset="0"/>
                <a:cs typeface="Segoe UI" panose="020B0502040204020203" pitchFamily="34" charset="0"/>
              </a:rPr>
              <a:t>5 years news data are scrapped by using 3 different places.</a:t>
            </a:r>
          </a:p>
        </p:txBody>
      </p:sp>
      <p:graphicFrame>
        <p:nvGraphicFramePr>
          <p:cNvPr id="35" name="Table 34">
            <a:extLst>
              <a:ext uri="{FF2B5EF4-FFF2-40B4-BE49-F238E27FC236}">
                <a16:creationId xmlns:a16="http://schemas.microsoft.com/office/drawing/2014/main" id="{82A95439-9920-72B1-176A-D8AA3C0F9C3B}"/>
              </a:ext>
            </a:extLst>
          </p:cNvPr>
          <p:cNvGraphicFramePr>
            <a:graphicFrameLocks noGrp="1"/>
          </p:cNvGraphicFramePr>
          <p:nvPr>
            <p:extLst>
              <p:ext uri="{D42A27DB-BD31-4B8C-83A1-F6EECF244321}">
                <p14:modId xmlns:p14="http://schemas.microsoft.com/office/powerpoint/2010/main" val="2749262860"/>
              </p:ext>
            </p:extLst>
          </p:nvPr>
        </p:nvGraphicFramePr>
        <p:xfrm>
          <a:off x="8934018" y="2501900"/>
          <a:ext cx="2848552" cy="1854200"/>
        </p:xfrm>
        <a:graphic>
          <a:graphicData uri="http://schemas.openxmlformats.org/drawingml/2006/table">
            <a:tbl>
              <a:tblPr firstRow="1" bandRow="1">
                <a:tableStyleId>{2D5ABB26-0587-4C30-8999-92F81FD0307C}</a:tableStyleId>
              </a:tblPr>
              <a:tblGrid>
                <a:gridCol w="1742071">
                  <a:extLst>
                    <a:ext uri="{9D8B030D-6E8A-4147-A177-3AD203B41FA5}">
                      <a16:colId xmlns:a16="http://schemas.microsoft.com/office/drawing/2014/main" val="855136719"/>
                    </a:ext>
                  </a:extLst>
                </a:gridCol>
                <a:gridCol w="1106481">
                  <a:extLst>
                    <a:ext uri="{9D8B030D-6E8A-4147-A177-3AD203B41FA5}">
                      <a16:colId xmlns:a16="http://schemas.microsoft.com/office/drawing/2014/main" val="518540082"/>
                    </a:ext>
                  </a:extLst>
                </a:gridCol>
              </a:tblGrid>
              <a:tr h="370840">
                <a:tc>
                  <a:txBody>
                    <a:bodyPr/>
                    <a:lstStyle/>
                    <a:p>
                      <a:r>
                        <a:rPr lang="en-CA" sz="1400" b="1" dirty="0">
                          <a:latin typeface="Segoe UI" panose="020B0502040204020203" pitchFamily="34" charset="0"/>
                          <a:cs typeface="Segoe UI" panose="020B0502040204020203" pitchFamily="34" charset="0"/>
                        </a:rPr>
                        <a:t>Sources</a:t>
                      </a:r>
                    </a:p>
                  </a:txBody>
                  <a:tcPr marL="68700" marR="6870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cell3D prstMaterial="dkEdge">
                      <a:bevel prst="coolSlant"/>
                      <a:lightRig rig="flood" dir="t"/>
                    </a:cell3D>
                  </a:tcPr>
                </a:tc>
                <a:tc>
                  <a:txBody>
                    <a:bodyPr/>
                    <a:lstStyle/>
                    <a:p>
                      <a:r>
                        <a:rPr lang="en-CA" sz="1400" b="1" dirty="0">
                          <a:latin typeface="Segoe UI" panose="020B0502040204020203" pitchFamily="34" charset="0"/>
                          <a:cs typeface="Segoe UI" panose="020B0502040204020203" pitchFamily="34" charset="0"/>
                        </a:rPr>
                        <a:t>Total</a:t>
                      </a:r>
                    </a:p>
                  </a:txBody>
                  <a:tcPr marL="68700" marR="68700">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cell3D prstMaterial="dkEdge">
                      <a:bevel prst="coolSlant"/>
                      <a:lightRig rig="flood" dir="t"/>
                    </a:cell3D>
                  </a:tcPr>
                </a:tc>
                <a:extLst>
                  <a:ext uri="{0D108BD9-81ED-4DB2-BD59-A6C34878D82A}">
                    <a16:rowId xmlns:a16="http://schemas.microsoft.com/office/drawing/2014/main" val="3182009452"/>
                  </a:ext>
                </a:extLst>
              </a:tr>
              <a:tr h="370840">
                <a:tc>
                  <a:txBody>
                    <a:bodyPr/>
                    <a:lstStyle/>
                    <a:p>
                      <a:r>
                        <a:rPr lang="en-CA" sz="1200" dirty="0" err="1">
                          <a:latin typeface="Segoe UI" panose="020B0502040204020203" pitchFamily="34" charset="0"/>
                          <a:cs typeface="Segoe UI" panose="020B0502040204020203" pitchFamily="34" charset="0"/>
                        </a:rPr>
                        <a:t>NewsAPI</a:t>
                      </a:r>
                      <a:endParaRPr lang="en-CA" sz="1200" dirty="0">
                        <a:latin typeface="Segoe UI" panose="020B0502040204020203" pitchFamily="34" charset="0"/>
                        <a:cs typeface="Segoe UI" panose="020B0502040204020203" pitchFamily="34" charset="0"/>
                      </a:endParaRP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tcPr>
                </a:tc>
                <a:tc>
                  <a:txBody>
                    <a:bodyPr/>
                    <a:lstStyle/>
                    <a:p>
                      <a:r>
                        <a:rPr lang="en-CA" sz="1200" dirty="0">
                          <a:latin typeface="Segoe UI" panose="020B0502040204020203" pitchFamily="34" charset="0"/>
                          <a:cs typeface="Segoe UI" panose="020B0502040204020203" pitchFamily="34" charset="0"/>
                        </a:rPr>
                        <a:t>840</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tcPr>
                </a:tc>
                <a:extLst>
                  <a:ext uri="{0D108BD9-81ED-4DB2-BD59-A6C34878D82A}">
                    <a16:rowId xmlns:a16="http://schemas.microsoft.com/office/drawing/2014/main" val="1103434883"/>
                  </a:ext>
                </a:extLst>
              </a:tr>
              <a:tr h="370840">
                <a:tc>
                  <a:txBody>
                    <a:bodyPr/>
                    <a:lstStyle/>
                    <a:p>
                      <a:r>
                        <a:rPr lang="en-CA" sz="1200" dirty="0">
                          <a:latin typeface="Segoe UI" panose="020B0502040204020203" pitchFamily="34" charset="0"/>
                          <a:cs typeface="Segoe UI" panose="020B0502040204020203" pitchFamily="34" charset="0"/>
                        </a:rPr>
                        <a:t>Google RSS</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gradFill flip="none" rotWithShape="1">
                      <a:gsLst>
                        <a:gs pos="0">
                          <a:srgbClr val="FF5050">
                            <a:tint val="66000"/>
                            <a:satMod val="160000"/>
                          </a:srgbClr>
                        </a:gs>
                        <a:gs pos="50000">
                          <a:srgbClr val="FF5050">
                            <a:tint val="44500"/>
                            <a:satMod val="160000"/>
                          </a:srgbClr>
                        </a:gs>
                        <a:gs pos="100000">
                          <a:srgbClr val="FF5050">
                            <a:tint val="23500"/>
                            <a:satMod val="160000"/>
                          </a:srgbClr>
                        </a:gs>
                      </a:gsLst>
                      <a:path path="circle">
                        <a:fillToRect l="100000" b="100000"/>
                      </a:path>
                      <a:tileRect t="-100000" r="-100000"/>
                    </a:gradFill>
                  </a:tcPr>
                </a:tc>
                <a:tc>
                  <a:txBody>
                    <a:bodyPr/>
                    <a:lstStyle/>
                    <a:p>
                      <a:r>
                        <a:rPr lang="en-CA" sz="1200" dirty="0">
                          <a:latin typeface="Segoe UI" panose="020B0502040204020203" pitchFamily="34" charset="0"/>
                          <a:cs typeface="Segoe UI" panose="020B0502040204020203" pitchFamily="34" charset="0"/>
                        </a:rPr>
                        <a:t>4454</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gradFill flip="none" rotWithShape="1">
                      <a:gsLst>
                        <a:gs pos="0">
                          <a:srgbClr val="FF5050">
                            <a:tint val="66000"/>
                            <a:satMod val="160000"/>
                          </a:srgbClr>
                        </a:gs>
                        <a:gs pos="50000">
                          <a:srgbClr val="FF5050">
                            <a:tint val="44500"/>
                            <a:satMod val="160000"/>
                          </a:srgbClr>
                        </a:gs>
                        <a:gs pos="100000">
                          <a:srgbClr val="FF5050">
                            <a:tint val="23500"/>
                            <a:satMod val="160000"/>
                          </a:srgbClr>
                        </a:gs>
                      </a:gsLst>
                      <a:path path="circle">
                        <a:fillToRect l="100000" b="100000"/>
                      </a:path>
                      <a:tileRect t="-100000" r="-100000"/>
                    </a:gradFill>
                  </a:tcPr>
                </a:tc>
                <a:extLst>
                  <a:ext uri="{0D108BD9-81ED-4DB2-BD59-A6C34878D82A}">
                    <a16:rowId xmlns:a16="http://schemas.microsoft.com/office/drawing/2014/main" val="4181245205"/>
                  </a:ext>
                </a:extLst>
              </a:tr>
              <a:tr h="370840">
                <a:tc>
                  <a:txBody>
                    <a:bodyPr/>
                    <a:lstStyle/>
                    <a:p>
                      <a:r>
                        <a:rPr lang="en-CA" sz="1200" dirty="0">
                          <a:latin typeface="Segoe UI" panose="020B0502040204020203" pitchFamily="34" charset="0"/>
                          <a:cs typeface="Segoe UI" panose="020B0502040204020203" pitchFamily="34" charset="0"/>
                        </a:rPr>
                        <a:t>Google Custom</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gradFill flip="none" rotWithShape="1">
                      <a:gsLst>
                        <a:gs pos="0">
                          <a:srgbClr val="FF5050">
                            <a:tint val="66000"/>
                            <a:satMod val="160000"/>
                          </a:srgbClr>
                        </a:gs>
                        <a:gs pos="50000">
                          <a:srgbClr val="FF5050">
                            <a:tint val="44500"/>
                            <a:satMod val="160000"/>
                          </a:srgbClr>
                        </a:gs>
                        <a:gs pos="100000">
                          <a:srgbClr val="FF5050">
                            <a:tint val="23500"/>
                            <a:satMod val="160000"/>
                          </a:srgbClr>
                        </a:gs>
                      </a:gsLst>
                      <a:path path="circle">
                        <a:fillToRect l="100000" b="100000"/>
                      </a:path>
                      <a:tileRect t="-100000" r="-100000"/>
                    </a:gradFill>
                  </a:tcPr>
                </a:tc>
                <a:tc>
                  <a:txBody>
                    <a:bodyPr/>
                    <a:lstStyle/>
                    <a:p>
                      <a:r>
                        <a:rPr lang="en-CA" sz="1200" dirty="0">
                          <a:latin typeface="Segoe UI" panose="020B0502040204020203" pitchFamily="34" charset="0"/>
                          <a:cs typeface="Segoe UI" panose="020B0502040204020203" pitchFamily="34" charset="0"/>
                        </a:rPr>
                        <a:t>1039</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gradFill flip="none" rotWithShape="1">
                      <a:gsLst>
                        <a:gs pos="0">
                          <a:srgbClr val="FF5050">
                            <a:tint val="66000"/>
                            <a:satMod val="160000"/>
                          </a:srgbClr>
                        </a:gs>
                        <a:gs pos="50000">
                          <a:srgbClr val="FF5050">
                            <a:tint val="44500"/>
                            <a:satMod val="160000"/>
                          </a:srgbClr>
                        </a:gs>
                        <a:gs pos="100000">
                          <a:srgbClr val="FF5050">
                            <a:tint val="23500"/>
                            <a:satMod val="160000"/>
                          </a:srgbClr>
                        </a:gs>
                      </a:gsLst>
                      <a:path path="circle">
                        <a:fillToRect l="100000" b="100000"/>
                      </a:path>
                      <a:tileRect t="-100000" r="-100000"/>
                    </a:gradFill>
                  </a:tcPr>
                </a:tc>
                <a:extLst>
                  <a:ext uri="{0D108BD9-81ED-4DB2-BD59-A6C34878D82A}">
                    <a16:rowId xmlns:a16="http://schemas.microsoft.com/office/drawing/2014/main" val="783815110"/>
                  </a:ext>
                </a:extLst>
              </a:tr>
              <a:tr h="370840">
                <a:tc>
                  <a:txBody>
                    <a:bodyPr/>
                    <a:lstStyle/>
                    <a:p>
                      <a:r>
                        <a:rPr lang="en-CA" sz="1200" dirty="0">
                          <a:latin typeface="Segoe UI" panose="020B0502040204020203" pitchFamily="34" charset="0"/>
                          <a:cs typeface="Segoe UI" panose="020B0502040204020203" pitchFamily="34" charset="0"/>
                        </a:rPr>
                        <a:t>Yahoo Finance</a:t>
                      </a:r>
                    </a:p>
                  </a:txBody>
                  <a:tcPr marL="68700" marR="68700">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cell3D prstMaterial="dkEdge">
                      <a:bevel prst="coolSlant"/>
                      <a:lightRig rig="flood" dir="t"/>
                    </a:cell3D>
                  </a:tcPr>
                </a:tc>
                <a:tc>
                  <a:txBody>
                    <a:bodyPr/>
                    <a:lstStyle/>
                    <a:p>
                      <a:r>
                        <a:rPr lang="en-CA" sz="1200" dirty="0">
                          <a:latin typeface="Segoe UI" panose="020B0502040204020203" pitchFamily="34" charset="0"/>
                          <a:cs typeface="Segoe UI" panose="020B0502040204020203" pitchFamily="34" charset="0"/>
                        </a:rPr>
                        <a:t>10</a:t>
                      </a:r>
                    </a:p>
                  </a:txBody>
                  <a:tcPr marL="68700" marR="68700">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cell3D prstMaterial="dkEdge">
                      <a:bevel prst="coolSlant"/>
                      <a:lightRig rig="flood" dir="t"/>
                    </a:cell3D>
                  </a:tcPr>
                </a:tc>
                <a:extLst>
                  <a:ext uri="{0D108BD9-81ED-4DB2-BD59-A6C34878D82A}">
                    <a16:rowId xmlns:a16="http://schemas.microsoft.com/office/drawing/2014/main" val="1868436875"/>
                  </a:ext>
                </a:extLst>
              </a:tr>
            </a:tbl>
          </a:graphicData>
        </a:graphic>
      </p:graphicFrame>
      <p:sp>
        <p:nvSpPr>
          <p:cNvPr id="36" name="TextBox 35">
            <a:extLst>
              <a:ext uri="{FF2B5EF4-FFF2-40B4-BE49-F238E27FC236}">
                <a16:creationId xmlns:a16="http://schemas.microsoft.com/office/drawing/2014/main" id="{8C30C907-E0BE-3CE1-FECB-8504EDED574C}"/>
              </a:ext>
            </a:extLst>
          </p:cNvPr>
          <p:cNvSpPr txBox="1"/>
          <p:nvPr/>
        </p:nvSpPr>
        <p:spPr>
          <a:xfrm>
            <a:off x="4068496" y="6548052"/>
            <a:ext cx="8123504" cy="307777"/>
          </a:xfrm>
          <a:prstGeom prst="rect">
            <a:avLst/>
          </a:prstGeom>
          <a:solidFill>
            <a:schemeClr val="bg1"/>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Yahoo Finance (</a:t>
            </a:r>
            <a:r>
              <a:rPr lang="en-CA" sz="700" b="1" i="1" dirty="0" err="1">
                <a:latin typeface="Segoe UI" panose="020B0502040204020203" pitchFamily="34" charset="0"/>
                <a:cs typeface="Segoe UI" panose="020B0502040204020203" pitchFamily="34" charset="0"/>
              </a:rPr>
              <a:t>yfinance</a:t>
            </a:r>
            <a:r>
              <a:rPr lang="en-CA" sz="700" b="1" i="1" dirty="0">
                <a:latin typeface="Segoe UI" panose="020B0502040204020203" pitchFamily="34" charset="0"/>
                <a:cs typeface="Segoe UI" panose="020B0502040204020203" pitchFamily="34" charset="0"/>
              </a:rPr>
              <a:t>), FMP API, Google News RSS, Google Custom Search (BS4), NewsAPI.org, Yahoo Finance News (</a:t>
            </a:r>
            <a:r>
              <a:rPr lang="en-CA" sz="700" b="1" i="1" dirty="0" err="1">
                <a:latin typeface="Segoe UI" panose="020B0502040204020203" pitchFamily="34" charset="0"/>
                <a:cs typeface="Segoe UI" panose="020B0502040204020203" pitchFamily="34" charset="0"/>
              </a:rPr>
              <a:t>yfinance</a:t>
            </a:r>
            <a:r>
              <a:rPr lang="en-CA" sz="700" b="1" i="1" dirty="0">
                <a:latin typeface="Segoe UI" panose="020B0502040204020203" pitchFamily="34" charset="0"/>
                <a:cs typeface="Segoe UI" panose="020B0502040204020203" pitchFamily="34" charset="0"/>
              </a:rPr>
              <a:t>) | Code: industry_analysis.py, top_3_companiesofsectors.py, 4.A_D_AppleNews_GoogleRSS.py, 4.B_AppleNews_Scrape_NewsAPI.py, 4.C_AppleNews_Scrape_Yfinance.py, 5.D_News_MergeNClean_extracted_files.py_</a:t>
            </a:r>
          </a:p>
        </p:txBody>
      </p:sp>
      <p:sp>
        <p:nvSpPr>
          <p:cNvPr id="37" name="Arrow: Right 36">
            <a:extLst>
              <a:ext uri="{FF2B5EF4-FFF2-40B4-BE49-F238E27FC236}">
                <a16:creationId xmlns:a16="http://schemas.microsoft.com/office/drawing/2014/main" id="{E103CFB1-9D82-B224-6BC2-420EEF813B5D}"/>
              </a:ext>
            </a:extLst>
          </p:cNvPr>
          <p:cNvSpPr/>
          <p:nvPr/>
        </p:nvSpPr>
        <p:spPr>
          <a:xfrm>
            <a:off x="233916" y="4742121"/>
            <a:ext cx="1333500" cy="48039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t>Stock Data</a:t>
            </a:r>
          </a:p>
        </p:txBody>
      </p:sp>
      <p:sp>
        <p:nvSpPr>
          <p:cNvPr id="38" name="Arrow: Right 37">
            <a:extLst>
              <a:ext uri="{FF2B5EF4-FFF2-40B4-BE49-F238E27FC236}">
                <a16:creationId xmlns:a16="http://schemas.microsoft.com/office/drawing/2014/main" id="{812BAF1F-ADAC-EA88-9886-41B1AB2939E5}"/>
              </a:ext>
            </a:extLst>
          </p:cNvPr>
          <p:cNvSpPr/>
          <p:nvPr/>
        </p:nvSpPr>
        <p:spPr>
          <a:xfrm>
            <a:off x="233916" y="4046000"/>
            <a:ext cx="1333500" cy="480399"/>
          </a:xfrm>
          <a:prstGeom prst="rightArrow">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62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dirty="0">
                <a:solidFill>
                  <a:schemeClr val="tx1"/>
                </a:solidFill>
              </a:rPr>
              <a:t>News Data</a:t>
            </a:r>
          </a:p>
        </p:txBody>
      </p:sp>
    </p:spTree>
    <p:extLst>
      <p:ext uri="{BB962C8B-B14F-4D97-AF65-F5344CB8AC3E}">
        <p14:creationId xmlns:p14="http://schemas.microsoft.com/office/powerpoint/2010/main" val="40553118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42" presetClass="path" presetSubtype="0" accel="50000" decel="50000" fill="hold" grpId="0" nodeType="withEffect">
                                  <p:stCondLst>
                                    <p:cond delay="0"/>
                                  </p:stCondLst>
                                  <p:childTnLst>
                                    <p:animMotion origin="layout" path="M -0.01003 0.18866 L -0.00807 0.4206 " pathEditMode="fixed" rAng="0" ptsTypes="AA">
                                      <p:cBhvr>
                                        <p:cTn id="14" dur="100" fill="hold"/>
                                        <p:tgtEl>
                                          <p:spTgt spid="5"/>
                                        </p:tgtEl>
                                        <p:attrNameLst>
                                          <p:attrName>ppt_x</p:attrName>
                                          <p:attrName>ppt_y</p:attrName>
                                        </p:attrNameLst>
                                      </p:cBhvr>
                                      <p:rCtr x="91" y="11597"/>
                                    </p:animMotion>
                                  </p:childTnLst>
                                </p:cTn>
                              </p:par>
                            </p:childTnLst>
                          </p:cTn>
                        </p:par>
                        <p:par>
                          <p:cTn id="15" fill="hold">
                            <p:stCondLst>
                              <p:cond delay="100"/>
                            </p:stCondLst>
                            <p:childTnLst>
                              <p:par>
                                <p:cTn id="16" presetID="1" presetClass="entr" presetSubtype="0" fill="hold" grpId="1" nodeType="after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par>
                                <p:cTn id="18" presetID="42" presetClass="path" presetSubtype="0" accel="50000" decel="50000" fill="hold" grpId="0" nodeType="withEffect">
                                  <p:stCondLst>
                                    <p:cond delay="0"/>
                                  </p:stCondLst>
                                  <p:childTnLst>
                                    <p:animMotion origin="layout" path="M 0.01992 0.2301 L 0.01992 0.4801 " pathEditMode="fixed" rAng="0" ptsTypes="AA">
                                      <p:cBhvr>
                                        <p:cTn id="19" dur="100" fill="hold"/>
                                        <p:tgtEl>
                                          <p:spTgt spid="14"/>
                                        </p:tgtEl>
                                        <p:attrNameLst>
                                          <p:attrName>ppt_x</p:attrName>
                                          <p:attrName>ppt_y</p:attrName>
                                        </p:attrNameLst>
                                      </p:cBhvr>
                                      <p:rCtr x="0" y="12500"/>
                                    </p:animMotion>
                                  </p:childTnLst>
                                </p:cTn>
                              </p:par>
                              <p:par>
                                <p:cTn id="20" presetID="1" presetClass="entr" presetSubtype="0" fill="hold" grpId="0" nodeType="withEffect">
                                  <p:stCondLst>
                                    <p:cond delay="0"/>
                                  </p:stCondLst>
                                  <p:childTnLst>
                                    <p:set>
                                      <p:cBhvr>
                                        <p:cTn id="21" dur="1" fill="hold">
                                          <p:stCondLst>
                                            <p:cond delay="0"/>
                                          </p:stCondLst>
                                        </p:cTn>
                                        <p:tgtEl>
                                          <p:spTgt spid="38"/>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5" dur="1" fill="hold">
                                          <p:stCondLst>
                                            <p:cond delay="0"/>
                                          </p:stCondLst>
                                        </p:cTn>
                                        <p:tgtEl>
                                          <p:spTgt spid="5124"/>
                                        </p:tgtEl>
                                        <p:attrNameLst>
                                          <p:attrName>style.visibility</p:attrName>
                                        </p:attrNameLst>
                                      </p:cBhvr>
                                      <p:to>
                                        <p:strVal val="visible"/>
                                      </p:to>
                                    </p:set>
                                  </p:childTnLst>
                                </p:cTn>
                              </p:par>
                            </p:childTnLst>
                          </p:cTn>
                        </p:par>
                        <p:par>
                          <p:cTn id="26" fill="hold">
                            <p:stCondLst>
                              <p:cond delay="200"/>
                            </p:stCondLst>
                            <p:childTnLst>
                              <p:par>
                                <p:cTn id="27" presetID="1" presetClass="entr" presetSubtype="0" fill="hold" grpId="1" nodeType="afterEffect">
                                  <p:stCondLst>
                                    <p:cond delay="0"/>
                                  </p:stCondLst>
                                  <p:childTnLst>
                                    <p:set>
                                      <p:cBhvr>
                                        <p:cTn id="28" dur="1" fill="hold">
                                          <p:stCondLst>
                                            <p:cond delay="0"/>
                                          </p:stCondLst>
                                        </p:cTn>
                                        <p:tgtEl>
                                          <p:spTgt spid="8"/>
                                        </p:tgtEl>
                                        <p:attrNameLst>
                                          <p:attrName>style.visibility</p:attrName>
                                        </p:attrNameLst>
                                      </p:cBhvr>
                                      <p:to>
                                        <p:strVal val="visible"/>
                                      </p:to>
                                    </p:set>
                                  </p:childTnLst>
                                </p:cTn>
                              </p:par>
                              <p:par>
                                <p:cTn id="29" presetID="42" presetClass="path" presetSubtype="0" accel="50000" decel="50000" fill="hold" grpId="0" nodeType="withEffect">
                                  <p:stCondLst>
                                    <p:cond delay="0"/>
                                  </p:stCondLst>
                                  <p:childTnLst>
                                    <p:animMotion origin="layout" path="M 0.00235 0.23796 L 0.00235 0.48796 " pathEditMode="fixed" rAng="0" ptsTypes="AA">
                                      <p:cBhvr>
                                        <p:cTn id="30" dur="100" fill="hold"/>
                                        <p:tgtEl>
                                          <p:spTgt spid="8"/>
                                        </p:tgtEl>
                                        <p:attrNameLst>
                                          <p:attrName>ppt_x</p:attrName>
                                          <p:attrName>ppt_y</p:attrName>
                                        </p:attrNameLst>
                                      </p:cBhvr>
                                      <p:rCtr x="0" y="12500"/>
                                    </p:animMotion>
                                  </p:childTnLst>
                                </p:cTn>
                              </p:par>
                            </p:childTnLst>
                          </p:cTn>
                        </p:par>
                        <p:par>
                          <p:cTn id="31" fill="hold">
                            <p:stCondLst>
                              <p:cond delay="300"/>
                            </p:stCondLst>
                            <p:childTnLst>
                              <p:par>
                                <p:cTn id="32" presetID="1" presetClass="entr" presetSubtype="0" fill="hold" grpId="1" nodeType="afterEffect">
                                  <p:stCondLst>
                                    <p:cond delay="0"/>
                                  </p:stCondLst>
                                  <p:childTnLst>
                                    <p:set>
                                      <p:cBhvr>
                                        <p:cTn id="33" dur="1" fill="hold">
                                          <p:stCondLst>
                                            <p:cond delay="0"/>
                                          </p:stCondLst>
                                        </p:cTn>
                                        <p:tgtEl>
                                          <p:spTgt spid="10"/>
                                        </p:tgtEl>
                                        <p:attrNameLst>
                                          <p:attrName>style.visibility</p:attrName>
                                        </p:attrNameLst>
                                      </p:cBhvr>
                                      <p:to>
                                        <p:strVal val="visible"/>
                                      </p:to>
                                    </p:set>
                                  </p:childTnLst>
                                </p:cTn>
                              </p:par>
                              <p:par>
                                <p:cTn id="34" presetID="42" presetClass="path" presetSubtype="0" accel="50000" decel="50000" fill="hold" grpId="0" nodeType="withEffect">
                                  <p:stCondLst>
                                    <p:cond delay="0"/>
                                  </p:stCondLst>
                                  <p:childTnLst>
                                    <p:animMotion origin="layout" path="M -0.00078 0.20092 L -0.00078 0.45092 " pathEditMode="fixed" rAng="0" ptsTypes="AA">
                                      <p:cBhvr>
                                        <p:cTn id="35" dur="100" fill="hold"/>
                                        <p:tgtEl>
                                          <p:spTgt spid="10"/>
                                        </p:tgtEl>
                                        <p:attrNameLst>
                                          <p:attrName>ppt_x</p:attrName>
                                          <p:attrName>ppt_y</p:attrName>
                                        </p:attrNameLst>
                                      </p:cBhvr>
                                      <p:rCtr x="0" y="12500"/>
                                    </p:animMotion>
                                  </p:childTnLst>
                                </p:cTn>
                              </p:par>
                            </p:childTnLst>
                          </p:cTn>
                        </p:par>
                        <p:par>
                          <p:cTn id="36" fill="hold">
                            <p:stCondLst>
                              <p:cond delay="400"/>
                            </p:stCondLst>
                            <p:childTnLst>
                              <p:par>
                                <p:cTn id="37" presetID="1" presetClass="entr" presetSubtype="0" fill="hold" grpId="1" nodeType="after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42" presetClass="path" presetSubtype="0" accel="50000" decel="50000" fill="hold" grpId="0" nodeType="withEffect">
                                  <p:stCondLst>
                                    <p:cond delay="0"/>
                                  </p:stCondLst>
                                  <p:childTnLst>
                                    <p:animMotion origin="layout" path="M -0.03659 0.17662 L -0.03659 0.42662 " pathEditMode="fixed" rAng="0" ptsTypes="AA">
                                      <p:cBhvr>
                                        <p:cTn id="40" dur="100" fill="hold"/>
                                        <p:tgtEl>
                                          <p:spTgt spid="6"/>
                                        </p:tgtEl>
                                        <p:attrNameLst>
                                          <p:attrName>ppt_x</p:attrName>
                                          <p:attrName>ppt_y</p:attrName>
                                        </p:attrNameLst>
                                      </p:cBhvr>
                                      <p:rCtr x="0" y="12500"/>
                                    </p:animMotion>
                                  </p:childTnLst>
                                </p:cTn>
                              </p:par>
                            </p:childTnLst>
                          </p:cTn>
                        </p:par>
                        <p:par>
                          <p:cTn id="41" fill="hold">
                            <p:stCondLst>
                              <p:cond delay="500"/>
                            </p:stCondLst>
                            <p:childTnLst>
                              <p:par>
                                <p:cTn id="42" presetID="1" presetClass="entr" presetSubtype="0" fill="hold" grpId="1" nodeType="afterEffect">
                                  <p:stCondLst>
                                    <p:cond delay="0"/>
                                  </p:stCondLst>
                                  <p:childTnLst>
                                    <p:set>
                                      <p:cBhvr>
                                        <p:cTn id="43" dur="1" fill="hold">
                                          <p:stCondLst>
                                            <p:cond delay="0"/>
                                          </p:stCondLst>
                                        </p:cTn>
                                        <p:tgtEl>
                                          <p:spTgt spid="9"/>
                                        </p:tgtEl>
                                        <p:attrNameLst>
                                          <p:attrName>style.visibility</p:attrName>
                                        </p:attrNameLst>
                                      </p:cBhvr>
                                      <p:to>
                                        <p:strVal val="visible"/>
                                      </p:to>
                                    </p:set>
                                  </p:childTnLst>
                                </p:cTn>
                              </p:par>
                              <p:par>
                                <p:cTn id="44" presetID="42" presetClass="path" presetSubtype="0" accel="50000" decel="50000" fill="hold" grpId="0" nodeType="withEffect">
                                  <p:stCondLst>
                                    <p:cond delay="0"/>
                                  </p:stCondLst>
                                  <p:childTnLst>
                                    <p:animMotion origin="layout" path="M -0.04961 0.18819 L -0.04792 0.43032 " pathEditMode="fixed" rAng="0" ptsTypes="AA">
                                      <p:cBhvr>
                                        <p:cTn id="45" dur="100" fill="hold"/>
                                        <p:tgtEl>
                                          <p:spTgt spid="9"/>
                                        </p:tgtEl>
                                        <p:attrNameLst>
                                          <p:attrName>ppt_x</p:attrName>
                                          <p:attrName>ppt_y</p:attrName>
                                        </p:attrNameLst>
                                      </p:cBhvr>
                                      <p:rCtr x="78" y="12106"/>
                                    </p:animMotion>
                                  </p:childTnLst>
                                </p:cTn>
                              </p:par>
                            </p:childTnLst>
                          </p:cTn>
                        </p:par>
                        <p:par>
                          <p:cTn id="46" fill="hold">
                            <p:stCondLst>
                              <p:cond delay="600"/>
                            </p:stCondLst>
                            <p:childTnLst>
                              <p:par>
                                <p:cTn id="47" presetID="1" presetClass="entr" presetSubtype="0" fill="hold" grpId="1" nodeType="afterEffect">
                                  <p:stCondLst>
                                    <p:cond delay="0"/>
                                  </p:stCondLst>
                                  <p:childTnLst>
                                    <p:set>
                                      <p:cBhvr>
                                        <p:cTn id="48" dur="1" fill="hold">
                                          <p:stCondLst>
                                            <p:cond delay="0"/>
                                          </p:stCondLst>
                                        </p:cTn>
                                        <p:tgtEl>
                                          <p:spTgt spid="11"/>
                                        </p:tgtEl>
                                        <p:attrNameLst>
                                          <p:attrName>style.visibility</p:attrName>
                                        </p:attrNameLst>
                                      </p:cBhvr>
                                      <p:to>
                                        <p:strVal val="visible"/>
                                      </p:to>
                                    </p:set>
                                  </p:childTnLst>
                                </p:cTn>
                              </p:par>
                              <p:par>
                                <p:cTn id="49" presetID="42" presetClass="path" presetSubtype="0" accel="50000" decel="50000" fill="hold" grpId="0" nodeType="withEffect">
                                  <p:stCondLst>
                                    <p:cond delay="0"/>
                                  </p:stCondLst>
                                  <p:childTnLst>
                                    <p:animMotion origin="layout" path="M -0.05078 0.18959 L -0.05078 0.42755 " pathEditMode="fixed" rAng="0" ptsTypes="AA">
                                      <p:cBhvr>
                                        <p:cTn id="50" dur="100" fill="hold"/>
                                        <p:tgtEl>
                                          <p:spTgt spid="11"/>
                                        </p:tgtEl>
                                        <p:attrNameLst>
                                          <p:attrName>ppt_x</p:attrName>
                                          <p:attrName>ppt_y</p:attrName>
                                        </p:attrNameLst>
                                      </p:cBhvr>
                                      <p:rCtr x="0" y="11898"/>
                                    </p:animMotion>
                                  </p:childTnLst>
                                </p:cTn>
                              </p:par>
                            </p:childTnLst>
                          </p:cTn>
                        </p:par>
                        <p:par>
                          <p:cTn id="51" fill="hold">
                            <p:stCondLst>
                              <p:cond delay="700"/>
                            </p:stCondLst>
                            <p:childTnLst>
                              <p:par>
                                <p:cTn id="52" presetID="1" presetClass="entr" presetSubtype="0" fill="hold" grpId="1" nodeType="afterEffect">
                                  <p:stCondLst>
                                    <p:cond delay="0"/>
                                  </p:stCondLst>
                                  <p:childTnLst>
                                    <p:set>
                                      <p:cBhvr>
                                        <p:cTn id="53" dur="1" fill="hold">
                                          <p:stCondLst>
                                            <p:cond delay="0"/>
                                          </p:stCondLst>
                                        </p:cTn>
                                        <p:tgtEl>
                                          <p:spTgt spid="12"/>
                                        </p:tgtEl>
                                        <p:attrNameLst>
                                          <p:attrName>style.visibility</p:attrName>
                                        </p:attrNameLst>
                                      </p:cBhvr>
                                      <p:to>
                                        <p:strVal val="visible"/>
                                      </p:to>
                                    </p:set>
                                  </p:childTnLst>
                                </p:cTn>
                              </p:par>
                              <p:par>
                                <p:cTn id="54" presetID="42" presetClass="path" presetSubtype="0" accel="50000" decel="50000" fill="hold" grpId="0" nodeType="withEffect">
                                  <p:stCondLst>
                                    <p:cond delay="0"/>
                                  </p:stCondLst>
                                  <p:childTnLst>
                                    <p:animMotion origin="layout" path="M -0.02331 0.22246 L -0.02331 0.47246 " pathEditMode="fixed" rAng="0" ptsTypes="AA">
                                      <p:cBhvr>
                                        <p:cTn id="55" dur="100" fill="hold"/>
                                        <p:tgtEl>
                                          <p:spTgt spid="12"/>
                                        </p:tgtEl>
                                        <p:attrNameLst>
                                          <p:attrName>ppt_x</p:attrName>
                                          <p:attrName>ppt_y</p:attrName>
                                        </p:attrNameLst>
                                      </p:cBhvr>
                                      <p:rCtr x="0" y="12500"/>
                                    </p:animMotion>
                                  </p:childTnLst>
                                </p:cTn>
                              </p:par>
                            </p:childTnLst>
                          </p:cTn>
                        </p:par>
                        <p:par>
                          <p:cTn id="56" fill="hold">
                            <p:stCondLst>
                              <p:cond delay="800"/>
                            </p:stCondLst>
                            <p:childTnLst>
                              <p:par>
                                <p:cTn id="57" presetID="1" presetClass="entr" presetSubtype="0" fill="hold" grpId="1" nodeType="afterEffect">
                                  <p:stCondLst>
                                    <p:cond delay="0"/>
                                  </p:stCondLst>
                                  <p:childTnLst>
                                    <p:set>
                                      <p:cBhvr>
                                        <p:cTn id="58" dur="1" fill="hold">
                                          <p:stCondLst>
                                            <p:cond delay="0"/>
                                          </p:stCondLst>
                                        </p:cTn>
                                        <p:tgtEl>
                                          <p:spTgt spid="13"/>
                                        </p:tgtEl>
                                        <p:attrNameLst>
                                          <p:attrName>style.visibility</p:attrName>
                                        </p:attrNameLst>
                                      </p:cBhvr>
                                      <p:to>
                                        <p:strVal val="visible"/>
                                      </p:to>
                                    </p:set>
                                  </p:childTnLst>
                                </p:cTn>
                              </p:par>
                              <p:par>
                                <p:cTn id="59" presetID="42" presetClass="path" presetSubtype="0" accel="50000" decel="50000" fill="hold" grpId="0" nodeType="withEffect">
                                  <p:stCondLst>
                                    <p:cond delay="0"/>
                                  </p:stCondLst>
                                  <p:childTnLst>
                                    <p:animMotion origin="layout" path="M 0.0151 0.23588 L 0.0151 0.48588 " pathEditMode="fixed" rAng="0" ptsTypes="AA">
                                      <p:cBhvr>
                                        <p:cTn id="60" dur="100" fill="hold"/>
                                        <p:tgtEl>
                                          <p:spTgt spid="13"/>
                                        </p:tgtEl>
                                        <p:attrNameLst>
                                          <p:attrName>ppt_x</p:attrName>
                                          <p:attrName>ppt_y</p:attrName>
                                        </p:attrNameLst>
                                      </p:cBhvr>
                                      <p:rCtr x="0" y="12500"/>
                                    </p:animMotion>
                                  </p:childTnLst>
                                </p:cTn>
                              </p:par>
                            </p:childTnLst>
                          </p:cTn>
                        </p:par>
                        <p:par>
                          <p:cTn id="61" fill="hold">
                            <p:stCondLst>
                              <p:cond delay="900"/>
                            </p:stCondLst>
                            <p:childTnLst>
                              <p:par>
                                <p:cTn id="62" presetID="1" presetClass="entr" presetSubtype="0" fill="hold" grpId="1" nodeType="afterEffect">
                                  <p:stCondLst>
                                    <p:cond delay="0"/>
                                  </p:stCondLst>
                                  <p:childTnLst>
                                    <p:set>
                                      <p:cBhvr>
                                        <p:cTn id="63" dur="1" fill="hold">
                                          <p:stCondLst>
                                            <p:cond delay="0"/>
                                          </p:stCondLst>
                                        </p:cTn>
                                        <p:tgtEl>
                                          <p:spTgt spid="30"/>
                                        </p:tgtEl>
                                        <p:attrNameLst>
                                          <p:attrName>style.visibility</p:attrName>
                                        </p:attrNameLst>
                                      </p:cBhvr>
                                      <p:to>
                                        <p:strVal val="visible"/>
                                      </p:to>
                                    </p:set>
                                  </p:childTnLst>
                                </p:cTn>
                              </p:par>
                              <p:par>
                                <p:cTn id="64" presetID="42" presetClass="path" presetSubtype="0" accel="50000" decel="50000" fill="hold" grpId="0" nodeType="withEffect">
                                  <p:stCondLst>
                                    <p:cond delay="0"/>
                                  </p:stCondLst>
                                  <p:childTnLst>
                                    <p:animMotion origin="layout" path="M 0.01966 0.19676 L 0.01172 0.42824 " pathEditMode="fixed" rAng="0" ptsTypes="AA">
                                      <p:cBhvr>
                                        <p:cTn id="65" dur="100" fill="hold"/>
                                        <p:tgtEl>
                                          <p:spTgt spid="30"/>
                                        </p:tgtEl>
                                        <p:attrNameLst>
                                          <p:attrName>ppt_x</p:attrName>
                                          <p:attrName>ppt_y</p:attrName>
                                        </p:attrNameLst>
                                      </p:cBhvr>
                                      <p:rCtr x="-404" y="11574"/>
                                    </p:animMotion>
                                  </p:childTnLst>
                                </p:cTn>
                              </p:par>
                            </p:childTnLst>
                          </p:cTn>
                        </p:par>
                        <p:par>
                          <p:cTn id="66" fill="hold">
                            <p:stCondLst>
                              <p:cond delay="1000"/>
                            </p:stCondLst>
                            <p:childTnLst>
                              <p:par>
                                <p:cTn id="67" presetID="1" presetClass="entr" presetSubtype="0" fill="hold" grpId="1" nodeType="afterEffect">
                                  <p:stCondLst>
                                    <p:cond delay="0"/>
                                  </p:stCondLst>
                                  <p:childTnLst>
                                    <p:set>
                                      <p:cBhvr>
                                        <p:cTn id="68" dur="1" fill="hold">
                                          <p:stCondLst>
                                            <p:cond delay="0"/>
                                          </p:stCondLst>
                                        </p:cTn>
                                        <p:tgtEl>
                                          <p:spTgt spid="31"/>
                                        </p:tgtEl>
                                        <p:attrNameLst>
                                          <p:attrName>style.visibility</p:attrName>
                                        </p:attrNameLst>
                                      </p:cBhvr>
                                      <p:to>
                                        <p:strVal val="visible"/>
                                      </p:to>
                                    </p:set>
                                  </p:childTnLst>
                                </p:cTn>
                              </p:par>
                              <p:par>
                                <p:cTn id="69" presetID="42" presetClass="path" presetSubtype="0" accel="50000" decel="50000" fill="hold" grpId="0" nodeType="withEffect">
                                  <p:stCondLst>
                                    <p:cond delay="0"/>
                                  </p:stCondLst>
                                  <p:childTnLst>
                                    <p:animMotion origin="layout" path="M -0.07292 0.15278 L -0.07292 0.40278 " pathEditMode="fixed" rAng="0" ptsTypes="AA">
                                      <p:cBhvr>
                                        <p:cTn id="70" dur="100" fill="hold"/>
                                        <p:tgtEl>
                                          <p:spTgt spid="31"/>
                                        </p:tgtEl>
                                        <p:attrNameLst>
                                          <p:attrName>ppt_x</p:attrName>
                                          <p:attrName>ppt_y</p:attrName>
                                        </p:attrNameLst>
                                      </p:cBhvr>
                                      <p:rCtr x="0" y="12500"/>
                                    </p:animMotion>
                                  </p:childTnLst>
                                </p:cTn>
                              </p:par>
                              <p:par>
                                <p:cTn id="71" presetID="1" presetClass="entr" presetSubtype="0" fill="hold" grpId="1" nodeType="withEffect">
                                  <p:stCondLst>
                                    <p:cond delay="0"/>
                                  </p:stCondLst>
                                  <p:childTnLst>
                                    <p:set>
                                      <p:cBhvr>
                                        <p:cTn id="72" dur="1" fill="hold">
                                          <p:stCondLst>
                                            <p:cond delay="0"/>
                                          </p:stCondLst>
                                        </p:cTn>
                                        <p:tgtEl>
                                          <p:spTgt spid="15"/>
                                        </p:tgtEl>
                                        <p:attrNameLst>
                                          <p:attrName>style.visibility</p:attrName>
                                        </p:attrNameLst>
                                      </p:cBhvr>
                                      <p:to>
                                        <p:strVal val="visible"/>
                                      </p:to>
                                    </p:set>
                                  </p:childTnLst>
                                </p:cTn>
                              </p:par>
                              <p:par>
                                <p:cTn id="73" presetID="42" presetClass="path" presetSubtype="0" accel="50000" decel="50000" fill="hold" grpId="0" nodeType="withEffect">
                                  <p:stCondLst>
                                    <p:cond delay="0"/>
                                  </p:stCondLst>
                                  <p:childTnLst>
                                    <p:animMotion origin="layout" path="M 5E-6 0.01088 L -0.0017 0.40417 " pathEditMode="relative" rAng="0" ptsTypes="AA">
                                      <p:cBhvr>
                                        <p:cTn id="74" dur="100" fill="hold"/>
                                        <p:tgtEl>
                                          <p:spTgt spid="15"/>
                                        </p:tgtEl>
                                        <p:attrNameLst>
                                          <p:attrName>ppt_x</p:attrName>
                                          <p:attrName>ppt_y</p:attrName>
                                        </p:attrNameLst>
                                      </p:cBhvr>
                                      <p:rCtr x="-91" y="19653"/>
                                    </p:animMotion>
                                  </p:childTnLst>
                                </p:cTn>
                              </p:par>
                              <p:par>
                                <p:cTn id="75" presetID="1" presetClass="entr" presetSubtype="0"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5126"/>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5128"/>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33"/>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34"/>
                                        </p:tgtEl>
                                        <p:attrNameLst>
                                          <p:attrName>style.visibility</p:attrName>
                                        </p:attrNameLst>
                                      </p:cBhvr>
                                      <p:to>
                                        <p:strVal val="visible"/>
                                      </p:to>
                                    </p:set>
                                  </p:childTnLst>
                                </p:cTn>
                              </p:par>
                            </p:childTnLst>
                          </p:cTn>
                        </p:par>
                        <p:par>
                          <p:cTn id="85" fill="hold">
                            <p:stCondLst>
                              <p:cond delay="1100"/>
                            </p:stCondLst>
                            <p:childTnLst>
                              <p:par>
                                <p:cTn id="86" presetID="1" presetClass="entr" presetSubtype="0" fill="hold" grpId="1" nodeType="afterEffect">
                                  <p:stCondLst>
                                    <p:cond delay="0"/>
                                  </p:stCondLst>
                                  <p:childTnLst>
                                    <p:set>
                                      <p:cBhvr>
                                        <p:cTn id="87" dur="1" fill="hold">
                                          <p:stCondLst>
                                            <p:cond delay="0"/>
                                          </p:stCondLst>
                                        </p:cTn>
                                        <p:tgtEl>
                                          <p:spTgt spid="16"/>
                                        </p:tgtEl>
                                        <p:attrNameLst>
                                          <p:attrName>style.visibility</p:attrName>
                                        </p:attrNameLst>
                                      </p:cBhvr>
                                      <p:to>
                                        <p:strVal val="visible"/>
                                      </p:to>
                                    </p:set>
                                  </p:childTnLst>
                                </p:cTn>
                              </p:par>
                              <p:par>
                                <p:cTn id="88" presetID="42" presetClass="path" presetSubtype="0" accel="50000" decel="50000" fill="hold" grpId="0" nodeType="withEffect">
                                  <p:stCondLst>
                                    <p:cond delay="0"/>
                                  </p:stCondLst>
                                  <p:childTnLst>
                                    <p:animMotion origin="layout" path="M 1.25E-6 0.01088 L -0.00169 0.40416 " pathEditMode="relative" rAng="0" ptsTypes="AA">
                                      <p:cBhvr>
                                        <p:cTn id="89" dur="100" fill="hold"/>
                                        <p:tgtEl>
                                          <p:spTgt spid="16"/>
                                        </p:tgtEl>
                                        <p:attrNameLst>
                                          <p:attrName>ppt_x</p:attrName>
                                          <p:attrName>ppt_y</p:attrName>
                                        </p:attrNameLst>
                                      </p:cBhvr>
                                      <p:rCtr x="-91" y="19653"/>
                                    </p:animMotion>
                                  </p:childTnLst>
                                </p:cTn>
                              </p:par>
                            </p:childTnLst>
                          </p:cTn>
                        </p:par>
                        <p:par>
                          <p:cTn id="90" fill="hold">
                            <p:stCondLst>
                              <p:cond delay="1200"/>
                            </p:stCondLst>
                            <p:childTnLst>
                              <p:par>
                                <p:cTn id="91" presetID="1" presetClass="entr" presetSubtype="0" fill="hold" grpId="1" nodeType="afterEffect">
                                  <p:stCondLst>
                                    <p:cond delay="0"/>
                                  </p:stCondLst>
                                  <p:childTnLst>
                                    <p:set>
                                      <p:cBhvr>
                                        <p:cTn id="92" dur="1" fill="hold">
                                          <p:stCondLst>
                                            <p:cond delay="0"/>
                                          </p:stCondLst>
                                        </p:cTn>
                                        <p:tgtEl>
                                          <p:spTgt spid="19"/>
                                        </p:tgtEl>
                                        <p:attrNameLst>
                                          <p:attrName>style.visibility</p:attrName>
                                        </p:attrNameLst>
                                      </p:cBhvr>
                                      <p:to>
                                        <p:strVal val="visible"/>
                                      </p:to>
                                    </p:set>
                                  </p:childTnLst>
                                </p:cTn>
                              </p:par>
                              <p:par>
                                <p:cTn id="93" presetID="42" presetClass="path" presetSubtype="0" accel="50000" decel="50000" fill="hold" grpId="0" nodeType="withEffect">
                                  <p:stCondLst>
                                    <p:cond delay="0"/>
                                  </p:stCondLst>
                                  <p:childTnLst>
                                    <p:animMotion origin="layout" path="M -3.95833E-6 0.01088 L -0.00169 0.40417 " pathEditMode="relative" rAng="0" ptsTypes="AA">
                                      <p:cBhvr>
                                        <p:cTn id="94" dur="100" fill="hold"/>
                                        <p:tgtEl>
                                          <p:spTgt spid="19"/>
                                        </p:tgtEl>
                                        <p:attrNameLst>
                                          <p:attrName>ppt_x</p:attrName>
                                          <p:attrName>ppt_y</p:attrName>
                                        </p:attrNameLst>
                                      </p:cBhvr>
                                      <p:rCtr x="-91" y="19653"/>
                                    </p:animMotion>
                                  </p:childTnLst>
                                </p:cTn>
                              </p:par>
                            </p:childTnLst>
                          </p:cTn>
                        </p:par>
                        <p:par>
                          <p:cTn id="95" fill="hold">
                            <p:stCondLst>
                              <p:cond delay="1300"/>
                            </p:stCondLst>
                            <p:childTnLst>
                              <p:par>
                                <p:cTn id="96" presetID="1" presetClass="entr" presetSubtype="0" fill="hold" grpId="1" nodeType="afterEffect">
                                  <p:stCondLst>
                                    <p:cond delay="0"/>
                                  </p:stCondLst>
                                  <p:childTnLst>
                                    <p:set>
                                      <p:cBhvr>
                                        <p:cTn id="97" dur="1" fill="hold">
                                          <p:stCondLst>
                                            <p:cond delay="0"/>
                                          </p:stCondLst>
                                        </p:cTn>
                                        <p:tgtEl>
                                          <p:spTgt spid="20"/>
                                        </p:tgtEl>
                                        <p:attrNameLst>
                                          <p:attrName>style.visibility</p:attrName>
                                        </p:attrNameLst>
                                      </p:cBhvr>
                                      <p:to>
                                        <p:strVal val="visible"/>
                                      </p:to>
                                    </p:set>
                                  </p:childTnLst>
                                </p:cTn>
                              </p:par>
                              <p:par>
                                <p:cTn id="98" presetID="42" presetClass="path" presetSubtype="0" accel="50000" decel="50000" fill="hold" grpId="0" nodeType="withEffect">
                                  <p:stCondLst>
                                    <p:cond delay="0"/>
                                  </p:stCondLst>
                                  <p:childTnLst>
                                    <p:animMotion origin="layout" path="M 3.75E-6 0.01088 L -0.0017 0.40416 " pathEditMode="relative" rAng="0" ptsTypes="AA">
                                      <p:cBhvr>
                                        <p:cTn id="99" dur="100" fill="hold"/>
                                        <p:tgtEl>
                                          <p:spTgt spid="20"/>
                                        </p:tgtEl>
                                        <p:attrNameLst>
                                          <p:attrName>ppt_x</p:attrName>
                                          <p:attrName>ppt_y</p:attrName>
                                        </p:attrNameLst>
                                      </p:cBhvr>
                                      <p:rCtr x="-91" y="19653"/>
                                    </p:animMotion>
                                  </p:childTnLst>
                                </p:cTn>
                              </p:par>
                            </p:childTnLst>
                          </p:cTn>
                        </p:par>
                        <p:par>
                          <p:cTn id="100" fill="hold">
                            <p:stCondLst>
                              <p:cond delay="1400"/>
                            </p:stCondLst>
                            <p:childTnLst>
                              <p:par>
                                <p:cTn id="101" presetID="1" presetClass="entr" presetSubtype="0" fill="hold" grpId="1" nodeType="afterEffect">
                                  <p:stCondLst>
                                    <p:cond delay="0"/>
                                  </p:stCondLst>
                                  <p:childTnLst>
                                    <p:set>
                                      <p:cBhvr>
                                        <p:cTn id="102" dur="1" fill="hold">
                                          <p:stCondLst>
                                            <p:cond delay="0"/>
                                          </p:stCondLst>
                                        </p:cTn>
                                        <p:tgtEl>
                                          <p:spTgt spid="21"/>
                                        </p:tgtEl>
                                        <p:attrNameLst>
                                          <p:attrName>style.visibility</p:attrName>
                                        </p:attrNameLst>
                                      </p:cBhvr>
                                      <p:to>
                                        <p:strVal val="visible"/>
                                      </p:to>
                                    </p:set>
                                  </p:childTnLst>
                                </p:cTn>
                              </p:par>
                              <p:par>
                                <p:cTn id="103" presetID="42" presetClass="path" presetSubtype="0" accel="50000" decel="50000" fill="hold" grpId="0" nodeType="withEffect">
                                  <p:stCondLst>
                                    <p:cond delay="0"/>
                                  </p:stCondLst>
                                  <p:childTnLst>
                                    <p:animMotion origin="layout" path="M 2.70833E-6 0.01088 L -0.0017 0.40417 " pathEditMode="relative" rAng="0" ptsTypes="AA">
                                      <p:cBhvr>
                                        <p:cTn id="104" dur="100" fill="hold"/>
                                        <p:tgtEl>
                                          <p:spTgt spid="21"/>
                                        </p:tgtEl>
                                        <p:attrNameLst>
                                          <p:attrName>ppt_x</p:attrName>
                                          <p:attrName>ppt_y</p:attrName>
                                        </p:attrNameLst>
                                      </p:cBhvr>
                                      <p:rCtr x="-91" y="19653"/>
                                    </p:animMotion>
                                  </p:childTnLst>
                                </p:cTn>
                              </p:par>
                            </p:childTnLst>
                          </p:cTn>
                        </p:par>
                        <p:par>
                          <p:cTn id="105" fill="hold">
                            <p:stCondLst>
                              <p:cond delay="1500"/>
                            </p:stCondLst>
                            <p:childTnLst>
                              <p:par>
                                <p:cTn id="106" presetID="1" presetClass="entr" presetSubtype="0" fill="hold" grpId="1" nodeType="afterEffect">
                                  <p:stCondLst>
                                    <p:cond delay="0"/>
                                  </p:stCondLst>
                                  <p:childTnLst>
                                    <p:set>
                                      <p:cBhvr>
                                        <p:cTn id="107" dur="1" fill="hold">
                                          <p:stCondLst>
                                            <p:cond delay="0"/>
                                          </p:stCondLst>
                                        </p:cTn>
                                        <p:tgtEl>
                                          <p:spTgt spid="22"/>
                                        </p:tgtEl>
                                        <p:attrNameLst>
                                          <p:attrName>style.visibility</p:attrName>
                                        </p:attrNameLst>
                                      </p:cBhvr>
                                      <p:to>
                                        <p:strVal val="visible"/>
                                      </p:to>
                                    </p:set>
                                  </p:childTnLst>
                                </p:cTn>
                              </p:par>
                              <p:par>
                                <p:cTn id="108" presetID="42" presetClass="path" presetSubtype="0" accel="50000" decel="50000" fill="hold" grpId="0" nodeType="withEffect">
                                  <p:stCondLst>
                                    <p:cond delay="0"/>
                                  </p:stCondLst>
                                  <p:childTnLst>
                                    <p:animMotion origin="layout" path="M 3.54167E-6 0.01088 L -0.0017 0.40417 " pathEditMode="relative" rAng="0" ptsTypes="AA">
                                      <p:cBhvr>
                                        <p:cTn id="109" dur="100" fill="hold"/>
                                        <p:tgtEl>
                                          <p:spTgt spid="22"/>
                                        </p:tgtEl>
                                        <p:attrNameLst>
                                          <p:attrName>ppt_x</p:attrName>
                                          <p:attrName>ppt_y</p:attrName>
                                        </p:attrNameLst>
                                      </p:cBhvr>
                                      <p:rCtr x="-91" y="19653"/>
                                    </p:animMotion>
                                  </p:childTnLst>
                                </p:cTn>
                              </p:par>
                            </p:childTnLst>
                          </p:cTn>
                        </p:par>
                        <p:par>
                          <p:cTn id="110" fill="hold">
                            <p:stCondLst>
                              <p:cond delay="1600"/>
                            </p:stCondLst>
                            <p:childTnLst>
                              <p:par>
                                <p:cTn id="111" presetID="1" presetClass="entr" presetSubtype="0" fill="hold" grpId="1" nodeType="afterEffect">
                                  <p:stCondLst>
                                    <p:cond delay="0"/>
                                  </p:stCondLst>
                                  <p:childTnLst>
                                    <p:set>
                                      <p:cBhvr>
                                        <p:cTn id="112" dur="1" fill="hold">
                                          <p:stCondLst>
                                            <p:cond delay="0"/>
                                          </p:stCondLst>
                                        </p:cTn>
                                        <p:tgtEl>
                                          <p:spTgt spid="23"/>
                                        </p:tgtEl>
                                        <p:attrNameLst>
                                          <p:attrName>style.visibility</p:attrName>
                                        </p:attrNameLst>
                                      </p:cBhvr>
                                      <p:to>
                                        <p:strVal val="visible"/>
                                      </p:to>
                                    </p:set>
                                  </p:childTnLst>
                                </p:cTn>
                              </p:par>
                              <p:par>
                                <p:cTn id="113" presetID="42" presetClass="path" presetSubtype="0" accel="50000" decel="50000" fill="hold" grpId="0" nodeType="withEffect">
                                  <p:stCondLst>
                                    <p:cond delay="0"/>
                                  </p:stCondLst>
                                  <p:childTnLst>
                                    <p:animMotion origin="layout" path="M -2.70833E-6 0.01088 L -0.00169 0.40417 " pathEditMode="relative" rAng="0" ptsTypes="AA">
                                      <p:cBhvr>
                                        <p:cTn id="114" dur="100" fill="hold"/>
                                        <p:tgtEl>
                                          <p:spTgt spid="23"/>
                                        </p:tgtEl>
                                        <p:attrNameLst>
                                          <p:attrName>ppt_x</p:attrName>
                                          <p:attrName>ppt_y</p:attrName>
                                        </p:attrNameLst>
                                      </p:cBhvr>
                                      <p:rCtr x="-91" y="19653"/>
                                    </p:animMotion>
                                  </p:childTnLst>
                                </p:cTn>
                              </p:par>
                            </p:childTnLst>
                          </p:cTn>
                        </p:par>
                        <p:par>
                          <p:cTn id="115" fill="hold">
                            <p:stCondLst>
                              <p:cond delay="1700"/>
                            </p:stCondLst>
                            <p:childTnLst>
                              <p:par>
                                <p:cTn id="116" presetID="1" presetClass="entr" presetSubtype="0" fill="hold" grpId="1" nodeType="afterEffect">
                                  <p:stCondLst>
                                    <p:cond delay="0"/>
                                  </p:stCondLst>
                                  <p:childTnLst>
                                    <p:set>
                                      <p:cBhvr>
                                        <p:cTn id="117" dur="1" fill="hold">
                                          <p:stCondLst>
                                            <p:cond delay="0"/>
                                          </p:stCondLst>
                                        </p:cTn>
                                        <p:tgtEl>
                                          <p:spTgt spid="24"/>
                                        </p:tgtEl>
                                        <p:attrNameLst>
                                          <p:attrName>style.visibility</p:attrName>
                                        </p:attrNameLst>
                                      </p:cBhvr>
                                      <p:to>
                                        <p:strVal val="visible"/>
                                      </p:to>
                                    </p:set>
                                  </p:childTnLst>
                                </p:cTn>
                              </p:par>
                              <p:par>
                                <p:cTn id="118" presetID="42" presetClass="path" presetSubtype="0" accel="50000" decel="50000" fill="hold" grpId="0" nodeType="withEffect">
                                  <p:stCondLst>
                                    <p:cond delay="0"/>
                                  </p:stCondLst>
                                  <p:childTnLst>
                                    <p:animMotion origin="layout" path="M -1.66667E-6 0.01088 L -0.00169 0.40417 " pathEditMode="relative" rAng="0" ptsTypes="AA">
                                      <p:cBhvr>
                                        <p:cTn id="119" dur="100" fill="hold"/>
                                        <p:tgtEl>
                                          <p:spTgt spid="24"/>
                                        </p:tgtEl>
                                        <p:attrNameLst>
                                          <p:attrName>ppt_x</p:attrName>
                                          <p:attrName>ppt_y</p:attrName>
                                        </p:attrNameLst>
                                      </p:cBhvr>
                                      <p:rCtr x="-91" y="19653"/>
                                    </p:animMotion>
                                  </p:childTnLst>
                                </p:cTn>
                              </p:par>
                            </p:childTnLst>
                          </p:cTn>
                        </p:par>
                        <p:par>
                          <p:cTn id="120" fill="hold">
                            <p:stCondLst>
                              <p:cond delay="1800"/>
                            </p:stCondLst>
                            <p:childTnLst>
                              <p:par>
                                <p:cTn id="121" presetID="1" presetClass="entr" presetSubtype="0" fill="hold" grpId="1" nodeType="afterEffect">
                                  <p:stCondLst>
                                    <p:cond delay="0"/>
                                  </p:stCondLst>
                                  <p:childTnLst>
                                    <p:set>
                                      <p:cBhvr>
                                        <p:cTn id="122" dur="1" fill="hold">
                                          <p:stCondLst>
                                            <p:cond delay="0"/>
                                          </p:stCondLst>
                                        </p:cTn>
                                        <p:tgtEl>
                                          <p:spTgt spid="27"/>
                                        </p:tgtEl>
                                        <p:attrNameLst>
                                          <p:attrName>style.visibility</p:attrName>
                                        </p:attrNameLst>
                                      </p:cBhvr>
                                      <p:to>
                                        <p:strVal val="visible"/>
                                      </p:to>
                                    </p:set>
                                  </p:childTnLst>
                                </p:cTn>
                              </p:par>
                              <p:par>
                                <p:cTn id="123" presetID="42" presetClass="path" presetSubtype="0" accel="50000" decel="50000" fill="hold" grpId="0" nodeType="withEffect">
                                  <p:stCondLst>
                                    <p:cond delay="0"/>
                                  </p:stCondLst>
                                  <p:childTnLst>
                                    <p:animMotion origin="layout" path="M -2.29167E-6 0.01088 L -0.00169 0.40417 " pathEditMode="relative" rAng="0" ptsTypes="AA">
                                      <p:cBhvr>
                                        <p:cTn id="124" dur="100" fill="hold"/>
                                        <p:tgtEl>
                                          <p:spTgt spid="27"/>
                                        </p:tgtEl>
                                        <p:attrNameLst>
                                          <p:attrName>ppt_x</p:attrName>
                                          <p:attrName>ppt_y</p:attrName>
                                        </p:attrNameLst>
                                      </p:cBhvr>
                                      <p:rCtr x="-91" y="19653"/>
                                    </p:animMotion>
                                  </p:childTnLst>
                                </p:cTn>
                              </p:par>
                            </p:childTnLst>
                          </p:cTn>
                        </p:par>
                        <p:par>
                          <p:cTn id="125" fill="hold">
                            <p:stCondLst>
                              <p:cond delay="1900"/>
                            </p:stCondLst>
                            <p:childTnLst>
                              <p:par>
                                <p:cTn id="126" presetID="1" presetClass="entr" presetSubtype="0" fill="hold" grpId="1" nodeType="afterEffect">
                                  <p:stCondLst>
                                    <p:cond delay="0"/>
                                  </p:stCondLst>
                                  <p:childTnLst>
                                    <p:set>
                                      <p:cBhvr>
                                        <p:cTn id="127" dur="1" fill="hold">
                                          <p:stCondLst>
                                            <p:cond delay="0"/>
                                          </p:stCondLst>
                                        </p:cTn>
                                        <p:tgtEl>
                                          <p:spTgt spid="28"/>
                                        </p:tgtEl>
                                        <p:attrNameLst>
                                          <p:attrName>style.visibility</p:attrName>
                                        </p:attrNameLst>
                                      </p:cBhvr>
                                      <p:to>
                                        <p:strVal val="visible"/>
                                      </p:to>
                                    </p:set>
                                  </p:childTnLst>
                                </p:cTn>
                              </p:par>
                              <p:par>
                                <p:cTn id="128" presetID="42" presetClass="path" presetSubtype="0" accel="50000" decel="50000" fill="hold" grpId="0" nodeType="withEffect">
                                  <p:stCondLst>
                                    <p:cond delay="0"/>
                                  </p:stCondLst>
                                  <p:childTnLst>
                                    <p:animMotion origin="layout" path="M 4.79167E-6 0.01088 L -0.0017 0.40417 " pathEditMode="relative" rAng="0" ptsTypes="AA">
                                      <p:cBhvr>
                                        <p:cTn id="129" dur="100" fill="hold"/>
                                        <p:tgtEl>
                                          <p:spTgt spid="28"/>
                                        </p:tgtEl>
                                        <p:attrNameLst>
                                          <p:attrName>ppt_x</p:attrName>
                                          <p:attrName>ppt_y</p:attrName>
                                        </p:attrNameLst>
                                      </p:cBhvr>
                                      <p:rCtr x="-91" y="19653"/>
                                    </p:animMotion>
                                  </p:childTnLst>
                                </p:cTn>
                              </p:par>
                            </p:childTnLst>
                          </p:cTn>
                        </p:par>
                        <p:par>
                          <p:cTn id="130" fill="hold">
                            <p:stCondLst>
                              <p:cond delay="2000"/>
                            </p:stCondLst>
                            <p:childTnLst>
                              <p:par>
                                <p:cTn id="131" presetID="1" presetClass="entr" presetSubtype="0" fill="hold" grpId="1" nodeType="afterEffect">
                                  <p:stCondLst>
                                    <p:cond delay="0"/>
                                  </p:stCondLst>
                                  <p:childTnLst>
                                    <p:set>
                                      <p:cBhvr>
                                        <p:cTn id="132" dur="1" fill="hold">
                                          <p:stCondLst>
                                            <p:cond delay="0"/>
                                          </p:stCondLst>
                                        </p:cTn>
                                        <p:tgtEl>
                                          <p:spTgt spid="29"/>
                                        </p:tgtEl>
                                        <p:attrNameLst>
                                          <p:attrName>style.visibility</p:attrName>
                                        </p:attrNameLst>
                                      </p:cBhvr>
                                      <p:to>
                                        <p:strVal val="visible"/>
                                      </p:to>
                                    </p:set>
                                  </p:childTnLst>
                                </p:cTn>
                              </p:par>
                              <p:par>
                                <p:cTn id="133" presetID="42" presetClass="path" presetSubtype="0" accel="50000" decel="50000" fill="hold" grpId="0" nodeType="withEffect">
                                  <p:stCondLst>
                                    <p:cond delay="0"/>
                                  </p:stCondLst>
                                  <p:childTnLst>
                                    <p:animMotion origin="layout" path="M 3.75E-6 0.01088 L -0.0017 0.40416 " pathEditMode="relative" rAng="0" ptsTypes="AA">
                                      <p:cBhvr>
                                        <p:cTn id="134" dur="100" fill="hold"/>
                                        <p:tgtEl>
                                          <p:spTgt spid="29"/>
                                        </p:tgtEl>
                                        <p:attrNameLst>
                                          <p:attrName>ppt_x</p:attrName>
                                          <p:attrName>ppt_y</p:attrName>
                                        </p:attrNameLst>
                                      </p:cBhvr>
                                      <p:rCtr x="-91" y="19653"/>
                                    </p:animMotion>
                                  </p:childTnLst>
                                </p:cTn>
                              </p:par>
                              <p:par>
                                <p:cTn id="135" presetID="1" presetClass="entr" presetSubtype="0" fill="hold" nodeType="withEffect">
                                  <p:stCondLst>
                                    <p:cond delay="0"/>
                                  </p:stCondLst>
                                  <p:childTnLst>
                                    <p:set>
                                      <p:cBhvr>
                                        <p:cTn id="136"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16" grpId="0" animBg="1"/>
      <p:bldP spid="16" grpId="1" animBg="1"/>
      <p:bldP spid="19" grpId="0" animBg="1"/>
      <p:bldP spid="1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6" grpId="0"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p:bldP spid="34" grpId="0"/>
      <p:bldP spid="36" grpId="0" animBg="1"/>
      <p:bldP spid="37" grpId="0" animBg="1"/>
      <p:bldP spid="3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F3289C32-2245-A05A-B45D-AB1483AEC170}"/>
            </a:ext>
          </a:extLst>
        </p:cNvPr>
        <p:cNvGrpSpPr/>
        <p:nvPr/>
      </p:nvGrpSpPr>
      <p:grpSpPr>
        <a:xfrm>
          <a:off x="0" y="0"/>
          <a:ext cx="0" cy="0"/>
          <a:chOff x="0" y="0"/>
          <a:chExt cx="0" cy="0"/>
        </a:xfrm>
      </p:grpSpPr>
      <p:pic>
        <p:nvPicPr>
          <p:cNvPr id="5122" name="Picture 2" descr="51,900+ Empty Jar No Lid Stock Illustrations, Royalty-Free Vector Graphics  &amp; Clip Art - iStock">
            <a:extLst>
              <a:ext uri="{FF2B5EF4-FFF2-40B4-BE49-F238E27FC236}">
                <a16:creationId xmlns:a16="http://schemas.microsoft.com/office/drawing/2014/main" id="{2228C760-A421-FB9A-EC28-F813D9FC9E26}"/>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10000" b="90000" l="10000" r="90000">
                        <a14:foregroundMark x1="42974" y1="19281" x2="47549" y2="18627"/>
                        <a14:foregroundMark x1="46078" y1="23366" x2="46895" y2="23366"/>
                        <a14:foregroundMark x1="46895" y1="23366" x2="46895" y2="23366"/>
                        <a14:foregroundMark x1="69608" y1="25163" x2="71405" y2="26144"/>
                      </a14:backgroundRemoval>
                    </a14:imgEffect>
                  </a14:imgLayer>
                </a14:imgProps>
              </a:ext>
              <a:ext uri="{28A0092B-C50C-407E-A947-70E740481C1C}">
                <a14:useLocalDpi xmlns:a14="http://schemas.microsoft.com/office/drawing/2010/main" val="0"/>
              </a:ext>
            </a:extLst>
          </a:blip>
          <a:srcRect l="21879" t="8920" r="21481" b="8872"/>
          <a:stretch/>
        </p:blipFill>
        <p:spPr bwMode="auto">
          <a:xfrm>
            <a:off x="1637414" y="2275367"/>
            <a:ext cx="2190307" cy="3179134"/>
          </a:xfrm>
          <a:prstGeom prst="rect">
            <a:avLst/>
          </a:prstGeom>
          <a:noFill/>
          <a:extLst>
            <a:ext uri="{909E8E84-426E-40DD-AFC4-6F175D3DCCD1}">
              <a14:hiddenFill xmlns:a14="http://schemas.microsoft.com/office/drawing/2010/main">
                <a:solidFill>
                  <a:srgbClr val="FFFFFF"/>
                </a:solidFill>
              </a14:hiddenFill>
            </a:ext>
          </a:extLst>
        </p:spPr>
      </p:pic>
      <p:sp>
        <p:nvSpPr>
          <p:cNvPr id="5" name="Sdata4">
            <a:extLst>
              <a:ext uri="{FF2B5EF4-FFF2-40B4-BE49-F238E27FC236}">
                <a16:creationId xmlns:a16="http://schemas.microsoft.com/office/drawing/2014/main" id="{96861EBE-03A3-FF0D-F701-C8E9B253FDB1}"/>
              </a:ext>
            </a:extLst>
          </p:cNvPr>
          <p:cNvSpPr>
            <a:spLocks noGrp="1" noRot="1" noMove="1" noResize="1" noEditPoints="1" noAdjustHandles="1" noChangeArrowheads="1" noChangeShapeType="1"/>
          </p:cNvSpPr>
          <p:nvPr/>
        </p:nvSpPr>
        <p:spPr>
          <a:xfrm>
            <a:off x="1837476" y="4804778"/>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Sdata5">
            <a:extLst>
              <a:ext uri="{FF2B5EF4-FFF2-40B4-BE49-F238E27FC236}">
                <a16:creationId xmlns:a16="http://schemas.microsoft.com/office/drawing/2014/main" id="{20B201C8-E9C9-CD15-AA08-EEEEBB9D3471}"/>
              </a:ext>
            </a:extLst>
          </p:cNvPr>
          <p:cNvSpPr>
            <a:spLocks noGrp="1" noRot="1" noMove="1" noResize="1" noEditPoints="1" noAdjustHandles="1" noChangeArrowheads="1" noChangeShapeType="1"/>
          </p:cNvSpPr>
          <p:nvPr/>
        </p:nvSpPr>
        <p:spPr>
          <a:xfrm>
            <a:off x="2246134" y="4848949"/>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Sdata7">
            <a:extLst>
              <a:ext uri="{FF2B5EF4-FFF2-40B4-BE49-F238E27FC236}">
                <a16:creationId xmlns:a16="http://schemas.microsoft.com/office/drawing/2014/main" id="{56EA6C54-1DBB-7B30-D4C3-E6C80B9058F1}"/>
              </a:ext>
            </a:extLst>
          </p:cNvPr>
          <p:cNvSpPr>
            <a:spLocks noGrp="1" noRot="1" noMove="1" noResize="1" noEditPoints="1" noAdjustHandles="1" noChangeArrowheads="1" noChangeShapeType="1"/>
          </p:cNvSpPr>
          <p:nvPr/>
        </p:nvSpPr>
        <p:spPr>
          <a:xfrm>
            <a:off x="2220718" y="4071376"/>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Sdata8">
            <a:extLst>
              <a:ext uri="{FF2B5EF4-FFF2-40B4-BE49-F238E27FC236}">
                <a16:creationId xmlns:a16="http://schemas.microsoft.com/office/drawing/2014/main" id="{D73574C5-2420-11C4-FA77-A0851A95D000}"/>
              </a:ext>
            </a:extLst>
          </p:cNvPr>
          <p:cNvSpPr>
            <a:spLocks noGrp="1" noRot="1" noMove="1" noResize="1" noEditPoints="1" noAdjustHandles="1" noChangeArrowheads="1" noChangeShapeType="1"/>
          </p:cNvSpPr>
          <p:nvPr/>
        </p:nvSpPr>
        <p:spPr>
          <a:xfrm>
            <a:off x="2709258" y="4827780"/>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Sdata9">
            <a:extLst>
              <a:ext uri="{FF2B5EF4-FFF2-40B4-BE49-F238E27FC236}">
                <a16:creationId xmlns:a16="http://schemas.microsoft.com/office/drawing/2014/main" id="{44614054-142D-CD3A-BCC3-92D54FE693F6}"/>
              </a:ext>
            </a:extLst>
          </p:cNvPr>
          <p:cNvSpPr>
            <a:spLocks noGrp="1" noRot="1" noMove="1" noResize="1" noEditPoints="1" noAdjustHandles="1" noChangeArrowheads="1" noChangeShapeType="1"/>
          </p:cNvSpPr>
          <p:nvPr/>
        </p:nvSpPr>
        <p:spPr>
          <a:xfrm>
            <a:off x="2297532" y="447624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Sdata10">
            <a:extLst>
              <a:ext uri="{FF2B5EF4-FFF2-40B4-BE49-F238E27FC236}">
                <a16:creationId xmlns:a16="http://schemas.microsoft.com/office/drawing/2014/main" id="{28819C0E-8CF4-F8CC-F3BD-35A4D6D4DF9C}"/>
              </a:ext>
            </a:extLst>
          </p:cNvPr>
          <p:cNvSpPr>
            <a:spLocks noGrp="1" noRot="1" noMove="1" noResize="1" noEditPoints="1" noAdjustHandles="1" noChangeArrowheads="1" noChangeShapeType="1"/>
          </p:cNvSpPr>
          <p:nvPr/>
        </p:nvSpPr>
        <p:spPr>
          <a:xfrm>
            <a:off x="3144742" y="4784817"/>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data11">
            <a:extLst>
              <a:ext uri="{FF2B5EF4-FFF2-40B4-BE49-F238E27FC236}">
                <a16:creationId xmlns:a16="http://schemas.microsoft.com/office/drawing/2014/main" id="{AE035340-730E-C034-D6F1-6616CF583A45}"/>
              </a:ext>
            </a:extLst>
          </p:cNvPr>
          <p:cNvSpPr>
            <a:spLocks noGrp="1" noRot="1" noMove="1" noResize="1" noEditPoints="1" noAdjustHandles="1" noChangeArrowheads="1" noChangeShapeType="1"/>
          </p:cNvSpPr>
          <p:nvPr/>
        </p:nvSpPr>
        <p:spPr>
          <a:xfrm>
            <a:off x="3180962" y="4438346"/>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Sdata12">
            <a:extLst>
              <a:ext uri="{FF2B5EF4-FFF2-40B4-BE49-F238E27FC236}">
                <a16:creationId xmlns:a16="http://schemas.microsoft.com/office/drawing/2014/main" id="{0F693390-7696-30A9-FCA7-5CFE202E11A3}"/>
              </a:ext>
            </a:extLst>
          </p:cNvPr>
          <p:cNvSpPr>
            <a:spLocks noGrp="1" noRot="1" noMove="1" noResize="1" noEditPoints="1" noAdjustHandles="1" noChangeArrowheads="1" noChangeShapeType="1"/>
          </p:cNvSpPr>
          <p:nvPr/>
        </p:nvSpPr>
        <p:spPr>
          <a:xfrm>
            <a:off x="3107618" y="4089101"/>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Sdata13">
            <a:extLst>
              <a:ext uri="{FF2B5EF4-FFF2-40B4-BE49-F238E27FC236}">
                <a16:creationId xmlns:a16="http://schemas.microsoft.com/office/drawing/2014/main" id="{BB988A99-F014-DB45-87E1-70CA727129A4}"/>
              </a:ext>
            </a:extLst>
          </p:cNvPr>
          <p:cNvSpPr>
            <a:spLocks noGrp="1" noRot="1" noMove="1" noResize="1" noEditPoints="1" noAdjustHandles="1" noChangeArrowheads="1" noChangeShapeType="1"/>
          </p:cNvSpPr>
          <p:nvPr/>
        </p:nvSpPr>
        <p:spPr>
          <a:xfrm>
            <a:off x="1784197" y="3940324"/>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7" name="Sdata4">
            <a:extLst>
              <a:ext uri="{FF2B5EF4-FFF2-40B4-BE49-F238E27FC236}">
                <a16:creationId xmlns:a16="http://schemas.microsoft.com/office/drawing/2014/main" id="{7078BA16-D6B8-283D-B1B6-21CA19796B2C}"/>
              </a:ext>
            </a:extLst>
          </p:cNvPr>
          <p:cNvSpPr>
            <a:spLocks noGrp="1" noRot="1" noMove="1" noResize="1" noEditPoints="1" noAdjustHandles="1" noChangeArrowheads="1" noChangeShapeType="1"/>
          </p:cNvSpPr>
          <p:nvPr/>
        </p:nvSpPr>
        <p:spPr>
          <a:xfrm>
            <a:off x="2350151" y="4218593"/>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8" name="Sdata4">
            <a:extLst>
              <a:ext uri="{FF2B5EF4-FFF2-40B4-BE49-F238E27FC236}">
                <a16:creationId xmlns:a16="http://schemas.microsoft.com/office/drawing/2014/main" id="{C1558119-971A-2DB8-1AD5-FAB232731C51}"/>
              </a:ext>
            </a:extLst>
          </p:cNvPr>
          <p:cNvSpPr>
            <a:spLocks noGrp="1" noRot="1" noMove="1" noResize="1" noEditPoints="1" noAdjustHandles="1" noChangeArrowheads="1" noChangeShapeType="1"/>
          </p:cNvSpPr>
          <p:nvPr/>
        </p:nvSpPr>
        <p:spPr>
          <a:xfrm>
            <a:off x="2739018" y="397683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0" name="Sdata4">
            <a:extLst>
              <a:ext uri="{FF2B5EF4-FFF2-40B4-BE49-F238E27FC236}">
                <a16:creationId xmlns:a16="http://schemas.microsoft.com/office/drawing/2014/main" id="{2415C456-BEE3-59AF-D6AA-A2975B9D7DD9}"/>
              </a:ext>
            </a:extLst>
          </p:cNvPr>
          <p:cNvSpPr>
            <a:spLocks noGrp="1" noRot="1" noMove="1" noResize="1" noEditPoints="1" noAdjustHandles="1" noChangeArrowheads="1" noChangeShapeType="1"/>
          </p:cNvSpPr>
          <p:nvPr/>
        </p:nvSpPr>
        <p:spPr>
          <a:xfrm>
            <a:off x="1799165" y="4337402"/>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1" name="Sdata4">
            <a:extLst>
              <a:ext uri="{FF2B5EF4-FFF2-40B4-BE49-F238E27FC236}">
                <a16:creationId xmlns:a16="http://schemas.microsoft.com/office/drawing/2014/main" id="{51B1C533-49CB-C9D1-7600-AEE2E9B82ED8}"/>
              </a:ext>
            </a:extLst>
          </p:cNvPr>
          <p:cNvSpPr>
            <a:spLocks noGrp="1" noRot="1" noMove="1" noResize="1" noEditPoints="1" noAdjustHandles="1" noChangeArrowheads="1" noChangeShapeType="1"/>
          </p:cNvSpPr>
          <p:nvPr/>
        </p:nvSpPr>
        <p:spPr>
          <a:xfrm>
            <a:off x="2739247" y="4340813"/>
            <a:ext cx="533400" cy="476250"/>
          </a:xfrm>
          <a:prstGeom prst="ellipse">
            <a:avLst/>
          </a:prstGeom>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 name="Title 1">
            <a:extLst>
              <a:ext uri="{FF2B5EF4-FFF2-40B4-BE49-F238E27FC236}">
                <a16:creationId xmlns:a16="http://schemas.microsoft.com/office/drawing/2014/main" id="{9EB80EB9-A3C8-660A-EA6E-FA53C2B836B4}"/>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sz="3200" b="1" dirty="0">
                <a:solidFill>
                  <a:srgbClr val="002060"/>
                </a:solidFill>
                <a:effectLst/>
              </a:rPr>
              <a:t>How are Data collected and Processed?</a:t>
            </a:r>
          </a:p>
        </p:txBody>
      </p:sp>
      <p:sp>
        <p:nvSpPr>
          <p:cNvPr id="15" name="ndata14">
            <a:extLst>
              <a:ext uri="{FF2B5EF4-FFF2-40B4-BE49-F238E27FC236}">
                <a16:creationId xmlns:a16="http://schemas.microsoft.com/office/drawing/2014/main" id="{25E9649C-6023-9A1A-5CCD-94DB8FC63AB1}"/>
              </a:ext>
            </a:extLst>
          </p:cNvPr>
          <p:cNvSpPr/>
          <p:nvPr/>
        </p:nvSpPr>
        <p:spPr>
          <a:xfrm>
            <a:off x="1807743" y="3503939"/>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16" name="ndata14">
            <a:extLst>
              <a:ext uri="{FF2B5EF4-FFF2-40B4-BE49-F238E27FC236}">
                <a16:creationId xmlns:a16="http://schemas.microsoft.com/office/drawing/2014/main" id="{52CCEBAC-BE26-B44B-12F4-BDAFA209A75F}"/>
              </a:ext>
            </a:extLst>
          </p:cNvPr>
          <p:cNvSpPr/>
          <p:nvPr/>
        </p:nvSpPr>
        <p:spPr>
          <a:xfrm>
            <a:off x="1798450" y="3132198"/>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19" name="ndata14">
            <a:extLst>
              <a:ext uri="{FF2B5EF4-FFF2-40B4-BE49-F238E27FC236}">
                <a16:creationId xmlns:a16="http://schemas.microsoft.com/office/drawing/2014/main" id="{08C9108D-CB58-AA96-CA57-4CF600300FC7}"/>
              </a:ext>
            </a:extLst>
          </p:cNvPr>
          <p:cNvSpPr/>
          <p:nvPr/>
        </p:nvSpPr>
        <p:spPr>
          <a:xfrm>
            <a:off x="2332936" y="3730506"/>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0" name="ndata14">
            <a:extLst>
              <a:ext uri="{FF2B5EF4-FFF2-40B4-BE49-F238E27FC236}">
                <a16:creationId xmlns:a16="http://schemas.microsoft.com/office/drawing/2014/main" id="{30CBFD3E-707F-36A5-E08A-040D935FEC80}"/>
              </a:ext>
            </a:extLst>
          </p:cNvPr>
          <p:cNvSpPr/>
          <p:nvPr/>
        </p:nvSpPr>
        <p:spPr>
          <a:xfrm>
            <a:off x="3147775" y="3861846"/>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1" name="ndata14">
            <a:extLst>
              <a:ext uri="{FF2B5EF4-FFF2-40B4-BE49-F238E27FC236}">
                <a16:creationId xmlns:a16="http://schemas.microsoft.com/office/drawing/2014/main" id="{F5B9733C-4C4A-DA3E-2DFA-52BF4B3CBF6B}"/>
              </a:ext>
            </a:extLst>
          </p:cNvPr>
          <p:cNvSpPr/>
          <p:nvPr/>
        </p:nvSpPr>
        <p:spPr>
          <a:xfrm>
            <a:off x="3030686" y="3610794"/>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2" name="ndata14">
            <a:extLst>
              <a:ext uri="{FF2B5EF4-FFF2-40B4-BE49-F238E27FC236}">
                <a16:creationId xmlns:a16="http://schemas.microsoft.com/office/drawing/2014/main" id="{4B64FB26-3082-BD60-407E-F4C31743EC98}"/>
              </a:ext>
            </a:extLst>
          </p:cNvPr>
          <p:cNvSpPr/>
          <p:nvPr/>
        </p:nvSpPr>
        <p:spPr>
          <a:xfrm>
            <a:off x="2657197" y="3483626"/>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3" name="ndata14">
            <a:extLst>
              <a:ext uri="{FF2B5EF4-FFF2-40B4-BE49-F238E27FC236}">
                <a16:creationId xmlns:a16="http://schemas.microsoft.com/office/drawing/2014/main" id="{D97AA189-2CB0-3D24-9E34-B7BB949F0B50}"/>
              </a:ext>
            </a:extLst>
          </p:cNvPr>
          <p:cNvSpPr/>
          <p:nvPr/>
        </p:nvSpPr>
        <p:spPr>
          <a:xfrm>
            <a:off x="2945598" y="3222025"/>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4" name="ndata14">
            <a:extLst>
              <a:ext uri="{FF2B5EF4-FFF2-40B4-BE49-F238E27FC236}">
                <a16:creationId xmlns:a16="http://schemas.microsoft.com/office/drawing/2014/main" id="{12BAA782-AD44-E739-8ECA-C08749FDE00C}"/>
              </a:ext>
            </a:extLst>
          </p:cNvPr>
          <p:cNvSpPr/>
          <p:nvPr/>
        </p:nvSpPr>
        <p:spPr>
          <a:xfrm>
            <a:off x="3148892" y="3088449"/>
            <a:ext cx="532800" cy="493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7" name="ndata14">
            <a:extLst>
              <a:ext uri="{FF2B5EF4-FFF2-40B4-BE49-F238E27FC236}">
                <a16:creationId xmlns:a16="http://schemas.microsoft.com/office/drawing/2014/main" id="{73E05278-DA6E-7809-3385-EAE06C577679}"/>
              </a:ext>
            </a:extLst>
          </p:cNvPr>
          <p:cNvSpPr/>
          <p:nvPr/>
        </p:nvSpPr>
        <p:spPr>
          <a:xfrm>
            <a:off x="2188736" y="3373194"/>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8" name="ndata14">
            <a:extLst>
              <a:ext uri="{FF2B5EF4-FFF2-40B4-BE49-F238E27FC236}">
                <a16:creationId xmlns:a16="http://schemas.microsoft.com/office/drawing/2014/main" id="{0405380F-8746-CACF-F06F-F02669828237}"/>
              </a:ext>
            </a:extLst>
          </p:cNvPr>
          <p:cNvSpPr/>
          <p:nvPr/>
        </p:nvSpPr>
        <p:spPr>
          <a:xfrm>
            <a:off x="2443281" y="3115226"/>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sp>
        <p:nvSpPr>
          <p:cNvPr id="29" name="ndata14">
            <a:extLst>
              <a:ext uri="{FF2B5EF4-FFF2-40B4-BE49-F238E27FC236}">
                <a16:creationId xmlns:a16="http://schemas.microsoft.com/office/drawing/2014/main" id="{49327954-9B5C-A41B-65B7-923B4FB0F27C}"/>
              </a:ext>
            </a:extLst>
          </p:cNvPr>
          <p:cNvSpPr/>
          <p:nvPr/>
        </p:nvSpPr>
        <p:spPr>
          <a:xfrm>
            <a:off x="2069429" y="3282241"/>
            <a:ext cx="532800" cy="475200"/>
          </a:xfrm>
          <a:prstGeom prst="ellipse">
            <a:avLst/>
          </a:prstGeom>
          <a:gradFill flip="none" rotWithShape="1">
            <a:gsLst>
              <a:gs pos="0">
                <a:srgbClr val="FF0000">
                  <a:tint val="66000"/>
                  <a:satMod val="160000"/>
                </a:srgbClr>
              </a:gs>
              <a:gs pos="50000">
                <a:srgbClr val="FF0000">
                  <a:tint val="44500"/>
                  <a:satMod val="160000"/>
                </a:srgbClr>
              </a:gs>
              <a:gs pos="100000">
                <a:srgbClr val="FF0000">
                  <a:tint val="23500"/>
                  <a:satMod val="160000"/>
                </a:srgbClr>
              </a:gs>
            </a:gsLst>
            <a:lin ang="10800000" scaled="1"/>
            <a:tileRect/>
          </a:gra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15000"/>
            </a:schemeClr>
          </a:lnRef>
          <a:fillRef idx="1003">
            <a:schemeClr val="lt2"/>
          </a:fillRef>
          <a:effectRef idx="0">
            <a:schemeClr val="accent1"/>
          </a:effectRef>
          <a:fontRef idx="minor">
            <a:schemeClr val="lt1"/>
          </a:fontRef>
        </p:style>
        <p:txBody>
          <a:bodyPr rtlCol="0" anchor="ctr"/>
          <a:lstStyle/>
          <a:p>
            <a:pPr algn="ctr"/>
            <a:endParaRPr lang="en-CA" dirty="0"/>
          </a:p>
        </p:txBody>
      </p:sp>
      <p:graphicFrame>
        <p:nvGraphicFramePr>
          <p:cNvPr id="3" name="Table 2">
            <a:extLst>
              <a:ext uri="{FF2B5EF4-FFF2-40B4-BE49-F238E27FC236}">
                <a16:creationId xmlns:a16="http://schemas.microsoft.com/office/drawing/2014/main" id="{38A9408B-A273-CD1C-A71A-8C8C3AD894A5}"/>
              </a:ext>
            </a:extLst>
          </p:cNvPr>
          <p:cNvGraphicFramePr>
            <a:graphicFrameLocks noGrp="1"/>
          </p:cNvGraphicFramePr>
          <p:nvPr>
            <p:extLst>
              <p:ext uri="{D42A27DB-BD31-4B8C-83A1-F6EECF244321}">
                <p14:modId xmlns:p14="http://schemas.microsoft.com/office/powerpoint/2010/main" val="495723875"/>
              </p:ext>
            </p:extLst>
          </p:nvPr>
        </p:nvGraphicFramePr>
        <p:xfrm>
          <a:off x="8934018" y="2501900"/>
          <a:ext cx="2848552" cy="2225040"/>
        </p:xfrm>
        <a:graphic>
          <a:graphicData uri="http://schemas.openxmlformats.org/drawingml/2006/table">
            <a:tbl>
              <a:tblPr firstRow="1" bandRow="1">
                <a:tableStyleId>{2D5ABB26-0587-4C30-8999-92F81FD0307C}</a:tableStyleId>
              </a:tblPr>
              <a:tblGrid>
                <a:gridCol w="1742071">
                  <a:extLst>
                    <a:ext uri="{9D8B030D-6E8A-4147-A177-3AD203B41FA5}">
                      <a16:colId xmlns:a16="http://schemas.microsoft.com/office/drawing/2014/main" val="855136719"/>
                    </a:ext>
                  </a:extLst>
                </a:gridCol>
                <a:gridCol w="1106481">
                  <a:extLst>
                    <a:ext uri="{9D8B030D-6E8A-4147-A177-3AD203B41FA5}">
                      <a16:colId xmlns:a16="http://schemas.microsoft.com/office/drawing/2014/main" val="518540082"/>
                    </a:ext>
                  </a:extLst>
                </a:gridCol>
              </a:tblGrid>
              <a:tr h="370840">
                <a:tc>
                  <a:txBody>
                    <a:bodyPr/>
                    <a:lstStyle/>
                    <a:p>
                      <a:r>
                        <a:rPr lang="en-CA" sz="1400" b="1" dirty="0">
                          <a:latin typeface="Segoe UI" panose="020B0502040204020203" pitchFamily="34" charset="0"/>
                          <a:cs typeface="Segoe UI" panose="020B0502040204020203" pitchFamily="34" charset="0"/>
                        </a:rPr>
                        <a:t>Sources</a:t>
                      </a:r>
                    </a:p>
                  </a:txBody>
                  <a:tcPr marL="68700" marR="68700">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cell3D prstMaterial="dkEdge">
                      <a:bevel prst="coolSlant"/>
                      <a:lightRig rig="flood" dir="t"/>
                    </a:cell3D>
                  </a:tcPr>
                </a:tc>
                <a:tc>
                  <a:txBody>
                    <a:bodyPr/>
                    <a:lstStyle/>
                    <a:p>
                      <a:r>
                        <a:rPr lang="en-CA" sz="1400" b="1" dirty="0">
                          <a:latin typeface="Segoe UI" panose="020B0502040204020203" pitchFamily="34" charset="0"/>
                          <a:cs typeface="Segoe UI" panose="020B0502040204020203" pitchFamily="34" charset="0"/>
                        </a:rPr>
                        <a:t>Total</a:t>
                      </a:r>
                    </a:p>
                  </a:txBody>
                  <a:tcPr marL="68700" marR="68700">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cell3D prstMaterial="dkEdge">
                      <a:bevel prst="coolSlant"/>
                      <a:lightRig rig="flood" dir="t"/>
                    </a:cell3D>
                  </a:tcPr>
                </a:tc>
                <a:extLst>
                  <a:ext uri="{0D108BD9-81ED-4DB2-BD59-A6C34878D82A}">
                    <a16:rowId xmlns:a16="http://schemas.microsoft.com/office/drawing/2014/main" val="3182009452"/>
                  </a:ext>
                </a:extLst>
              </a:tr>
              <a:tr h="370840">
                <a:tc>
                  <a:txBody>
                    <a:bodyPr/>
                    <a:lstStyle/>
                    <a:p>
                      <a:r>
                        <a:rPr lang="en-CA" sz="1200" dirty="0" err="1">
                          <a:latin typeface="Segoe UI" panose="020B0502040204020203" pitchFamily="34" charset="0"/>
                          <a:cs typeface="Segoe UI" panose="020B0502040204020203" pitchFamily="34" charset="0"/>
                        </a:rPr>
                        <a:t>NewsAPI</a:t>
                      </a:r>
                      <a:endParaRPr lang="en-CA" sz="1200" dirty="0">
                        <a:latin typeface="Segoe UI" panose="020B0502040204020203" pitchFamily="34" charset="0"/>
                        <a:cs typeface="Segoe UI" panose="020B0502040204020203" pitchFamily="34" charset="0"/>
                      </a:endParaRP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tcPr>
                </a:tc>
                <a:tc>
                  <a:txBody>
                    <a:bodyPr/>
                    <a:lstStyle/>
                    <a:p>
                      <a:r>
                        <a:rPr lang="en-CA" sz="1200" dirty="0">
                          <a:latin typeface="Segoe UI" panose="020B0502040204020203" pitchFamily="34" charset="0"/>
                          <a:cs typeface="Segoe UI" panose="020B0502040204020203" pitchFamily="34" charset="0"/>
                        </a:rPr>
                        <a:t>840</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tcPr>
                </a:tc>
                <a:extLst>
                  <a:ext uri="{0D108BD9-81ED-4DB2-BD59-A6C34878D82A}">
                    <a16:rowId xmlns:a16="http://schemas.microsoft.com/office/drawing/2014/main" val="1103434883"/>
                  </a:ext>
                </a:extLst>
              </a:tr>
              <a:tr h="370840">
                <a:tc>
                  <a:txBody>
                    <a:bodyPr/>
                    <a:lstStyle/>
                    <a:p>
                      <a:r>
                        <a:rPr lang="en-CA" sz="1200" dirty="0">
                          <a:latin typeface="Segoe UI" panose="020B0502040204020203" pitchFamily="34" charset="0"/>
                          <a:cs typeface="Segoe UI" panose="020B0502040204020203" pitchFamily="34" charset="0"/>
                        </a:rPr>
                        <a:t>Google RSS</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solidFill>
                      <a:srgbClr val="FFFF00"/>
                    </a:solidFill>
                  </a:tcPr>
                </a:tc>
                <a:tc>
                  <a:txBody>
                    <a:bodyPr/>
                    <a:lstStyle/>
                    <a:p>
                      <a:r>
                        <a:rPr lang="en-CA" sz="1200" dirty="0">
                          <a:latin typeface="Segoe UI" panose="020B0502040204020203" pitchFamily="34" charset="0"/>
                          <a:cs typeface="Segoe UI" panose="020B0502040204020203" pitchFamily="34" charset="0"/>
                        </a:rPr>
                        <a:t>4454</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solidFill>
                      <a:srgbClr val="FFFF00"/>
                    </a:solidFill>
                  </a:tcPr>
                </a:tc>
                <a:extLst>
                  <a:ext uri="{0D108BD9-81ED-4DB2-BD59-A6C34878D82A}">
                    <a16:rowId xmlns:a16="http://schemas.microsoft.com/office/drawing/2014/main" val="4181245205"/>
                  </a:ext>
                </a:extLst>
              </a:tr>
              <a:tr h="370840">
                <a:tc>
                  <a:txBody>
                    <a:bodyPr/>
                    <a:lstStyle/>
                    <a:p>
                      <a:r>
                        <a:rPr lang="en-CA" sz="1200" dirty="0">
                          <a:latin typeface="Segoe UI" panose="020B0502040204020203" pitchFamily="34" charset="0"/>
                          <a:cs typeface="Segoe UI" panose="020B0502040204020203" pitchFamily="34" charset="0"/>
                        </a:rPr>
                        <a:t>Google Custom</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solidFill>
                      <a:srgbClr val="FFFF00"/>
                    </a:solidFill>
                  </a:tcPr>
                </a:tc>
                <a:tc>
                  <a:txBody>
                    <a:bodyPr/>
                    <a:lstStyle/>
                    <a:p>
                      <a:r>
                        <a:rPr lang="en-CA" sz="1200" dirty="0">
                          <a:latin typeface="Segoe UI" panose="020B0502040204020203" pitchFamily="34" charset="0"/>
                          <a:cs typeface="Segoe UI" panose="020B0502040204020203" pitchFamily="34" charset="0"/>
                        </a:rPr>
                        <a:t>1039</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solidFill>
                      <a:srgbClr val="FFFF00"/>
                    </a:solidFill>
                  </a:tcPr>
                </a:tc>
                <a:extLst>
                  <a:ext uri="{0D108BD9-81ED-4DB2-BD59-A6C34878D82A}">
                    <a16:rowId xmlns:a16="http://schemas.microsoft.com/office/drawing/2014/main" val="783815110"/>
                  </a:ext>
                </a:extLst>
              </a:tr>
              <a:tr h="370840">
                <a:tc>
                  <a:txBody>
                    <a:bodyPr/>
                    <a:lstStyle/>
                    <a:p>
                      <a:r>
                        <a:rPr lang="en-CA" sz="1200" dirty="0">
                          <a:latin typeface="Segoe UI" panose="020B0502040204020203" pitchFamily="34" charset="0"/>
                          <a:cs typeface="Segoe UI" panose="020B0502040204020203" pitchFamily="34" charset="0"/>
                        </a:rPr>
                        <a:t>Yahoo Finance</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tcPr>
                </a:tc>
                <a:tc>
                  <a:txBody>
                    <a:bodyPr/>
                    <a:lstStyle/>
                    <a:p>
                      <a:r>
                        <a:rPr lang="en-CA" sz="1200" dirty="0">
                          <a:latin typeface="Segoe UI" panose="020B0502040204020203" pitchFamily="34" charset="0"/>
                          <a:cs typeface="Segoe UI" panose="020B0502040204020203" pitchFamily="34" charset="0"/>
                        </a:rPr>
                        <a:t>10</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tcPr>
                </a:tc>
                <a:extLst>
                  <a:ext uri="{0D108BD9-81ED-4DB2-BD59-A6C34878D82A}">
                    <a16:rowId xmlns:a16="http://schemas.microsoft.com/office/drawing/2014/main" val="1868436875"/>
                  </a:ext>
                </a:extLst>
              </a:tr>
              <a:tr h="370840">
                <a:tc>
                  <a:txBody>
                    <a:bodyPr/>
                    <a:lstStyle/>
                    <a:p>
                      <a:r>
                        <a:rPr lang="en-CA" sz="1200" dirty="0">
                          <a:latin typeface="Segoe UI" panose="020B0502040204020203" pitchFamily="34" charset="0"/>
                          <a:cs typeface="Segoe UI" panose="020B0502040204020203" pitchFamily="34" charset="0"/>
                        </a:rPr>
                        <a:t>Total</a:t>
                      </a:r>
                    </a:p>
                  </a:txBody>
                  <a:tcPr marL="68700" marR="68700">
                    <a:lnL w="12700" cap="flat" cmpd="sng" algn="ctr">
                      <a:solidFill>
                        <a:schemeClr val="tx1"/>
                      </a:solidFill>
                      <a:prstDash val="solid"/>
                      <a:round/>
                      <a:headEnd type="none" w="med" len="med"/>
                      <a:tailEnd type="none" w="med" len="med"/>
                    </a:lnL>
                    <a:cell3D prstMaterial="dkEdge">
                      <a:bevel prst="coolSlant"/>
                      <a:lightRig rig="flood" dir="t"/>
                    </a:cell3D>
                  </a:tcPr>
                </a:tc>
                <a:tc>
                  <a:txBody>
                    <a:bodyPr/>
                    <a:lstStyle/>
                    <a:p>
                      <a:r>
                        <a:rPr lang="en-CA" sz="1200" dirty="0">
                          <a:latin typeface="Segoe UI" panose="020B0502040204020203" pitchFamily="34" charset="0"/>
                          <a:cs typeface="Segoe UI" panose="020B0502040204020203" pitchFamily="34" charset="0"/>
                        </a:rPr>
                        <a:t>6343</a:t>
                      </a:r>
                    </a:p>
                  </a:txBody>
                  <a:tcPr marL="68700" marR="68700">
                    <a:lnR w="12700" cap="flat" cmpd="sng" algn="ctr">
                      <a:solidFill>
                        <a:schemeClr val="tx1"/>
                      </a:solidFill>
                      <a:prstDash val="solid"/>
                      <a:round/>
                      <a:headEnd type="none" w="med" len="med"/>
                      <a:tailEnd type="none" w="med" len="med"/>
                    </a:lnR>
                    <a:cell3D prstMaterial="dkEdge">
                      <a:bevel prst="coolSlant"/>
                      <a:lightRig rig="flood" dir="t"/>
                    </a:cell3D>
                  </a:tcPr>
                </a:tc>
                <a:extLst>
                  <a:ext uri="{0D108BD9-81ED-4DB2-BD59-A6C34878D82A}">
                    <a16:rowId xmlns:a16="http://schemas.microsoft.com/office/drawing/2014/main" val="2418287068"/>
                  </a:ext>
                </a:extLst>
              </a:tr>
            </a:tbl>
          </a:graphicData>
        </a:graphic>
      </p:graphicFrame>
      <p:sp>
        <p:nvSpPr>
          <p:cNvPr id="4" name="TextBox 3">
            <a:extLst>
              <a:ext uri="{FF2B5EF4-FFF2-40B4-BE49-F238E27FC236}">
                <a16:creationId xmlns:a16="http://schemas.microsoft.com/office/drawing/2014/main" id="{89D7B8AB-9B65-6A8A-1C15-26BD8F45619A}"/>
              </a:ext>
            </a:extLst>
          </p:cNvPr>
          <p:cNvSpPr txBox="1"/>
          <p:nvPr/>
        </p:nvSpPr>
        <p:spPr>
          <a:xfrm>
            <a:off x="7995684" y="1856995"/>
            <a:ext cx="3786886" cy="523220"/>
          </a:xfrm>
          <a:prstGeom prst="rect">
            <a:avLst/>
          </a:prstGeom>
          <a:noFill/>
          <a:ln>
            <a:noFill/>
          </a:ln>
        </p:spPr>
        <p:txBody>
          <a:bodyPr wrap="square" rtlCol="0">
            <a:spAutoFit/>
          </a:bodyPr>
          <a:lstStyle/>
          <a:p>
            <a:r>
              <a:rPr lang="en-CA" sz="1400" i="1" dirty="0">
                <a:latin typeface="Segoe UI" panose="020B0502040204020203" pitchFamily="34" charset="0"/>
                <a:cs typeface="Segoe UI" panose="020B0502040204020203" pitchFamily="34" charset="0"/>
              </a:rPr>
              <a:t>Most of the news from Google RSS are only with headlines and keywords.</a:t>
            </a:r>
          </a:p>
        </p:txBody>
      </p:sp>
      <p:grpSp>
        <p:nvGrpSpPr>
          <p:cNvPr id="36" name="Group 35">
            <a:extLst>
              <a:ext uri="{FF2B5EF4-FFF2-40B4-BE49-F238E27FC236}">
                <a16:creationId xmlns:a16="http://schemas.microsoft.com/office/drawing/2014/main" id="{38EA8E6A-0077-ECD6-2773-7BFFC2257C11}"/>
              </a:ext>
            </a:extLst>
          </p:cNvPr>
          <p:cNvGrpSpPr/>
          <p:nvPr/>
        </p:nvGrpSpPr>
        <p:grpSpPr>
          <a:xfrm>
            <a:off x="4385150" y="2569050"/>
            <a:ext cx="4427396" cy="2589928"/>
            <a:chOff x="4355097" y="2888896"/>
            <a:chExt cx="4427396" cy="2589928"/>
          </a:xfrm>
        </p:grpSpPr>
        <p:sp>
          <p:nvSpPr>
            <p:cNvPr id="35" name="TextBox 34">
              <a:extLst>
                <a:ext uri="{FF2B5EF4-FFF2-40B4-BE49-F238E27FC236}">
                  <a16:creationId xmlns:a16="http://schemas.microsoft.com/office/drawing/2014/main" id="{E635F329-5022-960D-A9E3-888FC7D45E04}"/>
                </a:ext>
              </a:extLst>
            </p:cNvPr>
            <p:cNvSpPr txBox="1"/>
            <p:nvPr/>
          </p:nvSpPr>
          <p:spPr>
            <a:xfrm>
              <a:off x="4355097" y="3462888"/>
              <a:ext cx="4427396" cy="2015936"/>
            </a:xfrm>
            <a:prstGeom prst="rect">
              <a:avLst/>
            </a:prstGeom>
            <a:noFill/>
          </p:spPr>
          <p:txBody>
            <a:bodyPr wrap="square" rtlCol="0">
              <a:spAutoFit/>
            </a:bodyPr>
            <a:lstStyle/>
            <a:p>
              <a:pPr>
                <a:spcAft>
                  <a:spcPts val="600"/>
                </a:spcAft>
              </a:pPr>
              <a:r>
                <a:rPr lang="en-CA" sz="1200" i="1" dirty="0">
                  <a:latin typeface="Segoe UI" panose="020B0502040204020203" pitchFamily="34" charset="0"/>
                  <a:cs typeface="Segoe UI" panose="020B0502040204020203" pitchFamily="34" charset="0"/>
                </a:rPr>
                <a:t>Used OpenAI to generate Summary of Google news and added the following for </a:t>
              </a:r>
              <a:r>
                <a:rPr lang="en-CA" sz="1200" b="1" i="1" dirty="0">
                  <a:latin typeface="Segoe UI" panose="020B0502040204020203" pitchFamily="34" charset="0"/>
                  <a:cs typeface="Segoe UI" panose="020B0502040204020203" pitchFamily="34" charset="0"/>
                </a:rPr>
                <a:t>News data</a:t>
              </a: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Summary</a:t>
              </a: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a:t>
              </a:r>
              <a:r>
                <a:rPr lang="en-CA" sz="1200" i="1" dirty="0" err="1">
                  <a:latin typeface="Segoe UI" panose="020B0502040204020203" pitchFamily="34" charset="0"/>
                  <a:cs typeface="Segoe UI" panose="020B0502040204020203" pitchFamily="34" charset="0"/>
                </a:rPr>
                <a:t>Sentiment_Score</a:t>
              </a:r>
              <a:endParaRPr lang="en-CA" sz="1200" i="1"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a:t>
              </a:r>
              <a:r>
                <a:rPr lang="en-CA" sz="1200" i="1" dirty="0" err="1">
                  <a:latin typeface="Segoe UI" panose="020B0502040204020203" pitchFamily="34" charset="0"/>
                  <a:cs typeface="Segoe UI" panose="020B0502040204020203" pitchFamily="34" charset="0"/>
                </a:rPr>
                <a:t>Positive_Score</a:t>
              </a:r>
              <a:endParaRPr lang="en-CA" sz="1200" i="1"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a:t>
              </a:r>
              <a:r>
                <a:rPr lang="en-CA" sz="1200" i="1" dirty="0" err="1">
                  <a:latin typeface="Segoe UI" panose="020B0502040204020203" pitchFamily="34" charset="0"/>
                  <a:cs typeface="Segoe UI" panose="020B0502040204020203" pitchFamily="34" charset="0"/>
                </a:rPr>
                <a:t>Negative_Score</a:t>
              </a:r>
              <a:endParaRPr lang="en-CA" sz="1200" i="1"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a:t>
              </a:r>
              <a:r>
                <a:rPr lang="en-CA" sz="1200" i="1" dirty="0" err="1">
                  <a:latin typeface="Segoe UI" panose="020B0502040204020203" pitchFamily="34" charset="0"/>
                  <a:cs typeface="Segoe UI" panose="020B0502040204020203" pitchFamily="34" charset="0"/>
                </a:rPr>
                <a:t>Important_Score</a:t>
              </a:r>
              <a:endParaRPr lang="en-CA" sz="1200" i="1"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200" i="1" dirty="0">
                  <a:latin typeface="Segoe UI" panose="020B0502040204020203" pitchFamily="34" charset="0"/>
                  <a:cs typeface="Segoe UI" panose="020B0502040204020203" pitchFamily="34" charset="0"/>
                </a:rPr>
                <a:t>GPT Direction</a:t>
              </a:r>
            </a:p>
            <a:p>
              <a:pPr marL="285750" indent="-285750">
                <a:buFont typeface="Arial" panose="020B0604020202020204" pitchFamily="34" charset="0"/>
                <a:buChar char="•"/>
              </a:pPr>
              <a:r>
                <a:rPr lang="en-CA" sz="1200" i="1" dirty="0" err="1">
                  <a:latin typeface="Segoe UI" panose="020B0502040204020203" pitchFamily="34" charset="0"/>
                  <a:cs typeface="Segoe UI" panose="020B0502040204020203" pitchFamily="34" charset="0"/>
                </a:rPr>
                <a:t>GPT_Event_Type</a:t>
              </a:r>
              <a:endParaRPr lang="en-CA" sz="1200" i="1"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200" i="1" dirty="0" err="1">
                  <a:latin typeface="Segoe UI" panose="020B0502040204020203" pitchFamily="34" charset="0"/>
                  <a:cs typeface="Segoe UI" panose="020B0502040204020203" pitchFamily="34" charset="0"/>
                </a:rPr>
                <a:t>GPT_relevance_to_apple</a:t>
              </a:r>
              <a:endParaRPr lang="en-CA" sz="1200" i="1" dirty="0">
                <a:latin typeface="Segoe UI" panose="020B0502040204020203" pitchFamily="34" charset="0"/>
                <a:cs typeface="Segoe UI" panose="020B0502040204020203" pitchFamily="34" charset="0"/>
              </a:endParaRPr>
            </a:p>
          </p:txBody>
        </p:sp>
        <p:sp>
          <p:nvSpPr>
            <p:cNvPr id="7" name="Arrow: Down 6">
              <a:extLst>
                <a:ext uri="{FF2B5EF4-FFF2-40B4-BE49-F238E27FC236}">
                  <a16:creationId xmlns:a16="http://schemas.microsoft.com/office/drawing/2014/main" id="{8090421F-E209-3851-2E03-3F23C80A48D1}"/>
                </a:ext>
              </a:extLst>
            </p:cNvPr>
            <p:cNvSpPr/>
            <p:nvPr/>
          </p:nvSpPr>
          <p:spPr>
            <a:xfrm flipV="1">
              <a:off x="5140416" y="2888896"/>
              <a:ext cx="330339" cy="459775"/>
            </a:xfrm>
            <a:prstGeom prst="downArrow">
              <a:avLst/>
            </a:prstGeom>
            <a:gradFill flip="none" rotWithShape="1">
              <a:gsLst>
                <a:gs pos="0">
                  <a:schemeClr val="accent6">
                    <a:lumMod val="75000"/>
                    <a:tint val="66000"/>
                    <a:satMod val="160000"/>
                  </a:schemeClr>
                </a:gs>
                <a:gs pos="50000">
                  <a:schemeClr val="accent6">
                    <a:lumMod val="75000"/>
                    <a:tint val="44500"/>
                    <a:satMod val="160000"/>
                  </a:schemeClr>
                </a:gs>
                <a:gs pos="100000">
                  <a:schemeClr val="accent6">
                    <a:lumMod val="75000"/>
                    <a:tint val="23500"/>
                    <a:satMod val="160000"/>
                  </a:schemeClr>
                </a:gs>
              </a:gsLst>
              <a:path path="circle">
                <a:fillToRect l="50000" t="50000" r="50000" b="50000"/>
              </a:path>
              <a:tileRect/>
            </a:gra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pic>
          <p:nvPicPr>
            <p:cNvPr id="6148" name="Picture 4">
              <a:extLst>
                <a:ext uri="{FF2B5EF4-FFF2-40B4-BE49-F238E27FC236}">
                  <a16:creationId xmlns:a16="http://schemas.microsoft.com/office/drawing/2014/main" id="{35DF4A64-6298-B1B7-C981-8462A87F057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964325" y="4740838"/>
              <a:ext cx="1636528" cy="443226"/>
            </a:xfrm>
            <a:prstGeom prst="rect">
              <a:avLst/>
            </a:prstGeom>
            <a:noFill/>
            <a:extLst>
              <a:ext uri="{909E8E84-426E-40DD-AFC4-6F175D3DCCD1}">
                <a14:hiddenFill xmlns:a14="http://schemas.microsoft.com/office/drawing/2010/main">
                  <a:solidFill>
                    <a:srgbClr val="FFFFFF"/>
                  </a:solidFill>
                </a14:hiddenFill>
              </a:ext>
            </a:extLst>
          </p:spPr>
        </p:pic>
      </p:grpSp>
      <p:sp>
        <p:nvSpPr>
          <p:cNvPr id="39" name="TextBox 38">
            <a:extLst>
              <a:ext uri="{FF2B5EF4-FFF2-40B4-BE49-F238E27FC236}">
                <a16:creationId xmlns:a16="http://schemas.microsoft.com/office/drawing/2014/main" id="{C4B5B27C-6931-A0E5-F7D0-23CB3CC8734B}"/>
              </a:ext>
            </a:extLst>
          </p:cNvPr>
          <p:cNvSpPr txBox="1"/>
          <p:nvPr/>
        </p:nvSpPr>
        <p:spPr>
          <a:xfrm>
            <a:off x="4385150" y="5281028"/>
            <a:ext cx="4427396" cy="1092607"/>
          </a:xfrm>
          <a:prstGeom prst="rect">
            <a:avLst/>
          </a:prstGeom>
          <a:noFill/>
        </p:spPr>
        <p:txBody>
          <a:bodyPr wrap="square" rtlCol="0">
            <a:spAutoFit/>
          </a:bodyPr>
          <a:lstStyle/>
          <a:p>
            <a:pPr>
              <a:spcAft>
                <a:spcPts val="600"/>
              </a:spcAft>
            </a:pPr>
            <a:r>
              <a:rPr lang="en-CA" sz="1200" b="1" i="1" dirty="0">
                <a:latin typeface="Segoe UI" panose="020B0502040204020203" pitchFamily="34" charset="0"/>
                <a:cs typeface="Segoe UI" panose="020B0502040204020203" pitchFamily="34" charset="0"/>
              </a:rPr>
              <a:t>Stocks</a:t>
            </a:r>
            <a:r>
              <a:rPr lang="en-CA" sz="1200" i="1" dirty="0">
                <a:latin typeface="Segoe UI" panose="020B0502040204020203" pitchFamily="34" charset="0"/>
                <a:cs typeface="Segoe UI" panose="020B0502040204020203" pitchFamily="34" charset="0"/>
              </a:rPr>
              <a:t> </a:t>
            </a:r>
            <a:r>
              <a:rPr lang="en-CA" sz="1200" b="1" i="1" dirty="0">
                <a:latin typeface="Segoe UI" panose="020B0502040204020203" pitchFamily="34" charset="0"/>
                <a:cs typeface="Segoe UI" panose="020B0502040204020203" pitchFamily="34" charset="0"/>
              </a:rPr>
              <a:t>data</a:t>
            </a:r>
            <a:r>
              <a:rPr lang="en-CA" sz="1200" i="1" dirty="0">
                <a:latin typeface="Segoe UI" panose="020B0502040204020203" pitchFamily="34" charset="0"/>
                <a:cs typeface="Segoe UI" panose="020B0502040204020203" pitchFamily="34" charset="0"/>
              </a:rPr>
              <a:t> are added with Technical Indicators such as </a:t>
            </a:r>
          </a:p>
          <a:p>
            <a:pPr marL="171450" indent="-171450">
              <a:buFont typeface="Arial" panose="020B0604020202020204" pitchFamily="34" charset="0"/>
              <a:buChar char="•"/>
            </a:pPr>
            <a:r>
              <a:rPr lang="en-CA" sz="1200" i="1" dirty="0">
                <a:latin typeface="Segoe UI" panose="020B0502040204020203" pitchFamily="34" charset="0"/>
                <a:cs typeface="Segoe UI" panose="020B0502040204020203" pitchFamily="34" charset="0"/>
              </a:rPr>
              <a:t>Simple Moving Average, Exponential Moving Average</a:t>
            </a:r>
          </a:p>
          <a:p>
            <a:pPr marL="171450" indent="-171450">
              <a:buFont typeface="Arial" panose="020B0604020202020204" pitchFamily="34" charset="0"/>
              <a:buChar char="•"/>
            </a:pPr>
            <a:r>
              <a:rPr lang="en-CA" sz="1200" i="1" dirty="0">
                <a:latin typeface="Segoe UI" panose="020B0502040204020203" pitchFamily="34" charset="0"/>
                <a:cs typeface="Segoe UI" panose="020B0502040204020203" pitchFamily="34" charset="0"/>
              </a:rPr>
              <a:t>Relative Strength Index, Bollinger Bands</a:t>
            </a:r>
          </a:p>
          <a:p>
            <a:pPr marL="171450" indent="-171450">
              <a:buFont typeface="Arial" panose="020B0604020202020204" pitchFamily="34" charset="0"/>
              <a:buChar char="•"/>
            </a:pPr>
            <a:r>
              <a:rPr lang="en-CA" sz="1200" i="1" dirty="0">
                <a:latin typeface="Segoe UI" panose="020B0502040204020203" pitchFamily="34" charset="0"/>
                <a:cs typeface="Segoe UI" panose="020B0502040204020203" pitchFamily="34" charset="0"/>
              </a:rPr>
              <a:t>Average True Range, Average Directional Index</a:t>
            </a:r>
          </a:p>
          <a:p>
            <a:pPr marL="171450" indent="-171450">
              <a:buFont typeface="Arial" panose="020B0604020202020204" pitchFamily="34" charset="0"/>
              <a:buChar char="•"/>
            </a:pPr>
            <a:r>
              <a:rPr lang="en-CA" sz="1200" i="1" dirty="0">
                <a:latin typeface="Segoe UI" panose="020B0502040204020203" pitchFamily="34" charset="0"/>
                <a:cs typeface="Segoe UI" panose="020B0502040204020203" pitchFamily="34" charset="0"/>
              </a:rPr>
              <a:t>Moving Average Convergence Divergence</a:t>
            </a:r>
          </a:p>
        </p:txBody>
      </p:sp>
      <p:sp>
        <p:nvSpPr>
          <p:cNvPr id="40" name="Arrow: Right 39">
            <a:extLst>
              <a:ext uri="{FF2B5EF4-FFF2-40B4-BE49-F238E27FC236}">
                <a16:creationId xmlns:a16="http://schemas.microsoft.com/office/drawing/2014/main" id="{F1468797-8BBD-C995-1454-C9E3AFB07C11}"/>
              </a:ext>
            </a:extLst>
          </p:cNvPr>
          <p:cNvSpPr/>
          <p:nvPr/>
        </p:nvSpPr>
        <p:spPr>
          <a:xfrm rot="2289485" flipH="1">
            <a:off x="3672841" y="5618892"/>
            <a:ext cx="424894" cy="304800"/>
          </a:xfrm>
          <a:prstGeom prst="rightArrow">
            <a:avLst/>
          </a:prstGeom>
          <a:gradFill flip="none" rotWithShape="1">
            <a:gsLst>
              <a:gs pos="0">
                <a:schemeClr val="accent6">
                  <a:tint val="66000"/>
                  <a:satMod val="160000"/>
                </a:schemeClr>
              </a:gs>
              <a:gs pos="50000">
                <a:schemeClr val="accent6">
                  <a:tint val="44500"/>
                  <a:satMod val="160000"/>
                </a:schemeClr>
              </a:gs>
              <a:gs pos="100000">
                <a:schemeClr val="accent6">
                  <a:tint val="23500"/>
                  <a:satMod val="160000"/>
                </a:schemeClr>
              </a:gs>
            </a:gsLst>
            <a:path path="circle">
              <a:fillToRect l="100000" t="100000"/>
            </a:path>
            <a:tileRect r="-100000" b="-10000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1" name="TextBox 40">
            <a:extLst>
              <a:ext uri="{FF2B5EF4-FFF2-40B4-BE49-F238E27FC236}">
                <a16:creationId xmlns:a16="http://schemas.microsoft.com/office/drawing/2014/main" id="{03D10B2F-F9AA-0B50-CF60-7E840FD436C2}"/>
              </a:ext>
            </a:extLst>
          </p:cNvPr>
          <p:cNvSpPr txBox="1"/>
          <p:nvPr/>
        </p:nvSpPr>
        <p:spPr>
          <a:xfrm>
            <a:off x="4397271" y="6552084"/>
            <a:ext cx="7805299" cy="307777"/>
          </a:xfrm>
          <a:prstGeom prst="rect">
            <a:avLst/>
          </a:prstGeom>
          <a:solidFill>
            <a:schemeClr val="bg1"/>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apple_stock_with_indicators.csv, </a:t>
            </a:r>
            <a:r>
              <a:rPr lang="en-US" sz="700" b="1" i="1" dirty="0">
                <a:latin typeface="Segoe UI" panose="020B0502040204020203" pitchFamily="34" charset="0"/>
                <a:cs typeface="Segoe UI" panose="020B0502040204020203" pitchFamily="34" charset="0"/>
              </a:rPr>
              <a:t>apple_stock_news_with_summary.csv, apple_stock_enriched_phase2_output.csv</a:t>
            </a:r>
            <a:r>
              <a:rPr lang="en-CA" sz="700" b="1" i="1" dirty="0">
                <a:latin typeface="Segoe UI" panose="020B0502040204020203" pitchFamily="34" charset="0"/>
                <a:cs typeface="Segoe UI" panose="020B0502040204020203" pitchFamily="34" charset="0"/>
              </a:rPr>
              <a:t> | OpenAI | Code: 3.Apple_5yr_historicdata.py 5.A_Preprocessing.py, 5.C_Get_Apple_Simplified.py, 5.E_Generate_Summary.py</a:t>
            </a:r>
          </a:p>
        </p:txBody>
      </p:sp>
    </p:spTree>
    <p:extLst>
      <p:ext uri="{BB962C8B-B14F-4D97-AF65-F5344CB8AC3E}">
        <p14:creationId xmlns:p14="http://schemas.microsoft.com/office/powerpoint/2010/main" val="13770904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7" presetClass="path" presetSubtype="0" accel="50000" decel="50000" fill="hold" grpId="0" nodeType="clickEffect">
                                  <p:stCondLst>
                                    <p:cond delay="0"/>
                                  </p:stCondLst>
                                  <p:childTnLst>
                                    <p:animMotion origin="layout" path="M -2.08333E-6 -1.85185E-6 L -2.08333E-6 -0.125 C -2.08333E-6 -0.18102 0.06901 -0.25 0.125 -0.25 L 0.25 -0.25 " pathEditMode="relative" rAng="0" ptsTypes="AAAA">
                                      <p:cBhvr>
                                        <p:cTn id="6" dur="500" fill="hold"/>
                                        <p:tgtEl>
                                          <p:spTgt spid="15"/>
                                        </p:tgtEl>
                                        <p:attrNameLst>
                                          <p:attrName>ppt_x</p:attrName>
                                          <p:attrName>ppt_y</p:attrName>
                                        </p:attrNameLst>
                                      </p:cBhvr>
                                      <p:rCtr x="12500" y="-12500"/>
                                    </p:animMotion>
                                  </p:childTnLst>
                                </p:cTn>
                              </p:par>
                              <p:par>
                                <p:cTn id="7" presetID="57" presetClass="path" presetSubtype="0" accel="50000" decel="50000" fill="hold" grpId="0" nodeType="withEffect">
                                  <p:stCondLst>
                                    <p:cond delay="0"/>
                                  </p:stCondLst>
                                  <p:childTnLst>
                                    <p:animMotion origin="layout" path="M -1.04167E-6 -3.7037E-6 L -1.04167E-6 -0.125 C -1.04167E-6 -0.18101 0.06901 -0.25 0.125 -0.25 L 0.25 -0.25 " pathEditMode="relative" rAng="0" ptsTypes="AAAA">
                                      <p:cBhvr>
                                        <p:cTn id="8" dur="500" fill="hold"/>
                                        <p:tgtEl>
                                          <p:spTgt spid="16"/>
                                        </p:tgtEl>
                                        <p:attrNameLst>
                                          <p:attrName>ppt_x</p:attrName>
                                          <p:attrName>ppt_y</p:attrName>
                                        </p:attrNameLst>
                                      </p:cBhvr>
                                      <p:rCtr x="12500" y="-12500"/>
                                    </p:animMotion>
                                  </p:childTnLst>
                                </p:cTn>
                              </p:par>
                              <p:par>
                                <p:cTn id="9" presetID="57" presetClass="path" presetSubtype="0" accel="50000" decel="50000" fill="hold" grpId="0" nodeType="withEffect">
                                  <p:stCondLst>
                                    <p:cond delay="0"/>
                                  </p:stCondLst>
                                  <p:childTnLst>
                                    <p:animMotion origin="layout" path="M -1.04167E-6 -2.22222E-6 L -1.04167E-6 -0.125 C -1.04167E-6 -0.18102 0.06901 -0.25 0.125 -0.25 L 0.25 -0.25 " pathEditMode="relative" rAng="0" ptsTypes="AAAA">
                                      <p:cBhvr>
                                        <p:cTn id="10" dur="500" fill="hold"/>
                                        <p:tgtEl>
                                          <p:spTgt spid="19"/>
                                        </p:tgtEl>
                                        <p:attrNameLst>
                                          <p:attrName>ppt_x</p:attrName>
                                          <p:attrName>ppt_y</p:attrName>
                                        </p:attrNameLst>
                                      </p:cBhvr>
                                      <p:rCtr x="12500" y="-12500"/>
                                    </p:animMotion>
                                  </p:childTnLst>
                                </p:cTn>
                              </p:par>
                              <p:par>
                                <p:cTn id="11" presetID="57" presetClass="path" presetSubtype="0" accel="50000" decel="50000" fill="hold" grpId="0" nodeType="withEffect">
                                  <p:stCondLst>
                                    <p:cond delay="0"/>
                                  </p:stCondLst>
                                  <p:childTnLst>
                                    <p:animMotion origin="layout" path="M 2.08333E-6 4.81481E-6 L 2.08333E-6 -0.125 C 2.08333E-6 -0.18102 0.06901 -0.25 0.125 -0.25 L 0.25 -0.25 " pathEditMode="relative" rAng="0" ptsTypes="AAAA">
                                      <p:cBhvr>
                                        <p:cTn id="12" dur="500" fill="hold"/>
                                        <p:tgtEl>
                                          <p:spTgt spid="20"/>
                                        </p:tgtEl>
                                        <p:attrNameLst>
                                          <p:attrName>ppt_x</p:attrName>
                                          <p:attrName>ppt_y</p:attrName>
                                        </p:attrNameLst>
                                      </p:cBhvr>
                                      <p:rCtr x="12500" y="-12500"/>
                                    </p:animMotion>
                                  </p:childTnLst>
                                </p:cTn>
                              </p:par>
                              <p:par>
                                <p:cTn id="13" presetID="57" presetClass="path" presetSubtype="0" accel="50000" decel="50000" fill="hold" grpId="0" nodeType="withEffect">
                                  <p:stCondLst>
                                    <p:cond delay="0"/>
                                  </p:stCondLst>
                                  <p:childTnLst>
                                    <p:animMotion origin="layout" path="M -2.70833E-6 -1.11111E-6 L -2.70833E-6 -0.125 C -2.70833E-6 -0.18102 0.06901 -0.25 0.125 -0.25 L 0.25 -0.25 " pathEditMode="relative" rAng="0" ptsTypes="AAAA">
                                      <p:cBhvr>
                                        <p:cTn id="14" dur="500" fill="hold"/>
                                        <p:tgtEl>
                                          <p:spTgt spid="21"/>
                                        </p:tgtEl>
                                        <p:attrNameLst>
                                          <p:attrName>ppt_x</p:attrName>
                                          <p:attrName>ppt_y</p:attrName>
                                        </p:attrNameLst>
                                      </p:cBhvr>
                                      <p:rCtr x="12500" y="-12500"/>
                                    </p:animMotion>
                                  </p:childTnLst>
                                </p:cTn>
                              </p:par>
                              <p:par>
                                <p:cTn id="15" presetID="57" presetClass="path" presetSubtype="0" accel="50000" decel="50000" fill="hold" grpId="0" nodeType="withEffect">
                                  <p:stCondLst>
                                    <p:cond delay="0"/>
                                  </p:stCondLst>
                                  <p:childTnLst>
                                    <p:animMotion origin="layout" path="M -3.54167E-6 -2.59259E-6 L -3.54167E-6 -0.125 C -3.54167E-6 -0.18102 0.06901 -0.25 0.125 -0.25 L 0.25 -0.25 " pathEditMode="relative" rAng="0" ptsTypes="AAAA">
                                      <p:cBhvr>
                                        <p:cTn id="16" dur="500" fill="hold"/>
                                        <p:tgtEl>
                                          <p:spTgt spid="22"/>
                                        </p:tgtEl>
                                        <p:attrNameLst>
                                          <p:attrName>ppt_x</p:attrName>
                                          <p:attrName>ppt_y</p:attrName>
                                        </p:attrNameLst>
                                      </p:cBhvr>
                                      <p:rCtr x="12500" y="-12500"/>
                                    </p:animMotion>
                                  </p:childTnLst>
                                </p:cTn>
                              </p:par>
                              <p:par>
                                <p:cTn id="17" presetID="57" presetClass="path" presetSubtype="0" accel="50000" decel="50000" fill="hold" grpId="0" nodeType="withEffect">
                                  <p:stCondLst>
                                    <p:cond delay="0"/>
                                  </p:stCondLst>
                                  <p:childTnLst>
                                    <p:animMotion origin="layout" path="M -1.45833E-6 1.85185E-6 L -1.45833E-6 -0.125 C -1.45833E-6 -0.18102 0.06901 -0.25 0.125 -0.25 L 0.25 -0.25 " pathEditMode="relative" rAng="0" ptsTypes="AAAA">
                                      <p:cBhvr>
                                        <p:cTn id="18" dur="500" fill="hold"/>
                                        <p:tgtEl>
                                          <p:spTgt spid="23"/>
                                        </p:tgtEl>
                                        <p:attrNameLst>
                                          <p:attrName>ppt_x</p:attrName>
                                          <p:attrName>ppt_y</p:attrName>
                                        </p:attrNameLst>
                                      </p:cBhvr>
                                      <p:rCtr x="12500" y="-12500"/>
                                    </p:animMotion>
                                  </p:childTnLst>
                                </p:cTn>
                              </p:par>
                              <p:par>
                                <p:cTn id="19" presetID="57" presetClass="path" presetSubtype="0" accel="50000" decel="50000" fill="hold" grpId="0" nodeType="withEffect">
                                  <p:stCondLst>
                                    <p:cond delay="0"/>
                                  </p:stCondLst>
                                  <p:childTnLst>
                                    <p:animMotion origin="layout" path="M 1.875E-6 -1.11111E-6 L 1.875E-6 -0.125 C 1.875E-6 -0.18102 0.06901 -0.25 0.125 -0.25 L 0.25 -0.25 " pathEditMode="relative" rAng="0" ptsTypes="AAAA">
                                      <p:cBhvr>
                                        <p:cTn id="20" dur="500" fill="hold"/>
                                        <p:tgtEl>
                                          <p:spTgt spid="24"/>
                                        </p:tgtEl>
                                        <p:attrNameLst>
                                          <p:attrName>ppt_x</p:attrName>
                                          <p:attrName>ppt_y</p:attrName>
                                        </p:attrNameLst>
                                      </p:cBhvr>
                                      <p:rCtr x="12500" y="-12500"/>
                                    </p:animMotion>
                                  </p:childTnLst>
                                </p:cTn>
                              </p:par>
                              <p:par>
                                <p:cTn id="21" presetID="57" presetClass="path" presetSubtype="0" accel="50000" decel="50000" fill="hold" grpId="0" nodeType="withEffect">
                                  <p:stCondLst>
                                    <p:cond delay="0"/>
                                  </p:stCondLst>
                                  <p:childTnLst>
                                    <p:animMotion origin="layout" path="M -2.08333E-6 1.11111E-6 L -2.08333E-6 -0.125 C -2.08333E-6 -0.18102 0.06901 -0.25 0.125 -0.25 L 0.25 -0.25 " pathEditMode="relative" rAng="0" ptsTypes="AAAA">
                                      <p:cBhvr>
                                        <p:cTn id="22" dur="500" fill="hold"/>
                                        <p:tgtEl>
                                          <p:spTgt spid="27"/>
                                        </p:tgtEl>
                                        <p:attrNameLst>
                                          <p:attrName>ppt_x</p:attrName>
                                          <p:attrName>ppt_y</p:attrName>
                                        </p:attrNameLst>
                                      </p:cBhvr>
                                      <p:rCtr x="12500" y="-12500"/>
                                    </p:animMotion>
                                  </p:childTnLst>
                                </p:cTn>
                              </p:par>
                              <p:par>
                                <p:cTn id="23" presetID="57" presetClass="path" presetSubtype="0" accel="50000" decel="50000" fill="hold" grpId="0" nodeType="withEffect">
                                  <p:stCondLst>
                                    <p:cond delay="0"/>
                                  </p:stCondLst>
                                  <p:childTnLst>
                                    <p:animMotion origin="layout" path="M 4.375E-6 1.11111E-6 L 4.375E-6 -0.125 C 4.375E-6 -0.18102 0.06901 -0.25 0.125 -0.25 L 0.25 -0.25 " pathEditMode="relative" rAng="0" ptsTypes="AAAA">
                                      <p:cBhvr>
                                        <p:cTn id="24" dur="500" fill="hold"/>
                                        <p:tgtEl>
                                          <p:spTgt spid="28"/>
                                        </p:tgtEl>
                                        <p:attrNameLst>
                                          <p:attrName>ppt_x</p:attrName>
                                          <p:attrName>ppt_y</p:attrName>
                                        </p:attrNameLst>
                                      </p:cBhvr>
                                      <p:rCtr x="12500" y="-12500"/>
                                    </p:animMotion>
                                  </p:childTnLst>
                                </p:cTn>
                              </p:par>
                              <p:par>
                                <p:cTn id="25" presetID="57" presetClass="path" presetSubtype="0" accel="50000" decel="50000" fill="hold" grpId="0" nodeType="withEffect">
                                  <p:stCondLst>
                                    <p:cond delay="0"/>
                                  </p:stCondLst>
                                  <p:childTnLst>
                                    <p:animMotion origin="layout" path="M 0 0 L 0 -0.125 C 0 -0.181 0.069 -0.25 0.125 -0.25 L 0.25 -0.25 E" pathEditMode="relative" ptsTypes="">
                                      <p:cBhvr>
                                        <p:cTn id="26" dur="500" fill="hold"/>
                                        <p:tgtEl>
                                          <p:spTgt spid="29"/>
                                        </p:tgtEl>
                                        <p:attrNameLst>
                                          <p:attrName>ppt_x</p:attrName>
                                          <p:attrName>ppt_y</p:attrName>
                                        </p:attrNameLst>
                                      </p:cBhvr>
                                    </p:animMotion>
                                  </p:childTnLst>
                                </p:cTn>
                              </p:par>
                              <p:par>
                                <p:cTn id="27" presetID="1" presetClass="entr" presetSubtype="0" fill="hold" grpId="0" nodeType="with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gtEl>
                                        <p:attrNameLst>
                                          <p:attrName>style.visibility</p:attrName>
                                        </p:attrNameLst>
                                      </p:cBhvr>
                                      <p:to>
                                        <p:strVal val="visible"/>
                                      </p:to>
                                    </p:set>
                                  </p:childTnLst>
                                </p:cTn>
                              </p:par>
                            </p:childTnLst>
                          </p:cTn>
                        </p:par>
                        <p:par>
                          <p:cTn id="31" fill="hold">
                            <p:stCondLst>
                              <p:cond delay="500"/>
                            </p:stCondLst>
                            <p:childTnLst>
                              <p:par>
                                <p:cTn id="32" presetID="45" presetClass="entr" presetSubtype="0" fill="hold" grpId="1" nodeType="after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750"/>
                                        <p:tgtEl>
                                          <p:spTgt spid="15"/>
                                        </p:tgtEl>
                                      </p:cBhvr>
                                    </p:animEffect>
                                    <p:anim calcmode="lin" valueType="num">
                                      <p:cBhvr>
                                        <p:cTn id="35" dur="750" fill="hold"/>
                                        <p:tgtEl>
                                          <p:spTgt spid="15"/>
                                        </p:tgtEl>
                                        <p:attrNameLst>
                                          <p:attrName>ppt_w</p:attrName>
                                        </p:attrNameLst>
                                      </p:cBhvr>
                                      <p:tavLst>
                                        <p:tav tm="0" fmla="#ppt_w*sin(2.5*pi*$)">
                                          <p:val>
                                            <p:fltVal val="0"/>
                                          </p:val>
                                        </p:tav>
                                        <p:tav tm="100000">
                                          <p:val>
                                            <p:fltVal val="1"/>
                                          </p:val>
                                        </p:tav>
                                      </p:tavLst>
                                    </p:anim>
                                    <p:anim calcmode="lin" valueType="num">
                                      <p:cBhvr>
                                        <p:cTn id="36" dur="750" fill="hold"/>
                                        <p:tgtEl>
                                          <p:spTgt spid="15"/>
                                        </p:tgtEl>
                                        <p:attrNameLst>
                                          <p:attrName>ppt_h</p:attrName>
                                        </p:attrNameLst>
                                      </p:cBhvr>
                                      <p:tavLst>
                                        <p:tav tm="0">
                                          <p:val>
                                            <p:strVal val="#ppt_h"/>
                                          </p:val>
                                        </p:tav>
                                        <p:tav tm="100000">
                                          <p:val>
                                            <p:strVal val="#ppt_h"/>
                                          </p:val>
                                        </p:tav>
                                      </p:tavLst>
                                    </p:anim>
                                  </p:childTnLst>
                                </p:cTn>
                              </p:par>
                              <p:par>
                                <p:cTn id="37" presetID="45" presetClass="entr" presetSubtype="0" fill="hold" grpId="1"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750"/>
                                        <p:tgtEl>
                                          <p:spTgt spid="16"/>
                                        </p:tgtEl>
                                      </p:cBhvr>
                                    </p:animEffect>
                                    <p:anim calcmode="lin" valueType="num">
                                      <p:cBhvr>
                                        <p:cTn id="40" dur="750" fill="hold"/>
                                        <p:tgtEl>
                                          <p:spTgt spid="16"/>
                                        </p:tgtEl>
                                        <p:attrNameLst>
                                          <p:attrName>ppt_w</p:attrName>
                                        </p:attrNameLst>
                                      </p:cBhvr>
                                      <p:tavLst>
                                        <p:tav tm="0" fmla="#ppt_w*sin(2.5*pi*$)">
                                          <p:val>
                                            <p:fltVal val="0"/>
                                          </p:val>
                                        </p:tav>
                                        <p:tav tm="100000">
                                          <p:val>
                                            <p:fltVal val="1"/>
                                          </p:val>
                                        </p:tav>
                                      </p:tavLst>
                                    </p:anim>
                                    <p:anim calcmode="lin" valueType="num">
                                      <p:cBhvr>
                                        <p:cTn id="41" dur="750" fill="hold"/>
                                        <p:tgtEl>
                                          <p:spTgt spid="16"/>
                                        </p:tgtEl>
                                        <p:attrNameLst>
                                          <p:attrName>ppt_h</p:attrName>
                                        </p:attrNameLst>
                                      </p:cBhvr>
                                      <p:tavLst>
                                        <p:tav tm="0">
                                          <p:val>
                                            <p:strVal val="#ppt_h"/>
                                          </p:val>
                                        </p:tav>
                                        <p:tav tm="100000">
                                          <p:val>
                                            <p:strVal val="#ppt_h"/>
                                          </p:val>
                                        </p:tav>
                                      </p:tavLst>
                                    </p:anim>
                                  </p:childTnLst>
                                </p:cTn>
                              </p:par>
                              <p:par>
                                <p:cTn id="42" presetID="45" presetClass="entr" presetSubtype="0" fill="hold" grpId="1"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750"/>
                                        <p:tgtEl>
                                          <p:spTgt spid="19"/>
                                        </p:tgtEl>
                                      </p:cBhvr>
                                    </p:animEffect>
                                    <p:anim calcmode="lin" valueType="num">
                                      <p:cBhvr>
                                        <p:cTn id="45" dur="750" fill="hold"/>
                                        <p:tgtEl>
                                          <p:spTgt spid="19"/>
                                        </p:tgtEl>
                                        <p:attrNameLst>
                                          <p:attrName>ppt_w</p:attrName>
                                        </p:attrNameLst>
                                      </p:cBhvr>
                                      <p:tavLst>
                                        <p:tav tm="0" fmla="#ppt_w*sin(2.5*pi*$)">
                                          <p:val>
                                            <p:fltVal val="0"/>
                                          </p:val>
                                        </p:tav>
                                        <p:tav tm="100000">
                                          <p:val>
                                            <p:fltVal val="1"/>
                                          </p:val>
                                        </p:tav>
                                      </p:tavLst>
                                    </p:anim>
                                    <p:anim calcmode="lin" valueType="num">
                                      <p:cBhvr>
                                        <p:cTn id="46" dur="750" fill="hold"/>
                                        <p:tgtEl>
                                          <p:spTgt spid="19"/>
                                        </p:tgtEl>
                                        <p:attrNameLst>
                                          <p:attrName>ppt_h</p:attrName>
                                        </p:attrNameLst>
                                      </p:cBhvr>
                                      <p:tavLst>
                                        <p:tav tm="0">
                                          <p:val>
                                            <p:strVal val="#ppt_h"/>
                                          </p:val>
                                        </p:tav>
                                        <p:tav tm="100000">
                                          <p:val>
                                            <p:strVal val="#ppt_h"/>
                                          </p:val>
                                        </p:tav>
                                      </p:tavLst>
                                    </p:anim>
                                  </p:childTnLst>
                                </p:cTn>
                              </p:par>
                              <p:par>
                                <p:cTn id="47" presetID="45" presetClass="entr" presetSubtype="0" fill="hold" grpId="1" nodeType="with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750"/>
                                        <p:tgtEl>
                                          <p:spTgt spid="20"/>
                                        </p:tgtEl>
                                      </p:cBhvr>
                                    </p:animEffect>
                                    <p:anim calcmode="lin" valueType="num">
                                      <p:cBhvr>
                                        <p:cTn id="50" dur="750" fill="hold"/>
                                        <p:tgtEl>
                                          <p:spTgt spid="20"/>
                                        </p:tgtEl>
                                        <p:attrNameLst>
                                          <p:attrName>ppt_w</p:attrName>
                                        </p:attrNameLst>
                                      </p:cBhvr>
                                      <p:tavLst>
                                        <p:tav tm="0" fmla="#ppt_w*sin(2.5*pi*$)">
                                          <p:val>
                                            <p:fltVal val="0"/>
                                          </p:val>
                                        </p:tav>
                                        <p:tav tm="100000">
                                          <p:val>
                                            <p:fltVal val="1"/>
                                          </p:val>
                                        </p:tav>
                                      </p:tavLst>
                                    </p:anim>
                                    <p:anim calcmode="lin" valueType="num">
                                      <p:cBhvr>
                                        <p:cTn id="51" dur="750" fill="hold"/>
                                        <p:tgtEl>
                                          <p:spTgt spid="20"/>
                                        </p:tgtEl>
                                        <p:attrNameLst>
                                          <p:attrName>ppt_h</p:attrName>
                                        </p:attrNameLst>
                                      </p:cBhvr>
                                      <p:tavLst>
                                        <p:tav tm="0">
                                          <p:val>
                                            <p:strVal val="#ppt_h"/>
                                          </p:val>
                                        </p:tav>
                                        <p:tav tm="100000">
                                          <p:val>
                                            <p:strVal val="#ppt_h"/>
                                          </p:val>
                                        </p:tav>
                                      </p:tavLst>
                                    </p:anim>
                                  </p:childTnLst>
                                </p:cTn>
                              </p:par>
                              <p:par>
                                <p:cTn id="52" presetID="45" presetClass="entr" presetSubtype="0" fill="hold" grpId="1"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750"/>
                                        <p:tgtEl>
                                          <p:spTgt spid="21"/>
                                        </p:tgtEl>
                                      </p:cBhvr>
                                    </p:animEffect>
                                    <p:anim calcmode="lin" valueType="num">
                                      <p:cBhvr>
                                        <p:cTn id="55" dur="750" fill="hold"/>
                                        <p:tgtEl>
                                          <p:spTgt spid="21"/>
                                        </p:tgtEl>
                                        <p:attrNameLst>
                                          <p:attrName>ppt_w</p:attrName>
                                        </p:attrNameLst>
                                      </p:cBhvr>
                                      <p:tavLst>
                                        <p:tav tm="0" fmla="#ppt_w*sin(2.5*pi*$)">
                                          <p:val>
                                            <p:fltVal val="0"/>
                                          </p:val>
                                        </p:tav>
                                        <p:tav tm="100000">
                                          <p:val>
                                            <p:fltVal val="1"/>
                                          </p:val>
                                        </p:tav>
                                      </p:tavLst>
                                    </p:anim>
                                    <p:anim calcmode="lin" valueType="num">
                                      <p:cBhvr>
                                        <p:cTn id="56" dur="750" fill="hold"/>
                                        <p:tgtEl>
                                          <p:spTgt spid="21"/>
                                        </p:tgtEl>
                                        <p:attrNameLst>
                                          <p:attrName>ppt_h</p:attrName>
                                        </p:attrNameLst>
                                      </p:cBhvr>
                                      <p:tavLst>
                                        <p:tav tm="0">
                                          <p:val>
                                            <p:strVal val="#ppt_h"/>
                                          </p:val>
                                        </p:tav>
                                        <p:tav tm="100000">
                                          <p:val>
                                            <p:strVal val="#ppt_h"/>
                                          </p:val>
                                        </p:tav>
                                      </p:tavLst>
                                    </p:anim>
                                  </p:childTnLst>
                                </p:cTn>
                              </p:par>
                              <p:par>
                                <p:cTn id="57" presetID="45" presetClass="entr" presetSubtype="0" fill="hold" grpId="1"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750"/>
                                        <p:tgtEl>
                                          <p:spTgt spid="22"/>
                                        </p:tgtEl>
                                      </p:cBhvr>
                                    </p:animEffect>
                                    <p:anim calcmode="lin" valueType="num">
                                      <p:cBhvr>
                                        <p:cTn id="60" dur="750" fill="hold"/>
                                        <p:tgtEl>
                                          <p:spTgt spid="22"/>
                                        </p:tgtEl>
                                        <p:attrNameLst>
                                          <p:attrName>ppt_w</p:attrName>
                                        </p:attrNameLst>
                                      </p:cBhvr>
                                      <p:tavLst>
                                        <p:tav tm="0" fmla="#ppt_w*sin(2.5*pi*$)">
                                          <p:val>
                                            <p:fltVal val="0"/>
                                          </p:val>
                                        </p:tav>
                                        <p:tav tm="100000">
                                          <p:val>
                                            <p:fltVal val="1"/>
                                          </p:val>
                                        </p:tav>
                                      </p:tavLst>
                                    </p:anim>
                                    <p:anim calcmode="lin" valueType="num">
                                      <p:cBhvr>
                                        <p:cTn id="61" dur="750" fill="hold"/>
                                        <p:tgtEl>
                                          <p:spTgt spid="22"/>
                                        </p:tgtEl>
                                        <p:attrNameLst>
                                          <p:attrName>ppt_h</p:attrName>
                                        </p:attrNameLst>
                                      </p:cBhvr>
                                      <p:tavLst>
                                        <p:tav tm="0">
                                          <p:val>
                                            <p:strVal val="#ppt_h"/>
                                          </p:val>
                                        </p:tav>
                                        <p:tav tm="100000">
                                          <p:val>
                                            <p:strVal val="#ppt_h"/>
                                          </p:val>
                                        </p:tav>
                                      </p:tavLst>
                                    </p:anim>
                                  </p:childTnLst>
                                </p:cTn>
                              </p:par>
                              <p:par>
                                <p:cTn id="62" presetID="45" presetClass="entr" presetSubtype="0" fill="hold" grpId="1"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750"/>
                                        <p:tgtEl>
                                          <p:spTgt spid="23"/>
                                        </p:tgtEl>
                                      </p:cBhvr>
                                    </p:animEffect>
                                    <p:anim calcmode="lin" valueType="num">
                                      <p:cBhvr>
                                        <p:cTn id="65" dur="750" fill="hold"/>
                                        <p:tgtEl>
                                          <p:spTgt spid="23"/>
                                        </p:tgtEl>
                                        <p:attrNameLst>
                                          <p:attrName>ppt_w</p:attrName>
                                        </p:attrNameLst>
                                      </p:cBhvr>
                                      <p:tavLst>
                                        <p:tav tm="0" fmla="#ppt_w*sin(2.5*pi*$)">
                                          <p:val>
                                            <p:fltVal val="0"/>
                                          </p:val>
                                        </p:tav>
                                        <p:tav tm="100000">
                                          <p:val>
                                            <p:fltVal val="1"/>
                                          </p:val>
                                        </p:tav>
                                      </p:tavLst>
                                    </p:anim>
                                    <p:anim calcmode="lin" valueType="num">
                                      <p:cBhvr>
                                        <p:cTn id="66" dur="750" fill="hold"/>
                                        <p:tgtEl>
                                          <p:spTgt spid="23"/>
                                        </p:tgtEl>
                                        <p:attrNameLst>
                                          <p:attrName>ppt_h</p:attrName>
                                        </p:attrNameLst>
                                      </p:cBhvr>
                                      <p:tavLst>
                                        <p:tav tm="0">
                                          <p:val>
                                            <p:strVal val="#ppt_h"/>
                                          </p:val>
                                        </p:tav>
                                        <p:tav tm="100000">
                                          <p:val>
                                            <p:strVal val="#ppt_h"/>
                                          </p:val>
                                        </p:tav>
                                      </p:tavLst>
                                    </p:anim>
                                  </p:childTnLst>
                                </p:cTn>
                              </p:par>
                              <p:par>
                                <p:cTn id="67" presetID="45" presetClass="entr" presetSubtype="0" fill="hold" grpId="1"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750"/>
                                        <p:tgtEl>
                                          <p:spTgt spid="24"/>
                                        </p:tgtEl>
                                      </p:cBhvr>
                                    </p:animEffect>
                                    <p:anim calcmode="lin" valueType="num">
                                      <p:cBhvr>
                                        <p:cTn id="70" dur="750" fill="hold"/>
                                        <p:tgtEl>
                                          <p:spTgt spid="24"/>
                                        </p:tgtEl>
                                        <p:attrNameLst>
                                          <p:attrName>ppt_w</p:attrName>
                                        </p:attrNameLst>
                                      </p:cBhvr>
                                      <p:tavLst>
                                        <p:tav tm="0" fmla="#ppt_w*sin(2.5*pi*$)">
                                          <p:val>
                                            <p:fltVal val="0"/>
                                          </p:val>
                                        </p:tav>
                                        <p:tav tm="100000">
                                          <p:val>
                                            <p:fltVal val="1"/>
                                          </p:val>
                                        </p:tav>
                                      </p:tavLst>
                                    </p:anim>
                                    <p:anim calcmode="lin" valueType="num">
                                      <p:cBhvr>
                                        <p:cTn id="71" dur="750" fill="hold"/>
                                        <p:tgtEl>
                                          <p:spTgt spid="24"/>
                                        </p:tgtEl>
                                        <p:attrNameLst>
                                          <p:attrName>ppt_h</p:attrName>
                                        </p:attrNameLst>
                                      </p:cBhvr>
                                      <p:tavLst>
                                        <p:tav tm="0">
                                          <p:val>
                                            <p:strVal val="#ppt_h"/>
                                          </p:val>
                                        </p:tav>
                                        <p:tav tm="100000">
                                          <p:val>
                                            <p:strVal val="#ppt_h"/>
                                          </p:val>
                                        </p:tav>
                                      </p:tavLst>
                                    </p:anim>
                                  </p:childTnLst>
                                </p:cTn>
                              </p:par>
                              <p:par>
                                <p:cTn id="72" presetID="45" presetClass="entr" presetSubtype="0" fill="hold" grpId="1" nodeType="with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750"/>
                                        <p:tgtEl>
                                          <p:spTgt spid="27"/>
                                        </p:tgtEl>
                                      </p:cBhvr>
                                    </p:animEffect>
                                    <p:anim calcmode="lin" valueType="num">
                                      <p:cBhvr>
                                        <p:cTn id="75" dur="750" fill="hold"/>
                                        <p:tgtEl>
                                          <p:spTgt spid="27"/>
                                        </p:tgtEl>
                                        <p:attrNameLst>
                                          <p:attrName>ppt_w</p:attrName>
                                        </p:attrNameLst>
                                      </p:cBhvr>
                                      <p:tavLst>
                                        <p:tav tm="0" fmla="#ppt_w*sin(2.5*pi*$)">
                                          <p:val>
                                            <p:fltVal val="0"/>
                                          </p:val>
                                        </p:tav>
                                        <p:tav tm="100000">
                                          <p:val>
                                            <p:fltVal val="1"/>
                                          </p:val>
                                        </p:tav>
                                      </p:tavLst>
                                    </p:anim>
                                    <p:anim calcmode="lin" valueType="num">
                                      <p:cBhvr>
                                        <p:cTn id="76" dur="750" fill="hold"/>
                                        <p:tgtEl>
                                          <p:spTgt spid="27"/>
                                        </p:tgtEl>
                                        <p:attrNameLst>
                                          <p:attrName>ppt_h</p:attrName>
                                        </p:attrNameLst>
                                      </p:cBhvr>
                                      <p:tavLst>
                                        <p:tav tm="0">
                                          <p:val>
                                            <p:strVal val="#ppt_h"/>
                                          </p:val>
                                        </p:tav>
                                        <p:tav tm="100000">
                                          <p:val>
                                            <p:strVal val="#ppt_h"/>
                                          </p:val>
                                        </p:tav>
                                      </p:tavLst>
                                    </p:anim>
                                  </p:childTnLst>
                                </p:cTn>
                              </p:par>
                              <p:par>
                                <p:cTn id="77" presetID="45" presetClass="entr" presetSubtype="0" fill="hold" grpId="1" nodeType="withEffect">
                                  <p:stCondLst>
                                    <p:cond delay="0"/>
                                  </p:stCondLst>
                                  <p:childTnLst>
                                    <p:set>
                                      <p:cBhvr>
                                        <p:cTn id="78" dur="1" fill="hold">
                                          <p:stCondLst>
                                            <p:cond delay="0"/>
                                          </p:stCondLst>
                                        </p:cTn>
                                        <p:tgtEl>
                                          <p:spTgt spid="28"/>
                                        </p:tgtEl>
                                        <p:attrNameLst>
                                          <p:attrName>style.visibility</p:attrName>
                                        </p:attrNameLst>
                                      </p:cBhvr>
                                      <p:to>
                                        <p:strVal val="visible"/>
                                      </p:to>
                                    </p:set>
                                    <p:animEffect transition="in" filter="fade">
                                      <p:cBhvr>
                                        <p:cTn id="79" dur="750"/>
                                        <p:tgtEl>
                                          <p:spTgt spid="28"/>
                                        </p:tgtEl>
                                      </p:cBhvr>
                                    </p:animEffect>
                                    <p:anim calcmode="lin" valueType="num">
                                      <p:cBhvr>
                                        <p:cTn id="80" dur="750" fill="hold"/>
                                        <p:tgtEl>
                                          <p:spTgt spid="28"/>
                                        </p:tgtEl>
                                        <p:attrNameLst>
                                          <p:attrName>ppt_w</p:attrName>
                                        </p:attrNameLst>
                                      </p:cBhvr>
                                      <p:tavLst>
                                        <p:tav tm="0" fmla="#ppt_w*sin(2.5*pi*$)">
                                          <p:val>
                                            <p:fltVal val="0"/>
                                          </p:val>
                                        </p:tav>
                                        <p:tav tm="100000">
                                          <p:val>
                                            <p:fltVal val="1"/>
                                          </p:val>
                                        </p:tav>
                                      </p:tavLst>
                                    </p:anim>
                                    <p:anim calcmode="lin" valueType="num">
                                      <p:cBhvr>
                                        <p:cTn id="81" dur="750" fill="hold"/>
                                        <p:tgtEl>
                                          <p:spTgt spid="28"/>
                                        </p:tgtEl>
                                        <p:attrNameLst>
                                          <p:attrName>ppt_h</p:attrName>
                                        </p:attrNameLst>
                                      </p:cBhvr>
                                      <p:tavLst>
                                        <p:tav tm="0">
                                          <p:val>
                                            <p:strVal val="#ppt_h"/>
                                          </p:val>
                                        </p:tav>
                                        <p:tav tm="100000">
                                          <p:val>
                                            <p:strVal val="#ppt_h"/>
                                          </p:val>
                                        </p:tav>
                                      </p:tavLst>
                                    </p:anim>
                                  </p:childTnLst>
                                </p:cTn>
                              </p:par>
                              <p:par>
                                <p:cTn id="82" presetID="45" presetClass="entr" presetSubtype="0" fill="hold" grpId="1"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750"/>
                                        <p:tgtEl>
                                          <p:spTgt spid="29"/>
                                        </p:tgtEl>
                                      </p:cBhvr>
                                    </p:animEffect>
                                    <p:anim calcmode="lin" valueType="num">
                                      <p:cBhvr>
                                        <p:cTn id="85" dur="750" fill="hold"/>
                                        <p:tgtEl>
                                          <p:spTgt spid="29"/>
                                        </p:tgtEl>
                                        <p:attrNameLst>
                                          <p:attrName>ppt_w</p:attrName>
                                        </p:attrNameLst>
                                      </p:cBhvr>
                                      <p:tavLst>
                                        <p:tav tm="0" fmla="#ppt_w*sin(2.5*pi*$)">
                                          <p:val>
                                            <p:fltVal val="0"/>
                                          </p:val>
                                        </p:tav>
                                        <p:tav tm="100000">
                                          <p:val>
                                            <p:fltVal val="1"/>
                                          </p:val>
                                        </p:tav>
                                      </p:tavLst>
                                    </p:anim>
                                    <p:anim calcmode="lin" valueType="num">
                                      <p:cBhvr>
                                        <p:cTn id="86" dur="750" fill="hold"/>
                                        <p:tgtEl>
                                          <p:spTgt spid="29"/>
                                        </p:tgtEl>
                                        <p:attrNameLst>
                                          <p:attrName>ppt_h</p:attrName>
                                        </p:attrNameLst>
                                      </p:cBhvr>
                                      <p:tavLst>
                                        <p:tav tm="0">
                                          <p:val>
                                            <p:strVal val="#ppt_h"/>
                                          </p:val>
                                        </p:tav>
                                        <p:tav tm="100000">
                                          <p:val>
                                            <p:strVal val="#ppt_h"/>
                                          </p:val>
                                        </p:tav>
                                      </p:tavLst>
                                    </p:anim>
                                  </p:childTnLst>
                                </p:cTn>
                              </p:par>
                              <p:par>
                                <p:cTn id="87" presetID="1" presetClass="entr" presetSubtype="0" fill="hold" nodeType="withEffect">
                                  <p:stCondLst>
                                    <p:cond delay="0"/>
                                  </p:stCondLst>
                                  <p:childTnLst>
                                    <p:set>
                                      <p:cBhvr>
                                        <p:cTn id="88" dur="1" fill="hold">
                                          <p:stCondLst>
                                            <p:cond delay="0"/>
                                          </p:stCondLst>
                                        </p:cTn>
                                        <p:tgtEl>
                                          <p:spTgt spid="36"/>
                                        </p:tgtEl>
                                        <p:attrNameLst>
                                          <p:attrName>style.visibility</p:attrName>
                                        </p:attrNameLst>
                                      </p:cBhvr>
                                      <p:to>
                                        <p:strVal val="visible"/>
                                      </p:to>
                                    </p:set>
                                  </p:childTnLst>
                                </p:cTn>
                              </p:par>
                              <p:par>
                                <p:cTn id="89" presetID="1" presetClass="emph" presetSubtype="2" fill="hold" nodeType="withEffect">
                                  <p:stCondLst>
                                    <p:cond delay="0"/>
                                  </p:stCondLst>
                                  <p:childTnLst>
                                    <p:animClr clrSpc="rgb" dir="cw">
                                      <p:cBhvr>
                                        <p:cTn id="90" dur="750" fill="hold"/>
                                        <p:tgtEl>
                                          <p:spTgt spid="15"/>
                                        </p:tgtEl>
                                        <p:attrNameLst>
                                          <p:attrName>fillcolor</p:attrName>
                                        </p:attrNameLst>
                                      </p:cBhvr>
                                      <p:to>
                                        <a:srgbClr val="86C157"/>
                                      </p:to>
                                    </p:animClr>
                                    <p:set>
                                      <p:cBhvr>
                                        <p:cTn id="91" dur="750" fill="hold"/>
                                        <p:tgtEl>
                                          <p:spTgt spid="15"/>
                                        </p:tgtEl>
                                        <p:attrNameLst>
                                          <p:attrName>fill.type</p:attrName>
                                        </p:attrNameLst>
                                      </p:cBhvr>
                                      <p:to>
                                        <p:strVal val="solid"/>
                                      </p:to>
                                    </p:set>
                                    <p:set>
                                      <p:cBhvr>
                                        <p:cTn id="92" dur="750" fill="hold"/>
                                        <p:tgtEl>
                                          <p:spTgt spid="15"/>
                                        </p:tgtEl>
                                        <p:attrNameLst>
                                          <p:attrName>fill.on</p:attrName>
                                        </p:attrNameLst>
                                      </p:cBhvr>
                                      <p:to>
                                        <p:strVal val="true"/>
                                      </p:to>
                                    </p:set>
                                  </p:childTnLst>
                                </p:cTn>
                              </p:par>
                              <p:par>
                                <p:cTn id="93" presetID="1" presetClass="emph" presetSubtype="2" fill="hold" nodeType="withEffect">
                                  <p:stCondLst>
                                    <p:cond delay="0"/>
                                  </p:stCondLst>
                                  <p:childTnLst>
                                    <p:animClr clrSpc="rgb" dir="cw">
                                      <p:cBhvr>
                                        <p:cTn id="94" dur="750" fill="hold"/>
                                        <p:tgtEl>
                                          <p:spTgt spid="16"/>
                                        </p:tgtEl>
                                        <p:attrNameLst>
                                          <p:attrName>fillcolor</p:attrName>
                                        </p:attrNameLst>
                                      </p:cBhvr>
                                      <p:to>
                                        <a:srgbClr val="86C157"/>
                                      </p:to>
                                    </p:animClr>
                                    <p:set>
                                      <p:cBhvr>
                                        <p:cTn id="95" dur="750" fill="hold"/>
                                        <p:tgtEl>
                                          <p:spTgt spid="16"/>
                                        </p:tgtEl>
                                        <p:attrNameLst>
                                          <p:attrName>fill.type</p:attrName>
                                        </p:attrNameLst>
                                      </p:cBhvr>
                                      <p:to>
                                        <p:strVal val="solid"/>
                                      </p:to>
                                    </p:set>
                                    <p:set>
                                      <p:cBhvr>
                                        <p:cTn id="96" dur="750" fill="hold"/>
                                        <p:tgtEl>
                                          <p:spTgt spid="16"/>
                                        </p:tgtEl>
                                        <p:attrNameLst>
                                          <p:attrName>fill.on</p:attrName>
                                        </p:attrNameLst>
                                      </p:cBhvr>
                                      <p:to>
                                        <p:strVal val="true"/>
                                      </p:to>
                                    </p:set>
                                  </p:childTnLst>
                                </p:cTn>
                              </p:par>
                              <p:par>
                                <p:cTn id="97" presetID="1" presetClass="emph" presetSubtype="2" fill="hold" nodeType="withEffect">
                                  <p:stCondLst>
                                    <p:cond delay="0"/>
                                  </p:stCondLst>
                                  <p:childTnLst>
                                    <p:animClr clrSpc="rgb" dir="cw">
                                      <p:cBhvr>
                                        <p:cTn id="98" dur="750" fill="hold"/>
                                        <p:tgtEl>
                                          <p:spTgt spid="19"/>
                                        </p:tgtEl>
                                        <p:attrNameLst>
                                          <p:attrName>fillcolor</p:attrName>
                                        </p:attrNameLst>
                                      </p:cBhvr>
                                      <p:to>
                                        <a:srgbClr val="86C157"/>
                                      </p:to>
                                    </p:animClr>
                                    <p:set>
                                      <p:cBhvr>
                                        <p:cTn id="99" dur="750" fill="hold"/>
                                        <p:tgtEl>
                                          <p:spTgt spid="19"/>
                                        </p:tgtEl>
                                        <p:attrNameLst>
                                          <p:attrName>fill.type</p:attrName>
                                        </p:attrNameLst>
                                      </p:cBhvr>
                                      <p:to>
                                        <p:strVal val="solid"/>
                                      </p:to>
                                    </p:set>
                                    <p:set>
                                      <p:cBhvr>
                                        <p:cTn id="100" dur="750" fill="hold"/>
                                        <p:tgtEl>
                                          <p:spTgt spid="19"/>
                                        </p:tgtEl>
                                        <p:attrNameLst>
                                          <p:attrName>fill.on</p:attrName>
                                        </p:attrNameLst>
                                      </p:cBhvr>
                                      <p:to>
                                        <p:strVal val="true"/>
                                      </p:to>
                                    </p:set>
                                  </p:childTnLst>
                                </p:cTn>
                              </p:par>
                              <p:par>
                                <p:cTn id="101" presetID="1" presetClass="emph" presetSubtype="2" fill="hold" nodeType="withEffect">
                                  <p:stCondLst>
                                    <p:cond delay="0"/>
                                  </p:stCondLst>
                                  <p:childTnLst>
                                    <p:animClr clrSpc="rgb" dir="cw">
                                      <p:cBhvr>
                                        <p:cTn id="102" dur="750" fill="hold"/>
                                        <p:tgtEl>
                                          <p:spTgt spid="20"/>
                                        </p:tgtEl>
                                        <p:attrNameLst>
                                          <p:attrName>fillcolor</p:attrName>
                                        </p:attrNameLst>
                                      </p:cBhvr>
                                      <p:to>
                                        <a:srgbClr val="86C157"/>
                                      </p:to>
                                    </p:animClr>
                                    <p:set>
                                      <p:cBhvr>
                                        <p:cTn id="103" dur="750" fill="hold"/>
                                        <p:tgtEl>
                                          <p:spTgt spid="20"/>
                                        </p:tgtEl>
                                        <p:attrNameLst>
                                          <p:attrName>fill.type</p:attrName>
                                        </p:attrNameLst>
                                      </p:cBhvr>
                                      <p:to>
                                        <p:strVal val="solid"/>
                                      </p:to>
                                    </p:set>
                                    <p:set>
                                      <p:cBhvr>
                                        <p:cTn id="104" dur="750" fill="hold"/>
                                        <p:tgtEl>
                                          <p:spTgt spid="20"/>
                                        </p:tgtEl>
                                        <p:attrNameLst>
                                          <p:attrName>fill.on</p:attrName>
                                        </p:attrNameLst>
                                      </p:cBhvr>
                                      <p:to>
                                        <p:strVal val="true"/>
                                      </p:to>
                                    </p:set>
                                  </p:childTnLst>
                                </p:cTn>
                              </p:par>
                              <p:par>
                                <p:cTn id="105" presetID="1" presetClass="emph" presetSubtype="2" fill="hold" nodeType="withEffect">
                                  <p:stCondLst>
                                    <p:cond delay="0"/>
                                  </p:stCondLst>
                                  <p:childTnLst>
                                    <p:animClr clrSpc="rgb" dir="cw">
                                      <p:cBhvr>
                                        <p:cTn id="106" dur="750" fill="hold"/>
                                        <p:tgtEl>
                                          <p:spTgt spid="21"/>
                                        </p:tgtEl>
                                        <p:attrNameLst>
                                          <p:attrName>fillcolor</p:attrName>
                                        </p:attrNameLst>
                                      </p:cBhvr>
                                      <p:to>
                                        <a:srgbClr val="86C157"/>
                                      </p:to>
                                    </p:animClr>
                                    <p:set>
                                      <p:cBhvr>
                                        <p:cTn id="107" dur="750" fill="hold"/>
                                        <p:tgtEl>
                                          <p:spTgt spid="21"/>
                                        </p:tgtEl>
                                        <p:attrNameLst>
                                          <p:attrName>fill.type</p:attrName>
                                        </p:attrNameLst>
                                      </p:cBhvr>
                                      <p:to>
                                        <p:strVal val="solid"/>
                                      </p:to>
                                    </p:set>
                                    <p:set>
                                      <p:cBhvr>
                                        <p:cTn id="108" dur="750" fill="hold"/>
                                        <p:tgtEl>
                                          <p:spTgt spid="21"/>
                                        </p:tgtEl>
                                        <p:attrNameLst>
                                          <p:attrName>fill.on</p:attrName>
                                        </p:attrNameLst>
                                      </p:cBhvr>
                                      <p:to>
                                        <p:strVal val="true"/>
                                      </p:to>
                                    </p:set>
                                  </p:childTnLst>
                                </p:cTn>
                              </p:par>
                              <p:par>
                                <p:cTn id="109" presetID="1" presetClass="emph" presetSubtype="2" fill="hold" nodeType="withEffect">
                                  <p:stCondLst>
                                    <p:cond delay="0"/>
                                  </p:stCondLst>
                                  <p:childTnLst>
                                    <p:animClr clrSpc="rgb" dir="cw">
                                      <p:cBhvr>
                                        <p:cTn id="110" dur="750" fill="hold"/>
                                        <p:tgtEl>
                                          <p:spTgt spid="22"/>
                                        </p:tgtEl>
                                        <p:attrNameLst>
                                          <p:attrName>fillcolor</p:attrName>
                                        </p:attrNameLst>
                                      </p:cBhvr>
                                      <p:to>
                                        <a:srgbClr val="86C157"/>
                                      </p:to>
                                    </p:animClr>
                                    <p:set>
                                      <p:cBhvr>
                                        <p:cTn id="111" dur="750" fill="hold"/>
                                        <p:tgtEl>
                                          <p:spTgt spid="22"/>
                                        </p:tgtEl>
                                        <p:attrNameLst>
                                          <p:attrName>fill.type</p:attrName>
                                        </p:attrNameLst>
                                      </p:cBhvr>
                                      <p:to>
                                        <p:strVal val="solid"/>
                                      </p:to>
                                    </p:set>
                                    <p:set>
                                      <p:cBhvr>
                                        <p:cTn id="112" dur="750" fill="hold"/>
                                        <p:tgtEl>
                                          <p:spTgt spid="22"/>
                                        </p:tgtEl>
                                        <p:attrNameLst>
                                          <p:attrName>fill.on</p:attrName>
                                        </p:attrNameLst>
                                      </p:cBhvr>
                                      <p:to>
                                        <p:strVal val="true"/>
                                      </p:to>
                                    </p:set>
                                  </p:childTnLst>
                                </p:cTn>
                              </p:par>
                              <p:par>
                                <p:cTn id="113" presetID="1" presetClass="emph" presetSubtype="2" fill="hold" nodeType="withEffect">
                                  <p:stCondLst>
                                    <p:cond delay="0"/>
                                  </p:stCondLst>
                                  <p:childTnLst>
                                    <p:animClr clrSpc="rgb" dir="cw">
                                      <p:cBhvr>
                                        <p:cTn id="114" dur="750" fill="hold"/>
                                        <p:tgtEl>
                                          <p:spTgt spid="23"/>
                                        </p:tgtEl>
                                        <p:attrNameLst>
                                          <p:attrName>fillcolor</p:attrName>
                                        </p:attrNameLst>
                                      </p:cBhvr>
                                      <p:to>
                                        <a:srgbClr val="86C157"/>
                                      </p:to>
                                    </p:animClr>
                                    <p:set>
                                      <p:cBhvr>
                                        <p:cTn id="115" dur="750" fill="hold"/>
                                        <p:tgtEl>
                                          <p:spTgt spid="23"/>
                                        </p:tgtEl>
                                        <p:attrNameLst>
                                          <p:attrName>fill.type</p:attrName>
                                        </p:attrNameLst>
                                      </p:cBhvr>
                                      <p:to>
                                        <p:strVal val="solid"/>
                                      </p:to>
                                    </p:set>
                                    <p:set>
                                      <p:cBhvr>
                                        <p:cTn id="116" dur="750" fill="hold"/>
                                        <p:tgtEl>
                                          <p:spTgt spid="23"/>
                                        </p:tgtEl>
                                        <p:attrNameLst>
                                          <p:attrName>fill.on</p:attrName>
                                        </p:attrNameLst>
                                      </p:cBhvr>
                                      <p:to>
                                        <p:strVal val="true"/>
                                      </p:to>
                                    </p:set>
                                  </p:childTnLst>
                                </p:cTn>
                              </p:par>
                              <p:par>
                                <p:cTn id="117" presetID="1" presetClass="emph" presetSubtype="2" fill="hold" nodeType="withEffect">
                                  <p:stCondLst>
                                    <p:cond delay="0"/>
                                  </p:stCondLst>
                                  <p:childTnLst>
                                    <p:animClr clrSpc="rgb" dir="cw">
                                      <p:cBhvr>
                                        <p:cTn id="118" dur="750" fill="hold"/>
                                        <p:tgtEl>
                                          <p:spTgt spid="24"/>
                                        </p:tgtEl>
                                        <p:attrNameLst>
                                          <p:attrName>fillcolor</p:attrName>
                                        </p:attrNameLst>
                                      </p:cBhvr>
                                      <p:to>
                                        <a:srgbClr val="86C157"/>
                                      </p:to>
                                    </p:animClr>
                                    <p:set>
                                      <p:cBhvr>
                                        <p:cTn id="119" dur="750" fill="hold"/>
                                        <p:tgtEl>
                                          <p:spTgt spid="24"/>
                                        </p:tgtEl>
                                        <p:attrNameLst>
                                          <p:attrName>fill.type</p:attrName>
                                        </p:attrNameLst>
                                      </p:cBhvr>
                                      <p:to>
                                        <p:strVal val="solid"/>
                                      </p:to>
                                    </p:set>
                                    <p:set>
                                      <p:cBhvr>
                                        <p:cTn id="120" dur="750" fill="hold"/>
                                        <p:tgtEl>
                                          <p:spTgt spid="24"/>
                                        </p:tgtEl>
                                        <p:attrNameLst>
                                          <p:attrName>fill.on</p:attrName>
                                        </p:attrNameLst>
                                      </p:cBhvr>
                                      <p:to>
                                        <p:strVal val="true"/>
                                      </p:to>
                                    </p:set>
                                  </p:childTnLst>
                                </p:cTn>
                              </p:par>
                              <p:par>
                                <p:cTn id="121" presetID="1" presetClass="emph" presetSubtype="2" fill="hold" nodeType="withEffect">
                                  <p:stCondLst>
                                    <p:cond delay="0"/>
                                  </p:stCondLst>
                                  <p:childTnLst>
                                    <p:animClr clrSpc="rgb" dir="cw">
                                      <p:cBhvr>
                                        <p:cTn id="122" dur="750" fill="hold"/>
                                        <p:tgtEl>
                                          <p:spTgt spid="27"/>
                                        </p:tgtEl>
                                        <p:attrNameLst>
                                          <p:attrName>fillcolor</p:attrName>
                                        </p:attrNameLst>
                                      </p:cBhvr>
                                      <p:to>
                                        <a:srgbClr val="86C157"/>
                                      </p:to>
                                    </p:animClr>
                                    <p:set>
                                      <p:cBhvr>
                                        <p:cTn id="123" dur="750" fill="hold"/>
                                        <p:tgtEl>
                                          <p:spTgt spid="27"/>
                                        </p:tgtEl>
                                        <p:attrNameLst>
                                          <p:attrName>fill.type</p:attrName>
                                        </p:attrNameLst>
                                      </p:cBhvr>
                                      <p:to>
                                        <p:strVal val="solid"/>
                                      </p:to>
                                    </p:set>
                                    <p:set>
                                      <p:cBhvr>
                                        <p:cTn id="124" dur="750" fill="hold"/>
                                        <p:tgtEl>
                                          <p:spTgt spid="27"/>
                                        </p:tgtEl>
                                        <p:attrNameLst>
                                          <p:attrName>fill.on</p:attrName>
                                        </p:attrNameLst>
                                      </p:cBhvr>
                                      <p:to>
                                        <p:strVal val="true"/>
                                      </p:to>
                                    </p:set>
                                  </p:childTnLst>
                                </p:cTn>
                              </p:par>
                              <p:par>
                                <p:cTn id="125" presetID="1" presetClass="emph" presetSubtype="2" fill="hold" nodeType="withEffect">
                                  <p:stCondLst>
                                    <p:cond delay="0"/>
                                  </p:stCondLst>
                                  <p:childTnLst>
                                    <p:animClr clrSpc="rgb" dir="cw">
                                      <p:cBhvr>
                                        <p:cTn id="126" dur="750" fill="hold"/>
                                        <p:tgtEl>
                                          <p:spTgt spid="28"/>
                                        </p:tgtEl>
                                        <p:attrNameLst>
                                          <p:attrName>fillcolor</p:attrName>
                                        </p:attrNameLst>
                                      </p:cBhvr>
                                      <p:to>
                                        <a:srgbClr val="86C157"/>
                                      </p:to>
                                    </p:animClr>
                                    <p:set>
                                      <p:cBhvr>
                                        <p:cTn id="127" dur="750" fill="hold"/>
                                        <p:tgtEl>
                                          <p:spTgt spid="28"/>
                                        </p:tgtEl>
                                        <p:attrNameLst>
                                          <p:attrName>fill.type</p:attrName>
                                        </p:attrNameLst>
                                      </p:cBhvr>
                                      <p:to>
                                        <p:strVal val="solid"/>
                                      </p:to>
                                    </p:set>
                                    <p:set>
                                      <p:cBhvr>
                                        <p:cTn id="128" dur="750" fill="hold"/>
                                        <p:tgtEl>
                                          <p:spTgt spid="28"/>
                                        </p:tgtEl>
                                        <p:attrNameLst>
                                          <p:attrName>fill.on</p:attrName>
                                        </p:attrNameLst>
                                      </p:cBhvr>
                                      <p:to>
                                        <p:strVal val="true"/>
                                      </p:to>
                                    </p:set>
                                  </p:childTnLst>
                                </p:cTn>
                              </p:par>
                              <p:par>
                                <p:cTn id="129" presetID="1" presetClass="emph" presetSubtype="2" fill="hold" nodeType="withEffect">
                                  <p:stCondLst>
                                    <p:cond delay="0"/>
                                  </p:stCondLst>
                                  <p:childTnLst>
                                    <p:animClr clrSpc="rgb" dir="cw">
                                      <p:cBhvr>
                                        <p:cTn id="130" dur="750" fill="hold"/>
                                        <p:tgtEl>
                                          <p:spTgt spid="29"/>
                                        </p:tgtEl>
                                        <p:attrNameLst>
                                          <p:attrName>fillcolor</p:attrName>
                                        </p:attrNameLst>
                                      </p:cBhvr>
                                      <p:to>
                                        <a:srgbClr val="86C157"/>
                                      </p:to>
                                    </p:animClr>
                                    <p:set>
                                      <p:cBhvr>
                                        <p:cTn id="131" dur="750" fill="hold"/>
                                        <p:tgtEl>
                                          <p:spTgt spid="29"/>
                                        </p:tgtEl>
                                        <p:attrNameLst>
                                          <p:attrName>fill.type</p:attrName>
                                        </p:attrNameLst>
                                      </p:cBhvr>
                                      <p:to>
                                        <p:strVal val="solid"/>
                                      </p:to>
                                    </p:set>
                                    <p:set>
                                      <p:cBhvr>
                                        <p:cTn id="132" dur="750" fill="hold"/>
                                        <p:tgtEl>
                                          <p:spTgt spid="29"/>
                                        </p:tgtEl>
                                        <p:attrNameLst>
                                          <p:attrName>fill.on</p:attrName>
                                        </p:attrNameLst>
                                      </p:cBhvr>
                                      <p:to>
                                        <p:strVal val="true"/>
                                      </p:to>
                                    </p:set>
                                  </p:childTnLst>
                                </p:cTn>
                              </p:par>
                              <p:par>
                                <p:cTn id="133" presetID="21" presetClass="emph" presetSubtype="0" fill="hold" grpId="0" nodeType="withEffect">
                                  <p:stCondLst>
                                    <p:cond delay="0"/>
                                  </p:stCondLst>
                                  <p:childTnLst>
                                    <p:animClr clrSpc="hsl" dir="cw">
                                      <p:cBhvr override="childStyle">
                                        <p:cTn id="134" dur="750" fill="hold"/>
                                        <p:tgtEl>
                                          <p:spTgt spid="5"/>
                                        </p:tgtEl>
                                        <p:attrNameLst>
                                          <p:attrName>style.color</p:attrName>
                                        </p:attrNameLst>
                                      </p:cBhvr>
                                      <p:by>
                                        <p:hsl h="7200000" s="0" l="0"/>
                                      </p:by>
                                    </p:animClr>
                                    <p:animClr clrSpc="hsl" dir="cw">
                                      <p:cBhvr>
                                        <p:cTn id="135" dur="750" fill="hold"/>
                                        <p:tgtEl>
                                          <p:spTgt spid="5"/>
                                        </p:tgtEl>
                                        <p:attrNameLst>
                                          <p:attrName>fillcolor</p:attrName>
                                        </p:attrNameLst>
                                      </p:cBhvr>
                                      <p:by>
                                        <p:hsl h="7200000" s="0" l="0"/>
                                      </p:by>
                                    </p:animClr>
                                    <p:animClr clrSpc="hsl" dir="cw">
                                      <p:cBhvr>
                                        <p:cTn id="136" dur="750" fill="hold"/>
                                        <p:tgtEl>
                                          <p:spTgt spid="5"/>
                                        </p:tgtEl>
                                        <p:attrNameLst>
                                          <p:attrName>stroke.color</p:attrName>
                                        </p:attrNameLst>
                                      </p:cBhvr>
                                      <p:by>
                                        <p:hsl h="7200000" s="0" l="0"/>
                                      </p:by>
                                    </p:animClr>
                                    <p:set>
                                      <p:cBhvr>
                                        <p:cTn id="137" dur="750" fill="hold"/>
                                        <p:tgtEl>
                                          <p:spTgt spid="5"/>
                                        </p:tgtEl>
                                        <p:attrNameLst>
                                          <p:attrName>fill.type</p:attrName>
                                        </p:attrNameLst>
                                      </p:cBhvr>
                                      <p:to>
                                        <p:strVal val="solid"/>
                                      </p:to>
                                    </p:set>
                                  </p:childTnLst>
                                </p:cTn>
                              </p:par>
                              <p:par>
                                <p:cTn id="138" presetID="21" presetClass="emph" presetSubtype="0" fill="hold" grpId="0" nodeType="withEffect">
                                  <p:stCondLst>
                                    <p:cond delay="0"/>
                                  </p:stCondLst>
                                  <p:childTnLst>
                                    <p:animClr clrSpc="hsl" dir="cw">
                                      <p:cBhvr override="childStyle">
                                        <p:cTn id="139" dur="750" fill="hold"/>
                                        <p:tgtEl>
                                          <p:spTgt spid="6"/>
                                        </p:tgtEl>
                                        <p:attrNameLst>
                                          <p:attrName>style.color</p:attrName>
                                        </p:attrNameLst>
                                      </p:cBhvr>
                                      <p:by>
                                        <p:hsl h="7200000" s="0" l="0"/>
                                      </p:by>
                                    </p:animClr>
                                    <p:animClr clrSpc="hsl" dir="cw">
                                      <p:cBhvr>
                                        <p:cTn id="140" dur="750" fill="hold"/>
                                        <p:tgtEl>
                                          <p:spTgt spid="6"/>
                                        </p:tgtEl>
                                        <p:attrNameLst>
                                          <p:attrName>fillcolor</p:attrName>
                                        </p:attrNameLst>
                                      </p:cBhvr>
                                      <p:by>
                                        <p:hsl h="7200000" s="0" l="0"/>
                                      </p:by>
                                    </p:animClr>
                                    <p:animClr clrSpc="hsl" dir="cw">
                                      <p:cBhvr>
                                        <p:cTn id="141" dur="750" fill="hold"/>
                                        <p:tgtEl>
                                          <p:spTgt spid="6"/>
                                        </p:tgtEl>
                                        <p:attrNameLst>
                                          <p:attrName>stroke.color</p:attrName>
                                        </p:attrNameLst>
                                      </p:cBhvr>
                                      <p:by>
                                        <p:hsl h="7200000" s="0" l="0"/>
                                      </p:by>
                                    </p:animClr>
                                    <p:set>
                                      <p:cBhvr>
                                        <p:cTn id="142" dur="750" fill="hold"/>
                                        <p:tgtEl>
                                          <p:spTgt spid="6"/>
                                        </p:tgtEl>
                                        <p:attrNameLst>
                                          <p:attrName>fill.type</p:attrName>
                                        </p:attrNameLst>
                                      </p:cBhvr>
                                      <p:to>
                                        <p:strVal val="solid"/>
                                      </p:to>
                                    </p:set>
                                  </p:childTnLst>
                                </p:cTn>
                              </p:par>
                              <p:par>
                                <p:cTn id="143" presetID="21" presetClass="emph" presetSubtype="0" fill="hold" grpId="0" nodeType="withEffect">
                                  <p:stCondLst>
                                    <p:cond delay="0"/>
                                  </p:stCondLst>
                                  <p:childTnLst>
                                    <p:animClr clrSpc="hsl" dir="cw">
                                      <p:cBhvr override="childStyle">
                                        <p:cTn id="144" dur="750" fill="hold"/>
                                        <p:tgtEl>
                                          <p:spTgt spid="8"/>
                                        </p:tgtEl>
                                        <p:attrNameLst>
                                          <p:attrName>style.color</p:attrName>
                                        </p:attrNameLst>
                                      </p:cBhvr>
                                      <p:by>
                                        <p:hsl h="7200000" s="0" l="0"/>
                                      </p:by>
                                    </p:animClr>
                                    <p:animClr clrSpc="hsl" dir="cw">
                                      <p:cBhvr>
                                        <p:cTn id="145" dur="750" fill="hold"/>
                                        <p:tgtEl>
                                          <p:spTgt spid="8"/>
                                        </p:tgtEl>
                                        <p:attrNameLst>
                                          <p:attrName>fillcolor</p:attrName>
                                        </p:attrNameLst>
                                      </p:cBhvr>
                                      <p:by>
                                        <p:hsl h="7200000" s="0" l="0"/>
                                      </p:by>
                                    </p:animClr>
                                    <p:animClr clrSpc="hsl" dir="cw">
                                      <p:cBhvr>
                                        <p:cTn id="146" dur="750" fill="hold"/>
                                        <p:tgtEl>
                                          <p:spTgt spid="8"/>
                                        </p:tgtEl>
                                        <p:attrNameLst>
                                          <p:attrName>stroke.color</p:attrName>
                                        </p:attrNameLst>
                                      </p:cBhvr>
                                      <p:by>
                                        <p:hsl h="7200000" s="0" l="0"/>
                                      </p:by>
                                    </p:animClr>
                                    <p:set>
                                      <p:cBhvr>
                                        <p:cTn id="147" dur="750" fill="hold"/>
                                        <p:tgtEl>
                                          <p:spTgt spid="8"/>
                                        </p:tgtEl>
                                        <p:attrNameLst>
                                          <p:attrName>fill.type</p:attrName>
                                        </p:attrNameLst>
                                      </p:cBhvr>
                                      <p:to>
                                        <p:strVal val="solid"/>
                                      </p:to>
                                    </p:set>
                                  </p:childTnLst>
                                </p:cTn>
                              </p:par>
                              <p:par>
                                <p:cTn id="148" presetID="21" presetClass="emph" presetSubtype="0" fill="hold" grpId="0" nodeType="withEffect">
                                  <p:stCondLst>
                                    <p:cond delay="0"/>
                                  </p:stCondLst>
                                  <p:childTnLst>
                                    <p:animClr clrSpc="hsl" dir="cw">
                                      <p:cBhvr override="childStyle">
                                        <p:cTn id="149" dur="750" fill="hold"/>
                                        <p:tgtEl>
                                          <p:spTgt spid="9"/>
                                        </p:tgtEl>
                                        <p:attrNameLst>
                                          <p:attrName>style.color</p:attrName>
                                        </p:attrNameLst>
                                      </p:cBhvr>
                                      <p:by>
                                        <p:hsl h="7200000" s="0" l="0"/>
                                      </p:by>
                                    </p:animClr>
                                    <p:animClr clrSpc="hsl" dir="cw">
                                      <p:cBhvr>
                                        <p:cTn id="150" dur="750" fill="hold"/>
                                        <p:tgtEl>
                                          <p:spTgt spid="9"/>
                                        </p:tgtEl>
                                        <p:attrNameLst>
                                          <p:attrName>fillcolor</p:attrName>
                                        </p:attrNameLst>
                                      </p:cBhvr>
                                      <p:by>
                                        <p:hsl h="7200000" s="0" l="0"/>
                                      </p:by>
                                    </p:animClr>
                                    <p:animClr clrSpc="hsl" dir="cw">
                                      <p:cBhvr>
                                        <p:cTn id="151" dur="750" fill="hold"/>
                                        <p:tgtEl>
                                          <p:spTgt spid="9"/>
                                        </p:tgtEl>
                                        <p:attrNameLst>
                                          <p:attrName>stroke.color</p:attrName>
                                        </p:attrNameLst>
                                      </p:cBhvr>
                                      <p:by>
                                        <p:hsl h="7200000" s="0" l="0"/>
                                      </p:by>
                                    </p:animClr>
                                    <p:set>
                                      <p:cBhvr>
                                        <p:cTn id="152" dur="750" fill="hold"/>
                                        <p:tgtEl>
                                          <p:spTgt spid="9"/>
                                        </p:tgtEl>
                                        <p:attrNameLst>
                                          <p:attrName>fill.type</p:attrName>
                                        </p:attrNameLst>
                                      </p:cBhvr>
                                      <p:to>
                                        <p:strVal val="solid"/>
                                      </p:to>
                                    </p:set>
                                  </p:childTnLst>
                                </p:cTn>
                              </p:par>
                              <p:par>
                                <p:cTn id="153" presetID="21" presetClass="emph" presetSubtype="0" fill="hold" grpId="0" nodeType="withEffect">
                                  <p:stCondLst>
                                    <p:cond delay="0"/>
                                  </p:stCondLst>
                                  <p:childTnLst>
                                    <p:animClr clrSpc="hsl" dir="cw">
                                      <p:cBhvr override="childStyle">
                                        <p:cTn id="154" dur="750" fill="hold"/>
                                        <p:tgtEl>
                                          <p:spTgt spid="10"/>
                                        </p:tgtEl>
                                        <p:attrNameLst>
                                          <p:attrName>style.color</p:attrName>
                                        </p:attrNameLst>
                                      </p:cBhvr>
                                      <p:by>
                                        <p:hsl h="7200000" s="0" l="0"/>
                                      </p:by>
                                    </p:animClr>
                                    <p:animClr clrSpc="hsl" dir="cw">
                                      <p:cBhvr>
                                        <p:cTn id="155" dur="750" fill="hold"/>
                                        <p:tgtEl>
                                          <p:spTgt spid="10"/>
                                        </p:tgtEl>
                                        <p:attrNameLst>
                                          <p:attrName>fillcolor</p:attrName>
                                        </p:attrNameLst>
                                      </p:cBhvr>
                                      <p:by>
                                        <p:hsl h="7200000" s="0" l="0"/>
                                      </p:by>
                                    </p:animClr>
                                    <p:animClr clrSpc="hsl" dir="cw">
                                      <p:cBhvr>
                                        <p:cTn id="156" dur="750" fill="hold"/>
                                        <p:tgtEl>
                                          <p:spTgt spid="10"/>
                                        </p:tgtEl>
                                        <p:attrNameLst>
                                          <p:attrName>stroke.color</p:attrName>
                                        </p:attrNameLst>
                                      </p:cBhvr>
                                      <p:by>
                                        <p:hsl h="7200000" s="0" l="0"/>
                                      </p:by>
                                    </p:animClr>
                                    <p:set>
                                      <p:cBhvr>
                                        <p:cTn id="157" dur="750" fill="hold"/>
                                        <p:tgtEl>
                                          <p:spTgt spid="10"/>
                                        </p:tgtEl>
                                        <p:attrNameLst>
                                          <p:attrName>fill.type</p:attrName>
                                        </p:attrNameLst>
                                      </p:cBhvr>
                                      <p:to>
                                        <p:strVal val="solid"/>
                                      </p:to>
                                    </p:set>
                                  </p:childTnLst>
                                </p:cTn>
                              </p:par>
                              <p:par>
                                <p:cTn id="158" presetID="21" presetClass="emph" presetSubtype="0" fill="hold" grpId="0" nodeType="withEffect">
                                  <p:stCondLst>
                                    <p:cond delay="0"/>
                                  </p:stCondLst>
                                  <p:childTnLst>
                                    <p:animClr clrSpc="hsl" dir="cw">
                                      <p:cBhvr override="childStyle">
                                        <p:cTn id="159" dur="750" fill="hold"/>
                                        <p:tgtEl>
                                          <p:spTgt spid="11"/>
                                        </p:tgtEl>
                                        <p:attrNameLst>
                                          <p:attrName>style.color</p:attrName>
                                        </p:attrNameLst>
                                      </p:cBhvr>
                                      <p:by>
                                        <p:hsl h="7200000" s="0" l="0"/>
                                      </p:by>
                                    </p:animClr>
                                    <p:animClr clrSpc="hsl" dir="cw">
                                      <p:cBhvr>
                                        <p:cTn id="160" dur="750" fill="hold"/>
                                        <p:tgtEl>
                                          <p:spTgt spid="11"/>
                                        </p:tgtEl>
                                        <p:attrNameLst>
                                          <p:attrName>fillcolor</p:attrName>
                                        </p:attrNameLst>
                                      </p:cBhvr>
                                      <p:by>
                                        <p:hsl h="7200000" s="0" l="0"/>
                                      </p:by>
                                    </p:animClr>
                                    <p:animClr clrSpc="hsl" dir="cw">
                                      <p:cBhvr>
                                        <p:cTn id="161" dur="750" fill="hold"/>
                                        <p:tgtEl>
                                          <p:spTgt spid="11"/>
                                        </p:tgtEl>
                                        <p:attrNameLst>
                                          <p:attrName>stroke.color</p:attrName>
                                        </p:attrNameLst>
                                      </p:cBhvr>
                                      <p:by>
                                        <p:hsl h="7200000" s="0" l="0"/>
                                      </p:by>
                                    </p:animClr>
                                    <p:set>
                                      <p:cBhvr>
                                        <p:cTn id="162" dur="750" fill="hold"/>
                                        <p:tgtEl>
                                          <p:spTgt spid="11"/>
                                        </p:tgtEl>
                                        <p:attrNameLst>
                                          <p:attrName>fill.type</p:attrName>
                                        </p:attrNameLst>
                                      </p:cBhvr>
                                      <p:to>
                                        <p:strVal val="solid"/>
                                      </p:to>
                                    </p:set>
                                  </p:childTnLst>
                                </p:cTn>
                              </p:par>
                              <p:par>
                                <p:cTn id="163" presetID="21" presetClass="emph" presetSubtype="0" fill="hold" grpId="0" nodeType="withEffect">
                                  <p:stCondLst>
                                    <p:cond delay="0"/>
                                  </p:stCondLst>
                                  <p:childTnLst>
                                    <p:animClr clrSpc="hsl" dir="cw">
                                      <p:cBhvr override="childStyle">
                                        <p:cTn id="164" dur="750" fill="hold"/>
                                        <p:tgtEl>
                                          <p:spTgt spid="12"/>
                                        </p:tgtEl>
                                        <p:attrNameLst>
                                          <p:attrName>style.color</p:attrName>
                                        </p:attrNameLst>
                                      </p:cBhvr>
                                      <p:by>
                                        <p:hsl h="7200000" s="0" l="0"/>
                                      </p:by>
                                    </p:animClr>
                                    <p:animClr clrSpc="hsl" dir="cw">
                                      <p:cBhvr>
                                        <p:cTn id="165" dur="750" fill="hold"/>
                                        <p:tgtEl>
                                          <p:spTgt spid="12"/>
                                        </p:tgtEl>
                                        <p:attrNameLst>
                                          <p:attrName>fillcolor</p:attrName>
                                        </p:attrNameLst>
                                      </p:cBhvr>
                                      <p:by>
                                        <p:hsl h="7200000" s="0" l="0"/>
                                      </p:by>
                                    </p:animClr>
                                    <p:animClr clrSpc="hsl" dir="cw">
                                      <p:cBhvr>
                                        <p:cTn id="166" dur="750" fill="hold"/>
                                        <p:tgtEl>
                                          <p:spTgt spid="12"/>
                                        </p:tgtEl>
                                        <p:attrNameLst>
                                          <p:attrName>stroke.color</p:attrName>
                                        </p:attrNameLst>
                                      </p:cBhvr>
                                      <p:by>
                                        <p:hsl h="7200000" s="0" l="0"/>
                                      </p:by>
                                    </p:animClr>
                                    <p:set>
                                      <p:cBhvr>
                                        <p:cTn id="167" dur="750" fill="hold"/>
                                        <p:tgtEl>
                                          <p:spTgt spid="12"/>
                                        </p:tgtEl>
                                        <p:attrNameLst>
                                          <p:attrName>fill.type</p:attrName>
                                        </p:attrNameLst>
                                      </p:cBhvr>
                                      <p:to>
                                        <p:strVal val="solid"/>
                                      </p:to>
                                    </p:set>
                                  </p:childTnLst>
                                </p:cTn>
                              </p:par>
                              <p:par>
                                <p:cTn id="168" presetID="21" presetClass="emph" presetSubtype="0" fill="hold" grpId="0" nodeType="withEffect">
                                  <p:stCondLst>
                                    <p:cond delay="0"/>
                                  </p:stCondLst>
                                  <p:childTnLst>
                                    <p:animClr clrSpc="hsl" dir="cw">
                                      <p:cBhvr override="childStyle">
                                        <p:cTn id="169" dur="750" fill="hold"/>
                                        <p:tgtEl>
                                          <p:spTgt spid="13"/>
                                        </p:tgtEl>
                                        <p:attrNameLst>
                                          <p:attrName>style.color</p:attrName>
                                        </p:attrNameLst>
                                      </p:cBhvr>
                                      <p:by>
                                        <p:hsl h="7200000" s="0" l="0"/>
                                      </p:by>
                                    </p:animClr>
                                    <p:animClr clrSpc="hsl" dir="cw">
                                      <p:cBhvr>
                                        <p:cTn id="170" dur="750" fill="hold"/>
                                        <p:tgtEl>
                                          <p:spTgt spid="13"/>
                                        </p:tgtEl>
                                        <p:attrNameLst>
                                          <p:attrName>fillcolor</p:attrName>
                                        </p:attrNameLst>
                                      </p:cBhvr>
                                      <p:by>
                                        <p:hsl h="7200000" s="0" l="0"/>
                                      </p:by>
                                    </p:animClr>
                                    <p:animClr clrSpc="hsl" dir="cw">
                                      <p:cBhvr>
                                        <p:cTn id="171" dur="750" fill="hold"/>
                                        <p:tgtEl>
                                          <p:spTgt spid="13"/>
                                        </p:tgtEl>
                                        <p:attrNameLst>
                                          <p:attrName>stroke.color</p:attrName>
                                        </p:attrNameLst>
                                      </p:cBhvr>
                                      <p:by>
                                        <p:hsl h="7200000" s="0" l="0"/>
                                      </p:by>
                                    </p:animClr>
                                    <p:set>
                                      <p:cBhvr>
                                        <p:cTn id="172" dur="750" fill="hold"/>
                                        <p:tgtEl>
                                          <p:spTgt spid="13"/>
                                        </p:tgtEl>
                                        <p:attrNameLst>
                                          <p:attrName>fill.type</p:attrName>
                                        </p:attrNameLst>
                                      </p:cBhvr>
                                      <p:to>
                                        <p:strVal val="solid"/>
                                      </p:to>
                                    </p:set>
                                  </p:childTnLst>
                                </p:cTn>
                              </p:par>
                              <p:par>
                                <p:cTn id="173" presetID="21" presetClass="emph" presetSubtype="0" fill="hold" grpId="0" nodeType="withEffect">
                                  <p:stCondLst>
                                    <p:cond delay="0"/>
                                  </p:stCondLst>
                                  <p:childTnLst>
                                    <p:animClr clrSpc="hsl" dir="cw">
                                      <p:cBhvr override="childStyle">
                                        <p:cTn id="174" dur="750" fill="hold"/>
                                        <p:tgtEl>
                                          <p:spTgt spid="37"/>
                                        </p:tgtEl>
                                        <p:attrNameLst>
                                          <p:attrName>style.color</p:attrName>
                                        </p:attrNameLst>
                                      </p:cBhvr>
                                      <p:by>
                                        <p:hsl h="7200000" s="0" l="0"/>
                                      </p:by>
                                    </p:animClr>
                                    <p:animClr clrSpc="hsl" dir="cw">
                                      <p:cBhvr>
                                        <p:cTn id="175" dur="750" fill="hold"/>
                                        <p:tgtEl>
                                          <p:spTgt spid="37"/>
                                        </p:tgtEl>
                                        <p:attrNameLst>
                                          <p:attrName>fillcolor</p:attrName>
                                        </p:attrNameLst>
                                      </p:cBhvr>
                                      <p:by>
                                        <p:hsl h="7200000" s="0" l="0"/>
                                      </p:by>
                                    </p:animClr>
                                    <p:animClr clrSpc="hsl" dir="cw">
                                      <p:cBhvr>
                                        <p:cTn id="176" dur="750" fill="hold"/>
                                        <p:tgtEl>
                                          <p:spTgt spid="37"/>
                                        </p:tgtEl>
                                        <p:attrNameLst>
                                          <p:attrName>stroke.color</p:attrName>
                                        </p:attrNameLst>
                                      </p:cBhvr>
                                      <p:by>
                                        <p:hsl h="7200000" s="0" l="0"/>
                                      </p:by>
                                    </p:animClr>
                                    <p:set>
                                      <p:cBhvr>
                                        <p:cTn id="177" dur="750" fill="hold"/>
                                        <p:tgtEl>
                                          <p:spTgt spid="37"/>
                                        </p:tgtEl>
                                        <p:attrNameLst>
                                          <p:attrName>fill.type</p:attrName>
                                        </p:attrNameLst>
                                      </p:cBhvr>
                                      <p:to>
                                        <p:strVal val="solid"/>
                                      </p:to>
                                    </p:set>
                                  </p:childTnLst>
                                </p:cTn>
                              </p:par>
                              <p:par>
                                <p:cTn id="178" presetID="21" presetClass="emph" presetSubtype="0" fill="hold" grpId="0" nodeType="withEffect">
                                  <p:stCondLst>
                                    <p:cond delay="0"/>
                                  </p:stCondLst>
                                  <p:childTnLst>
                                    <p:animClr clrSpc="hsl" dir="cw">
                                      <p:cBhvr override="childStyle">
                                        <p:cTn id="179" dur="750" fill="hold"/>
                                        <p:tgtEl>
                                          <p:spTgt spid="30"/>
                                        </p:tgtEl>
                                        <p:attrNameLst>
                                          <p:attrName>style.color</p:attrName>
                                        </p:attrNameLst>
                                      </p:cBhvr>
                                      <p:by>
                                        <p:hsl h="7200000" s="0" l="0"/>
                                      </p:by>
                                    </p:animClr>
                                    <p:animClr clrSpc="hsl" dir="cw">
                                      <p:cBhvr>
                                        <p:cTn id="180" dur="750" fill="hold"/>
                                        <p:tgtEl>
                                          <p:spTgt spid="30"/>
                                        </p:tgtEl>
                                        <p:attrNameLst>
                                          <p:attrName>fillcolor</p:attrName>
                                        </p:attrNameLst>
                                      </p:cBhvr>
                                      <p:by>
                                        <p:hsl h="7200000" s="0" l="0"/>
                                      </p:by>
                                    </p:animClr>
                                    <p:animClr clrSpc="hsl" dir="cw">
                                      <p:cBhvr>
                                        <p:cTn id="181" dur="750" fill="hold"/>
                                        <p:tgtEl>
                                          <p:spTgt spid="30"/>
                                        </p:tgtEl>
                                        <p:attrNameLst>
                                          <p:attrName>stroke.color</p:attrName>
                                        </p:attrNameLst>
                                      </p:cBhvr>
                                      <p:by>
                                        <p:hsl h="7200000" s="0" l="0"/>
                                      </p:by>
                                    </p:animClr>
                                    <p:set>
                                      <p:cBhvr>
                                        <p:cTn id="182" dur="750" fill="hold"/>
                                        <p:tgtEl>
                                          <p:spTgt spid="30"/>
                                        </p:tgtEl>
                                        <p:attrNameLst>
                                          <p:attrName>fill.type</p:attrName>
                                        </p:attrNameLst>
                                      </p:cBhvr>
                                      <p:to>
                                        <p:strVal val="solid"/>
                                      </p:to>
                                    </p:set>
                                  </p:childTnLst>
                                </p:cTn>
                              </p:par>
                              <p:par>
                                <p:cTn id="183" presetID="21" presetClass="emph" presetSubtype="0" fill="hold" grpId="0" nodeType="withEffect">
                                  <p:stCondLst>
                                    <p:cond delay="0"/>
                                  </p:stCondLst>
                                  <p:childTnLst>
                                    <p:animClr clrSpc="hsl" dir="cw">
                                      <p:cBhvr override="childStyle">
                                        <p:cTn id="184" dur="750" fill="hold"/>
                                        <p:tgtEl>
                                          <p:spTgt spid="31"/>
                                        </p:tgtEl>
                                        <p:attrNameLst>
                                          <p:attrName>style.color</p:attrName>
                                        </p:attrNameLst>
                                      </p:cBhvr>
                                      <p:by>
                                        <p:hsl h="7200000" s="0" l="0"/>
                                      </p:by>
                                    </p:animClr>
                                    <p:animClr clrSpc="hsl" dir="cw">
                                      <p:cBhvr>
                                        <p:cTn id="185" dur="750" fill="hold"/>
                                        <p:tgtEl>
                                          <p:spTgt spid="31"/>
                                        </p:tgtEl>
                                        <p:attrNameLst>
                                          <p:attrName>fillcolor</p:attrName>
                                        </p:attrNameLst>
                                      </p:cBhvr>
                                      <p:by>
                                        <p:hsl h="7200000" s="0" l="0"/>
                                      </p:by>
                                    </p:animClr>
                                    <p:animClr clrSpc="hsl" dir="cw">
                                      <p:cBhvr>
                                        <p:cTn id="186" dur="750" fill="hold"/>
                                        <p:tgtEl>
                                          <p:spTgt spid="31"/>
                                        </p:tgtEl>
                                        <p:attrNameLst>
                                          <p:attrName>stroke.color</p:attrName>
                                        </p:attrNameLst>
                                      </p:cBhvr>
                                      <p:by>
                                        <p:hsl h="7200000" s="0" l="0"/>
                                      </p:by>
                                    </p:animClr>
                                    <p:set>
                                      <p:cBhvr>
                                        <p:cTn id="187" dur="750" fill="hold"/>
                                        <p:tgtEl>
                                          <p:spTgt spid="31"/>
                                        </p:tgtEl>
                                        <p:attrNameLst>
                                          <p:attrName>fill.type</p:attrName>
                                        </p:attrNameLst>
                                      </p:cBhvr>
                                      <p:to>
                                        <p:strVal val="solid"/>
                                      </p:to>
                                    </p:set>
                                  </p:childTnLst>
                                </p:cTn>
                              </p:par>
                              <p:par>
                                <p:cTn id="188" presetID="21" presetClass="emph" presetSubtype="0" fill="hold" grpId="0" nodeType="withEffect">
                                  <p:stCondLst>
                                    <p:cond delay="0"/>
                                  </p:stCondLst>
                                  <p:childTnLst>
                                    <p:animClr clrSpc="hsl" dir="cw">
                                      <p:cBhvr override="childStyle">
                                        <p:cTn id="189" dur="750" fill="hold"/>
                                        <p:tgtEl>
                                          <p:spTgt spid="38"/>
                                        </p:tgtEl>
                                        <p:attrNameLst>
                                          <p:attrName>style.color</p:attrName>
                                        </p:attrNameLst>
                                      </p:cBhvr>
                                      <p:by>
                                        <p:hsl h="7200000" s="0" l="0"/>
                                      </p:by>
                                    </p:animClr>
                                    <p:animClr clrSpc="hsl" dir="cw">
                                      <p:cBhvr>
                                        <p:cTn id="190" dur="750" fill="hold"/>
                                        <p:tgtEl>
                                          <p:spTgt spid="38"/>
                                        </p:tgtEl>
                                        <p:attrNameLst>
                                          <p:attrName>fillcolor</p:attrName>
                                        </p:attrNameLst>
                                      </p:cBhvr>
                                      <p:by>
                                        <p:hsl h="7200000" s="0" l="0"/>
                                      </p:by>
                                    </p:animClr>
                                    <p:animClr clrSpc="hsl" dir="cw">
                                      <p:cBhvr>
                                        <p:cTn id="191" dur="750" fill="hold"/>
                                        <p:tgtEl>
                                          <p:spTgt spid="38"/>
                                        </p:tgtEl>
                                        <p:attrNameLst>
                                          <p:attrName>stroke.color</p:attrName>
                                        </p:attrNameLst>
                                      </p:cBhvr>
                                      <p:by>
                                        <p:hsl h="7200000" s="0" l="0"/>
                                      </p:by>
                                    </p:animClr>
                                    <p:set>
                                      <p:cBhvr>
                                        <p:cTn id="192" dur="750" fill="hold"/>
                                        <p:tgtEl>
                                          <p:spTgt spid="38"/>
                                        </p:tgtEl>
                                        <p:attrNameLst>
                                          <p:attrName>fill.type</p:attrName>
                                        </p:attrNameLst>
                                      </p:cBhvr>
                                      <p:to>
                                        <p:strVal val="solid"/>
                                      </p:to>
                                    </p:set>
                                  </p:childTnLst>
                                </p:cTn>
                              </p:par>
                              <p:par>
                                <p:cTn id="193" presetID="21" presetClass="emph" presetSubtype="0" fill="hold" grpId="0" nodeType="withEffect">
                                  <p:stCondLst>
                                    <p:cond delay="0"/>
                                  </p:stCondLst>
                                  <p:childTnLst>
                                    <p:animClr clrSpc="hsl" dir="cw">
                                      <p:cBhvr override="childStyle">
                                        <p:cTn id="194" dur="750" fill="hold"/>
                                        <p:tgtEl>
                                          <p:spTgt spid="14"/>
                                        </p:tgtEl>
                                        <p:attrNameLst>
                                          <p:attrName>style.color</p:attrName>
                                        </p:attrNameLst>
                                      </p:cBhvr>
                                      <p:by>
                                        <p:hsl h="7200000" s="0" l="0"/>
                                      </p:by>
                                    </p:animClr>
                                    <p:animClr clrSpc="hsl" dir="cw">
                                      <p:cBhvr>
                                        <p:cTn id="195" dur="750" fill="hold"/>
                                        <p:tgtEl>
                                          <p:spTgt spid="14"/>
                                        </p:tgtEl>
                                        <p:attrNameLst>
                                          <p:attrName>fillcolor</p:attrName>
                                        </p:attrNameLst>
                                      </p:cBhvr>
                                      <p:by>
                                        <p:hsl h="7200000" s="0" l="0"/>
                                      </p:by>
                                    </p:animClr>
                                    <p:animClr clrSpc="hsl" dir="cw">
                                      <p:cBhvr>
                                        <p:cTn id="196" dur="750" fill="hold"/>
                                        <p:tgtEl>
                                          <p:spTgt spid="14"/>
                                        </p:tgtEl>
                                        <p:attrNameLst>
                                          <p:attrName>stroke.color</p:attrName>
                                        </p:attrNameLst>
                                      </p:cBhvr>
                                      <p:by>
                                        <p:hsl h="7200000" s="0" l="0"/>
                                      </p:by>
                                    </p:animClr>
                                    <p:set>
                                      <p:cBhvr>
                                        <p:cTn id="197" dur="750" fill="hold"/>
                                        <p:tgtEl>
                                          <p:spTgt spid="14"/>
                                        </p:tgtEl>
                                        <p:attrNameLst>
                                          <p:attrName>fill.type</p:attrName>
                                        </p:attrNameLst>
                                      </p:cBhvr>
                                      <p:to>
                                        <p:strVal val="solid"/>
                                      </p:to>
                                    </p:set>
                                  </p:childTnLst>
                                </p:cTn>
                              </p:par>
                            </p:childTnLst>
                          </p:cTn>
                        </p:par>
                        <p:par>
                          <p:cTn id="198" fill="hold">
                            <p:stCondLst>
                              <p:cond delay="1250"/>
                            </p:stCondLst>
                            <p:childTnLst>
                              <p:par>
                                <p:cTn id="199" presetID="57" presetClass="path" presetSubtype="0" accel="50000" decel="50000" fill="hold" grpId="2" nodeType="afterEffect">
                                  <p:stCondLst>
                                    <p:cond delay="50"/>
                                  </p:stCondLst>
                                  <p:childTnLst>
                                    <p:animMotion origin="layout" path="M -2.08333E-6 -1.85185E-6 L -2.08333E-6 -0.125 C -2.08333E-6 -0.18102 0.06901 -0.25 0.125 -0.25 L 0.25 -0.25 " pathEditMode="relative" rAng="0" ptsTypes="AAAA">
                                      <p:cBhvr>
                                        <p:cTn id="200" dur="500" spd="-100000" fill="hold"/>
                                        <p:tgtEl>
                                          <p:spTgt spid="15"/>
                                        </p:tgtEl>
                                        <p:attrNameLst>
                                          <p:attrName>ppt_x</p:attrName>
                                          <p:attrName>ppt_y</p:attrName>
                                        </p:attrNameLst>
                                      </p:cBhvr>
                                      <p:rCtr x="12500" y="-12500"/>
                                    </p:animMotion>
                                  </p:childTnLst>
                                </p:cTn>
                              </p:par>
                              <p:par>
                                <p:cTn id="201" presetID="57" presetClass="path" presetSubtype="0" accel="50000" decel="50000" fill="hold" grpId="2" nodeType="withEffect">
                                  <p:stCondLst>
                                    <p:cond delay="0"/>
                                  </p:stCondLst>
                                  <p:childTnLst>
                                    <p:animMotion origin="layout" path="M -1.04167E-6 -3.7037E-6 L -1.04167E-6 -0.125 C -1.04167E-6 -0.18101 0.06901 -0.25 0.125 -0.25 L 0.25 -0.25 " pathEditMode="relative" rAng="0" ptsTypes="AAAA">
                                      <p:cBhvr>
                                        <p:cTn id="202" dur="500" spd="-100000" fill="hold"/>
                                        <p:tgtEl>
                                          <p:spTgt spid="16"/>
                                        </p:tgtEl>
                                        <p:attrNameLst>
                                          <p:attrName>ppt_x</p:attrName>
                                          <p:attrName>ppt_y</p:attrName>
                                        </p:attrNameLst>
                                      </p:cBhvr>
                                      <p:rCtr x="12500" y="-12500"/>
                                    </p:animMotion>
                                  </p:childTnLst>
                                </p:cTn>
                              </p:par>
                              <p:par>
                                <p:cTn id="203" presetID="57" presetClass="path" presetSubtype="0" accel="50000" decel="50000" fill="hold" grpId="2" nodeType="withEffect">
                                  <p:stCondLst>
                                    <p:cond delay="0"/>
                                  </p:stCondLst>
                                  <p:childTnLst>
                                    <p:animMotion origin="layout" path="M -1.04167E-6 -2.22222E-6 L -1.04167E-6 -0.125 C -1.04167E-6 -0.18102 0.06901 -0.25 0.125 -0.25 L 0.25 -0.25 " pathEditMode="relative" rAng="0" ptsTypes="AAAA">
                                      <p:cBhvr>
                                        <p:cTn id="204" dur="500" spd="-100000" fill="hold"/>
                                        <p:tgtEl>
                                          <p:spTgt spid="19"/>
                                        </p:tgtEl>
                                        <p:attrNameLst>
                                          <p:attrName>ppt_x</p:attrName>
                                          <p:attrName>ppt_y</p:attrName>
                                        </p:attrNameLst>
                                      </p:cBhvr>
                                      <p:rCtr x="12500" y="-12500"/>
                                    </p:animMotion>
                                  </p:childTnLst>
                                </p:cTn>
                              </p:par>
                              <p:par>
                                <p:cTn id="205" presetID="57" presetClass="path" presetSubtype="0" accel="50000" decel="50000" fill="hold" grpId="2" nodeType="withEffect">
                                  <p:stCondLst>
                                    <p:cond delay="0"/>
                                  </p:stCondLst>
                                  <p:childTnLst>
                                    <p:animMotion origin="layout" path="M 2.08333E-6 4.81481E-6 L 2.08333E-6 -0.125 C 2.08333E-6 -0.18102 0.06901 -0.25 0.125 -0.25 L 0.25 -0.25 " pathEditMode="relative" rAng="0" ptsTypes="AAAA">
                                      <p:cBhvr>
                                        <p:cTn id="206" dur="500" spd="-100000" fill="hold"/>
                                        <p:tgtEl>
                                          <p:spTgt spid="20"/>
                                        </p:tgtEl>
                                        <p:attrNameLst>
                                          <p:attrName>ppt_x</p:attrName>
                                          <p:attrName>ppt_y</p:attrName>
                                        </p:attrNameLst>
                                      </p:cBhvr>
                                      <p:rCtr x="12500" y="-12500"/>
                                    </p:animMotion>
                                  </p:childTnLst>
                                </p:cTn>
                              </p:par>
                              <p:par>
                                <p:cTn id="207" presetID="57" presetClass="path" presetSubtype="0" accel="50000" decel="50000" fill="hold" grpId="2" nodeType="withEffect">
                                  <p:stCondLst>
                                    <p:cond delay="0"/>
                                  </p:stCondLst>
                                  <p:childTnLst>
                                    <p:animMotion origin="layout" path="M -2.70833E-6 -1.11111E-6 L -2.70833E-6 -0.125 C -2.70833E-6 -0.18102 0.06901 -0.25 0.125 -0.25 L 0.25 -0.25 " pathEditMode="relative" rAng="0" ptsTypes="AAAA">
                                      <p:cBhvr>
                                        <p:cTn id="208" dur="500" spd="-100000" fill="hold"/>
                                        <p:tgtEl>
                                          <p:spTgt spid="21"/>
                                        </p:tgtEl>
                                        <p:attrNameLst>
                                          <p:attrName>ppt_x</p:attrName>
                                          <p:attrName>ppt_y</p:attrName>
                                        </p:attrNameLst>
                                      </p:cBhvr>
                                      <p:rCtr x="12500" y="-12500"/>
                                    </p:animMotion>
                                  </p:childTnLst>
                                </p:cTn>
                              </p:par>
                              <p:par>
                                <p:cTn id="209" presetID="57" presetClass="path" presetSubtype="0" accel="50000" decel="50000" fill="hold" grpId="2" nodeType="withEffect">
                                  <p:stCondLst>
                                    <p:cond delay="0"/>
                                  </p:stCondLst>
                                  <p:childTnLst>
                                    <p:animMotion origin="layout" path="M -3.54167E-6 -2.59259E-6 L -3.54167E-6 -0.125 C -3.54167E-6 -0.18102 0.06901 -0.25 0.125 -0.25 L 0.25 -0.25 " pathEditMode="relative" rAng="0" ptsTypes="AAAA">
                                      <p:cBhvr>
                                        <p:cTn id="210" dur="500" spd="-100000" fill="hold"/>
                                        <p:tgtEl>
                                          <p:spTgt spid="22"/>
                                        </p:tgtEl>
                                        <p:attrNameLst>
                                          <p:attrName>ppt_x</p:attrName>
                                          <p:attrName>ppt_y</p:attrName>
                                        </p:attrNameLst>
                                      </p:cBhvr>
                                      <p:rCtr x="12500" y="-12500"/>
                                    </p:animMotion>
                                  </p:childTnLst>
                                </p:cTn>
                              </p:par>
                              <p:par>
                                <p:cTn id="211" presetID="57" presetClass="path" presetSubtype="0" accel="50000" decel="50000" fill="hold" grpId="2" nodeType="withEffect">
                                  <p:stCondLst>
                                    <p:cond delay="0"/>
                                  </p:stCondLst>
                                  <p:childTnLst>
                                    <p:animMotion origin="layout" path="M -1.45833E-6 1.85185E-6 L -1.45833E-6 -0.125 C -1.45833E-6 -0.18102 0.06901 -0.25 0.125 -0.25 L 0.25 -0.25 " pathEditMode="relative" rAng="0" ptsTypes="AAAA">
                                      <p:cBhvr>
                                        <p:cTn id="212" dur="500" spd="-100000" fill="hold"/>
                                        <p:tgtEl>
                                          <p:spTgt spid="23"/>
                                        </p:tgtEl>
                                        <p:attrNameLst>
                                          <p:attrName>ppt_x</p:attrName>
                                          <p:attrName>ppt_y</p:attrName>
                                        </p:attrNameLst>
                                      </p:cBhvr>
                                      <p:rCtr x="12500" y="-12500"/>
                                    </p:animMotion>
                                  </p:childTnLst>
                                </p:cTn>
                              </p:par>
                              <p:par>
                                <p:cTn id="213" presetID="57" presetClass="path" presetSubtype="0" accel="50000" decel="50000" fill="hold" grpId="2" nodeType="withEffect">
                                  <p:stCondLst>
                                    <p:cond delay="0"/>
                                  </p:stCondLst>
                                  <p:childTnLst>
                                    <p:animMotion origin="layout" path="M 1.875E-6 -1.11111E-6 L 1.875E-6 -0.125 C 1.875E-6 -0.18102 0.06901 -0.25 0.125 -0.25 L 0.25 -0.25 " pathEditMode="relative" rAng="0" ptsTypes="AAAA">
                                      <p:cBhvr>
                                        <p:cTn id="214" dur="500" spd="-100000" fill="hold"/>
                                        <p:tgtEl>
                                          <p:spTgt spid="24"/>
                                        </p:tgtEl>
                                        <p:attrNameLst>
                                          <p:attrName>ppt_x</p:attrName>
                                          <p:attrName>ppt_y</p:attrName>
                                        </p:attrNameLst>
                                      </p:cBhvr>
                                      <p:rCtr x="12500" y="-12500"/>
                                    </p:animMotion>
                                  </p:childTnLst>
                                </p:cTn>
                              </p:par>
                              <p:par>
                                <p:cTn id="215" presetID="57" presetClass="path" presetSubtype="0" accel="50000" decel="50000" fill="hold" grpId="2" nodeType="withEffect">
                                  <p:stCondLst>
                                    <p:cond delay="0"/>
                                  </p:stCondLst>
                                  <p:childTnLst>
                                    <p:animMotion origin="layout" path="M -2.08333E-6 1.11111E-6 L -2.08333E-6 -0.125 C -2.08333E-6 -0.18102 0.06901 -0.25 0.125 -0.25 L 0.25 -0.25 " pathEditMode="relative" rAng="0" ptsTypes="AAAA">
                                      <p:cBhvr>
                                        <p:cTn id="216" dur="500" spd="-100000" fill="hold"/>
                                        <p:tgtEl>
                                          <p:spTgt spid="27"/>
                                        </p:tgtEl>
                                        <p:attrNameLst>
                                          <p:attrName>ppt_x</p:attrName>
                                          <p:attrName>ppt_y</p:attrName>
                                        </p:attrNameLst>
                                      </p:cBhvr>
                                      <p:rCtr x="12500" y="-12500"/>
                                    </p:animMotion>
                                  </p:childTnLst>
                                </p:cTn>
                              </p:par>
                              <p:par>
                                <p:cTn id="217" presetID="57" presetClass="path" presetSubtype="0" accel="50000" decel="50000" fill="hold" grpId="2" nodeType="withEffect">
                                  <p:stCondLst>
                                    <p:cond delay="0"/>
                                  </p:stCondLst>
                                  <p:childTnLst>
                                    <p:animMotion origin="layout" path="M 4.375E-6 1.11111E-6 L 4.375E-6 -0.125 C 4.375E-6 -0.18102 0.06901 -0.25 0.125 -0.25 L 0.25 -0.25 " pathEditMode="relative" rAng="0" ptsTypes="AAAA">
                                      <p:cBhvr>
                                        <p:cTn id="218" dur="500" spd="-100000" fill="hold"/>
                                        <p:tgtEl>
                                          <p:spTgt spid="28"/>
                                        </p:tgtEl>
                                        <p:attrNameLst>
                                          <p:attrName>ppt_x</p:attrName>
                                          <p:attrName>ppt_y</p:attrName>
                                        </p:attrNameLst>
                                      </p:cBhvr>
                                      <p:rCtr x="12500" y="-12500"/>
                                    </p:animMotion>
                                  </p:childTnLst>
                                </p:cTn>
                              </p:par>
                              <p:par>
                                <p:cTn id="219" presetID="57" presetClass="path" presetSubtype="0" accel="50000" decel="50000" fill="hold" grpId="2" nodeType="withEffect">
                                  <p:stCondLst>
                                    <p:cond delay="0"/>
                                  </p:stCondLst>
                                  <p:childTnLst>
                                    <p:animMotion origin="layout" path="M 0 0 L 0 -0.125 C 0 -0.181 0.069 -0.25 0.125 -0.25 L 0.25 -0.25 E" pathEditMode="relative" ptsTypes="">
                                      <p:cBhvr>
                                        <p:cTn id="220" dur="500" spd="-100000" fill="hold"/>
                                        <p:tgtEl>
                                          <p:spTgt spid="29"/>
                                        </p:tgtEl>
                                        <p:attrNameLst>
                                          <p:attrName>ppt_x</p:attrName>
                                          <p:attrName>ppt_y</p:attrName>
                                        </p:attrNameLst>
                                      </p:cBhvr>
                                    </p:animMotion>
                                  </p:childTnLst>
                                </p:cTn>
                              </p:par>
                            </p:childTnLst>
                          </p:cTn>
                        </p:par>
                        <p:par>
                          <p:cTn id="221" fill="hold">
                            <p:stCondLst>
                              <p:cond delay="1800"/>
                            </p:stCondLst>
                            <p:childTnLst>
                              <p:par>
                                <p:cTn id="222" presetID="1" presetClass="entr" presetSubtype="0" fill="hold" grpId="0" nodeType="afterEffect">
                                  <p:stCondLst>
                                    <p:cond delay="0"/>
                                  </p:stCondLst>
                                  <p:childTnLst>
                                    <p:set>
                                      <p:cBhvr>
                                        <p:cTn id="223" dur="1" fill="hold">
                                          <p:stCondLst>
                                            <p:cond delay="0"/>
                                          </p:stCondLst>
                                        </p:cTn>
                                        <p:tgtEl>
                                          <p:spTgt spid="40"/>
                                        </p:tgtEl>
                                        <p:attrNameLst>
                                          <p:attrName>style.visibility</p:attrName>
                                        </p:attrNameLst>
                                      </p:cBhvr>
                                      <p:to>
                                        <p:strVal val="visible"/>
                                      </p:to>
                                    </p:set>
                                  </p:childTnLst>
                                </p:cTn>
                              </p:par>
                              <p:par>
                                <p:cTn id="224" presetID="1" presetClass="entr" presetSubtype="0" fill="hold" grpId="0" nodeType="withEffect">
                                  <p:stCondLst>
                                    <p:cond delay="0"/>
                                  </p:stCondLst>
                                  <p:childTnLst>
                                    <p:set>
                                      <p:cBhvr>
                                        <p:cTn id="225" dur="1" fill="hold">
                                          <p:stCondLst>
                                            <p:cond delay="0"/>
                                          </p:stCondLst>
                                        </p:cTn>
                                        <p:tgtEl>
                                          <p:spTgt spid="39"/>
                                        </p:tgtEl>
                                        <p:attrNameLst>
                                          <p:attrName>style.visibility</p:attrName>
                                        </p:attrNameLst>
                                      </p:cBhvr>
                                      <p:to>
                                        <p:strVal val="visible"/>
                                      </p:to>
                                    </p:set>
                                  </p:childTnLst>
                                </p:cTn>
                              </p:par>
                              <p:par>
                                <p:cTn id="226" presetID="1" presetClass="entr" presetSubtype="0" fill="hold" grpId="0" nodeType="withEffect">
                                  <p:stCondLst>
                                    <p:cond delay="0"/>
                                  </p:stCondLst>
                                  <p:childTnLst>
                                    <p:set>
                                      <p:cBhvr>
                                        <p:cTn id="227"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2" grpId="0" animBg="1"/>
      <p:bldP spid="13" grpId="0" animBg="1"/>
      <p:bldP spid="14" grpId="0" animBg="1"/>
      <p:bldP spid="37" grpId="0" animBg="1"/>
      <p:bldP spid="38" grpId="0" animBg="1"/>
      <p:bldP spid="30" grpId="0" animBg="1"/>
      <p:bldP spid="31" grpId="0" animBg="1"/>
      <p:bldP spid="15" grpId="0" animBg="1"/>
      <p:bldP spid="15" grpId="1" animBg="1"/>
      <p:bldP spid="15" grpId="2" animBg="1"/>
      <p:bldP spid="16" grpId="0" animBg="1"/>
      <p:bldP spid="16" grpId="1" animBg="1"/>
      <p:bldP spid="16" grpId="2" animBg="1"/>
      <p:bldP spid="19" grpId="0" animBg="1"/>
      <p:bldP spid="19" grpId="1" animBg="1"/>
      <p:bldP spid="19" grpId="2" animBg="1"/>
      <p:bldP spid="20" grpId="0" animBg="1"/>
      <p:bldP spid="20" grpId="1" animBg="1"/>
      <p:bldP spid="20" grpId="2" animBg="1"/>
      <p:bldP spid="21" grpId="0" animBg="1"/>
      <p:bldP spid="21" grpId="1" animBg="1"/>
      <p:bldP spid="21" grpId="2" animBg="1"/>
      <p:bldP spid="22" grpId="0" animBg="1"/>
      <p:bldP spid="22" grpId="1" animBg="1"/>
      <p:bldP spid="22" grpId="2" animBg="1"/>
      <p:bldP spid="23" grpId="0" animBg="1"/>
      <p:bldP spid="23" grpId="1" animBg="1"/>
      <p:bldP spid="23" grpId="2" animBg="1"/>
      <p:bldP spid="24" grpId="0" animBg="1"/>
      <p:bldP spid="24" grpId="1" animBg="1"/>
      <p:bldP spid="24" grpId="2" animBg="1"/>
      <p:bldP spid="27" grpId="0" animBg="1"/>
      <p:bldP spid="27" grpId="1" animBg="1"/>
      <p:bldP spid="27" grpId="2" animBg="1"/>
      <p:bldP spid="28" grpId="0" animBg="1"/>
      <p:bldP spid="28" grpId="1" animBg="1"/>
      <p:bldP spid="28" grpId="2" animBg="1"/>
      <p:bldP spid="29" grpId="0" animBg="1"/>
      <p:bldP spid="29" grpId="1" animBg="1"/>
      <p:bldP spid="29" grpId="2" animBg="1"/>
      <p:bldP spid="4" grpId="0"/>
      <p:bldP spid="39" grpId="0"/>
      <p:bldP spid="40" grpId="0" animBg="1"/>
      <p:bldP spid="41"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C1C4A8F-56F8-4525-A7CE-F9EB91CEA7AE}"/>
            </a:ext>
          </a:extLst>
        </p:cNvPr>
        <p:cNvGrpSpPr/>
        <p:nvPr/>
      </p:nvGrpSpPr>
      <p:grpSpPr>
        <a:xfrm>
          <a:off x="0" y="0"/>
          <a:ext cx="0" cy="0"/>
          <a:chOff x="0" y="0"/>
          <a:chExt cx="0" cy="0"/>
        </a:xfrm>
      </p:grpSpPr>
      <p:pic>
        <p:nvPicPr>
          <p:cNvPr id="28" name="Picture 27" descr="A bull with a graph&#10;&#10;AI-generated content may be incorrect.">
            <a:extLst>
              <a:ext uri="{FF2B5EF4-FFF2-40B4-BE49-F238E27FC236}">
                <a16:creationId xmlns:a16="http://schemas.microsoft.com/office/drawing/2014/main" id="{D8C153A4-DFB7-1A83-FBCD-7047059F15F5}"/>
              </a:ext>
            </a:extLst>
          </p:cNvPr>
          <p:cNvPicPr>
            <a:picLocks noChangeAspect="1"/>
          </p:cNvPicPr>
          <p:nvPr/>
        </p:nvPicPr>
        <p:blipFill>
          <a:blip r:embed="rId2">
            <a:alphaModFix amt="35000"/>
            <a:extLst>
              <a:ext uri="{BEBA8EAE-BF5A-486C-A8C5-ECC9F3942E4B}">
                <a14:imgProps xmlns:a14="http://schemas.microsoft.com/office/drawing/2010/main">
                  <a14:imgLayer r:embed="rId3">
                    <a14:imgEffect>
                      <a14:sharpenSoften amount="-50000"/>
                    </a14:imgEffect>
                    <a14:imgEffect>
                      <a14:brightnessContrast bright="40000" contrast="20000"/>
                    </a14:imgEffect>
                  </a14:imgLayer>
                </a14:imgProps>
              </a:ext>
              <a:ext uri="{28A0092B-C50C-407E-A947-70E740481C1C}">
                <a14:useLocalDpi xmlns:a14="http://schemas.microsoft.com/office/drawing/2010/main" val="0"/>
              </a:ext>
              <a:ext uri="{837473B0-CC2E-450A-ABE3-18F120FF3D39}">
                <a1611:picAttrSrcUrl xmlns:a1611="http://schemas.microsoft.com/office/drawing/2016/11/main" r:id="rId4"/>
              </a:ext>
            </a:extLst>
          </a:blip>
          <a:srcRect t="7707" b="7707"/>
          <a:stretch/>
        </p:blipFill>
        <p:spPr>
          <a:xfrm>
            <a:off x="20" y="10"/>
            <a:ext cx="12191980" cy="6857990"/>
          </a:xfrm>
          <a:prstGeom prst="rect">
            <a:avLst/>
          </a:prstGeom>
        </p:spPr>
      </p:pic>
      <p:sp>
        <p:nvSpPr>
          <p:cNvPr id="2" name="Title 1">
            <a:extLst>
              <a:ext uri="{FF2B5EF4-FFF2-40B4-BE49-F238E27FC236}">
                <a16:creationId xmlns:a16="http://schemas.microsoft.com/office/drawing/2014/main" id="{7AFDB5FF-3183-5C0C-B094-CA12404C89F5}"/>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b="1" dirty="0"/>
              <a:t>Stocks Data Analysis</a:t>
            </a:r>
          </a:p>
        </p:txBody>
      </p:sp>
    </p:spTree>
    <p:extLst>
      <p:ext uri="{BB962C8B-B14F-4D97-AF65-F5344CB8AC3E}">
        <p14:creationId xmlns:p14="http://schemas.microsoft.com/office/powerpoint/2010/main" val="236550972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8314EF4A-EE7D-64E6-0978-BB8CDBF22E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EB30B1-B6F0-3D8F-A277-6C7F98B62226}"/>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sz="3200" b="1" dirty="0">
                <a:solidFill>
                  <a:srgbClr val="002060"/>
                </a:solidFill>
              </a:rPr>
              <a:t>Technical Indicators Data Evaluation</a:t>
            </a:r>
            <a:endParaRPr lang="en-US" sz="3200" b="1" dirty="0">
              <a:solidFill>
                <a:srgbClr val="002060"/>
              </a:solidFill>
              <a:effectLst/>
            </a:endParaRPr>
          </a:p>
        </p:txBody>
      </p:sp>
      <p:sp>
        <p:nvSpPr>
          <p:cNvPr id="41" name="TextBox 40">
            <a:extLst>
              <a:ext uri="{FF2B5EF4-FFF2-40B4-BE49-F238E27FC236}">
                <a16:creationId xmlns:a16="http://schemas.microsoft.com/office/drawing/2014/main" id="{C1BB34D1-0068-1665-5C3A-D8DDA3C1952A}"/>
              </a:ext>
            </a:extLst>
          </p:cNvPr>
          <p:cNvSpPr txBox="1"/>
          <p:nvPr/>
        </p:nvSpPr>
        <p:spPr>
          <a:xfrm>
            <a:off x="4397271" y="6552084"/>
            <a:ext cx="7805299" cy="307777"/>
          </a:xfrm>
          <a:prstGeom prst="rect">
            <a:avLst/>
          </a:prstGeom>
          <a:solidFill>
            <a:schemeClr val="bg1"/>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apple_stock_with_indicators.csv, </a:t>
            </a:r>
            <a:r>
              <a:rPr lang="en-US" sz="700" b="1" i="1" dirty="0">
                <a:latin typeface="Segoe UI" panose="020B0502040204020203" pitchFamily="34" charset="0"/>
                <a:cs typeface="Segoe UI" panose="020B0502040204020203" pitchFamily="34" charset="0"/>
              </a:rPr>
              <a:t>apple_stock_news_with_summary.csv, apple_stock_enriched_phase2_output.csv</a:t>
            </a:r>
            <a:r>
              <a:rPr lang="en-CA" sz="700" b="1" i="1" dirty="0">
                <a:latin typeface="Segoe UI" panose="020B0502040204020203" pitchFamily="34" charset="0"/>
                <a:cs typeface="Segoe UI" panose="020B0502040204020203" pitchFamily="34" charset="0"/>
              </a:rPr>
              <a:t> | OpenAI | Code: 3.Apple_5yr_historicdata.py 5.A_Preprocessing.py, 5.C_Get_Apple_Simplified.py, 5.E_Generate_Summary.py</a:t>
            </a:r>
          </a:p>
        </p:txBody>
      </p:sp>
      <p:pic>
        <p:nvPicPr>
          <p:cNvPr id="26" name="Picture 25" descr="A graph showing a graph">
            <a:extLst>
              <a:ext uri="{FF2B5EF4-FFF2-40B4-BE49-F238E27FC236}">
                <a16:creationId xmlns:a16="http://schemas.microsoft.com/office/drawing/2014/main" id="{849C726A-8D3B-367D-784D-1256A5D2DF34}"/>
              </a:ext>
            </a:extLst>
          </p:cNvPr>
          <p:cNvPicPr>
            <a:picLocks noChangeAspect="1"/>
          </p:cNvPicPr>
          <p:nvPr/>
        </p:nvPicPr>
        <p:blipFill>
          <a:blip r:embed="rId3">
            <a:extLst>
              <a:ext uri="{28A0092B-C50C-407E-A947-70E740481C1C}">
                <a14:useLocalDpi xmlns:a14="http://schemas.microsoft.com/office/drawing/2010/main" val="0"/>
              </a:ext>
            </a:extLst>
          </a:blip>
          <a:srcRect l="8712" r="7277"/>
          <a:stretch/>
        </p:blipFill>
        <p:spPr>
          <a:xfrm>
            <a:off x="7316135" y="1645793"/>
            <a:ext cx="4801097" cy="1904947"/>
          </a:xfrm>
          <a:prstGeom prst="rect">
            <a:avLst/>
          </a:prstGeom>
        </p:spPr>
      </p:pic>
      <p:pic>
        <p:nvPicPr>
          <p:cNvPr id="33" name="Picture 32" descr="A graph showing a line&#10;&#10;AI-generated content may be incorrect.">
            <a:extLst>
              <a:ext uri="{FF2B5EF4-FFF2-40B4-BE49-F238E27FC236}">
                <a16:creationId xmlns:a16="http://schemas.microsoft.com/office/drawing/2014/main" id="{5CADFAAB-AD25-650C-DA41-FE05E01B740D}"/>
              </a:ext>
            </a:extLst>
          </p:cNvPr>
          <p:cNvPicPr>
            <a:picLocks noChangeAspect="1"/>
          </p:cNvPicPr>
          <p:nvPr/>
        </p:nvPicPr>
        <p:blipFill>
          <a:blip r:embed="rId4">
            <a:extLst>
              <a:ext uri="{28A0092B-C50C-407E-A947-70E740481C1C}">
                <a14:useLocalDpi xmlns:a14="http://schemas.microsoft.com/office/drawing/2010/main" val="0"/>
              </a:ext>
            </a:extLst>
          </a:blip>
          <a:srcRect l="8712" r="7277"/>
          <a:stretch/>
        </p:blipFill>
        <p:spPr>
          <a:xfrm>
            <a:off x="6096000" y="3721613"/>
            <a:ext cx="4946575" cy="1962668"/>
          </a:xfrm>
          <a:prstGeom prst="rect">
            <a:avLst/>
          </a:prstGeom>
        </p:spPr>
      </p:pic>
      <p:pic>
        <p:nvPicPr>
          <p:cNvPr id="42" name="Picture 41" descr="A graph with red and blue lines&#10;&#10;AI-generated content may be incorrect.">
            <a:extLst>
              <a:ext uri="{FF2B5EF4-FFF2-40B4-BE49-F238E27FC236}">
                <a16:creationId xmlns:a16="http://schemas.microsoft.com/office/drawing/2014/main" id="{2620804A-E9E9-D64F-4650-8EC112E9BCDD}"/>
              </a:ext>
            </a:extLst>
          </p:cNvPr>
          <p:cNvPicPr>
            <a:picLocks noChangeAspect="1"/>
          </p:cNvPicPr>
          <p:nvPr/>
        </p:nvPicPr>
        <p:blipFill>
          <a:blip r:embed="rId5">
            <a:extLst>
              <a:ext uri="{28A0092B-C50C-407E-A947-70E740481C1C}">
                <a14:useLocalDpi xmlns:a14="http://schemas.microsoft.com/office/drawing/2010/main" val="0"/>
              </a:ext>
            </a:extLst>
          </a:blip>
          <a:srcRect l="7250" t="8498" r="7672" b="5495"/>
          <a:stretch/>
        </p:blipFill>
        <p:spPr>
          <a:xfrm>
            <a:off x="314921" y="1521529"/>
            <a:ext cx="3001108" cy="2022560"/>
          </a:xfrm>
          <a:prstGeom prst="rect">
            <a:avLst/>
          </a:prstGeom>
        </p:spPr>
      </p:pic>
      <p:pic>
        <p:nvPicPr>
          <p:cNvPr id="44" name="Picture 43" descr="A graph showing a graph of a graph&#10;&#10;AI-generated content may be incorrect.">
            <a:extLst>
              <a:ext uri="{FF2B5EF4-FFF2-40B4-BE49-F238E27FC236}">
                <a16:creationId xmlns:a16="http://schemas.microsoft.com/office/drawing/2014/main" id="{D113E314-633D-482C-4AAD-EACFFE918F21}"/>
              </a:ext>
            </a:extLst>
          </p:cNvPr>
          <p:cNvPicPr>
            <a:picLocks noChangeAspect="1"/>
          </p:cNvPicPr>
          <p:nvPr/>
        </p:nvPicPr>
        <p:blipFill>
          <a:blip r:embed="rId6">
            <a:extLst>
              <a:ext uri="{28A0092B-C50C-407E-A947-70E740481C1C}">
                <a14:useLocalDpi xmlns:a14="http://schemas.microsoft.com/office/drawing/2010/main" val="0"/>
              </a:ext>
            </a:extLst>
          </a:blip>
          <a:srcRect l="7356" t="6913" r="6563" b="3342"/>
          <a:stretch/>
        </p:blipFill>
        <p:spPr>
          <a:xfrm>
            <a:off x="3541653" y="1645793"/>
            <a:ext cx="3641631" cy="1898296"/>
          </a:xfrm>
          <a:prstGeom prst="rect">
            <a:avLst/>
          </a:prstGeom>
        </p:spPr>
      </p:pic>
      <p:pic>
        <p:nvPicPr>
          <p:cNvPr id="46" name="Picture 45" descr="A graph showing a line graph&#10;&#10;AI-generated content may be incorrect.">
            <a:extLst>
              <a:ext uri="{FF2B5EF4-FFF2-40B4-BE49-F238E27FC236}">
                <a16:creationId xmlns:a16="http://schemas.microsoft.com/office/drawing/2014/main" id="{B82F9F17-C961-BF92-F6EA-6334F0F52744}"/>
              </a:ext>
            </a:extLst>
          </p:cNvPr>
          <p:cNvPicPr>
            <a:picLocks noChangeAspect="1"/>
          </p:cNvPicPr>
          <p:nvPr/>
        </p:nvPicPr>
        <p:blipFill>
          <a:blip r:embed="rId7">
            <a:extLst>
              <a:ext uri="{28A0092B-C50C-407E-A947-70E740481C1C}">
                <a14:useLocalDpi xmlns:a14="http://schemas.microsoft.com/office/drawing/2010/main" val="0"/>
              </a:ext>
            </a:extLst>
          </a:blip>
          <a:srcRect l="6990" r="7387"/>
          <a:stretch/>
        </p:blipFill>
        <p:spPr>
          <a:xfrm>
            <a:off x="662236" y="3710916"/>
            <a:ext cx="5096416" cy="1984063"/>
          </a:xfrm>
          <a:prstGeom prst="rect">
            <a:avLst/>
          </a:prstGeom>
        </p:spPr>
      </p:pic>
    </p:spTree>
    <p:extLst>
      <p:ext uri="{BB962C8B-B14F-4D97-AF65-F5344CB8AC3E}">
        <p14:creationId xmlns:p14="http://schemas.microsoft.com/office/powerpoint/2010/main" val="24814627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F74F2BC6-BA20-208B-37E8-7E10B8B40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EFA0AD-AE42-63C3-1E06-485DD4831A57}"/>
              </a:ext>
            </a:extLst>
          </p:cNvPr>
          <p:cNvSpPr>
            <a:spLocks noGrp="1"/>
          </p:cNvSpPr>
          <p:nvPr>
            <p:ph type="title"/>
          </p:nvPr>
        </p:nvSpPr>
        <p:spPr>
          <a:xfrm>
            <a:off x="1159581" y="489690"/>
            <a:ext cx="10364451" cy="744629"/>
          </a:xfrm>
        </p:spPr>
        <p:txBody>
          <a:bodyPr vert="horz" lIns="91440" tIns="45720" rIns="91440" bIns="45720" rtlCol="0" anchor="ctr">
            <a:normAutofit/>
          </a:bodyPr>
          <a:lstStyle/>
          <a:p>
            <a:r>
              <a:rPr lang="en-US" sz="3200" b="1" dirty="0">
                <a:solidFill>
                  <a:srgbClr val="002060"/>
                </a:solidFill>
              </a:rPr>
              <a:t>Articles Data Evaluation and </a:t>
            </a:r>
            <a:r>
              <a:rPr lang="en-US" sz="3200" b="1" dirty="0" err="1">
                <a:solidFill>
                  <a:srgbClr val="002060"/>
                </a:solidFill>
              </a:rPr>
              <a:t>Bertopic</a:t>
            </a:r>
            <a:r>
              <a:rPr lang="en-US" sz="3200" b="1" dirty="0">
                <a:solidFill>
                  <a:srgbClr val="002060"/>
                </a:solidFill>
              </a:rPr>
              <a:t> Modeling</a:t>
            </a:r>
            <a:endParaRPr lang="en-US" sz="3200" b="1" dirty="0">
              <a:solidFill>
                <a:srgbClr val="002060"/>
              </a:solidFill>
              <a:effectLst/>
            </a:endParaRPr>
          </a:p>
        </p:txBody>
      </p:sp>
      <p:sp>
        <p:nvSpPr>
          <p:cNvPr id="41" name="TextBox 40">
            <a:extLst>
              <a:ext uri="{FF2B5EF4-FFF2-40B4-BE49-F238E27FC236}">
                <a16:creationId xmlns:a16="http://schemas.microsoft.com/office/drawing/2014/main" id="{9FBC763C-8044-9CBE-AB52-58AE7F25E3B3}"/>
              </a:ext>
            </a:extLst>
          </p:cNvPr>
          <p:cNvSpPr txBox="1"/>
          <p:nvPr/>
        </p:nvSpPr>
        <p:spPr>
          <a:xfrm>
            <a:off x="4397271" y="6552084"/>
            <a:ext cx="7805299" cy="307777"/>
          </a:xfrm>
          <a:prstGeom prst="rect">
            <a:avLst/>
          </a:prstGeom>
          <a:solidFill>
            <a:schemeClr val="bg1"/>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apple_stock_with_indicators.csv, </a:t>
            </a:r>
            <a:r>
              <a:rPr lang="en-US" sz="700" b="1" i="1" dirty="0">
                <a:latin typeface="Segoe UI" panose="020B0502040204020203" pitchFamily="34" charset="0"/>
                <a:cs typeface="Segoe UI" panose="020B0502040204020203" pitchFamily="34" charset="0"/>
              </a:rPr>
              <a:t>apple_stock_news_with_summary.csv, apple_stock_enriched_phase2_output.csv</a:t>
            </a:r>
            <a:r>
              <a:rPr lang="en-CA" sz="700" b="1" i="1" dirty="0">
                <a:latin typeface="Segoe UI" panose="020B0502040204020203" pitchFamily="34" charset="0"/>
                <a:cs typeface="Segoe UI" panose="020B0502040204020203" pitchFamily="34" charset="0"/>
              </a:rPr>
              <a:t> | OpenAI | Code: 5.B_Topic_Modeling_BERTopic.py</a:t>
            </a:r>
          </a:p>
          <a:p>
            <a:r>
              <a:rPr lang="en-CA" sz="700" b="1" i="1" dirty="0">
                <a:latin typeface="Segoe UI" panose="020B0502040204020203" pitchFamily="34" charset="0"/>
                <a:cs typeface="Segoe UI" panose="020B0502040204020203" pitchFamily="34" charset="0"/>
              </a:rPr>
              <a:t>6.B_Keywords_Evaluation.py, 6.A_Overview_Summary.py, 6.C_Drop_in_Audit.py, 6.D_Audit_prt2.py, 6.D_Correlation_Analysis.py</a:t>
            </a:r>
          </a:p>
        </p:txBody>
      </p:sp>
      <p:pic>
        <p:nvPicPr>
          <p:cNvPr id="8" name="Picture 7" descr="A graph with numbers and a bar chart&#10;&#10;AI-generated content may be incorrect.">
            <a:extLst>
              <a:ext uri="{FF2B5EF4-FFF2-40B4-BE49-F238E27FC236}">
                <a16:creationId xmlns:a16="http://schemas.microsoft.com/office/drawing/2014/main" id="{1A1E00E6-6E59-DCA2-823C-F2076D8BD0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7496" y="1316870"/>
            <a:ext cx="5570694" cy="3342416"/>
          </a:xfrm>
          <a:prstGeom prst="rect">
            <a:avLst/>
          </a:prstGeom>
        </p:spPr>
      </p:pic>
      <p:sp>
        <p:nvSpPr>
          <p:cNvPr id="17" name="TextBox 16">
            <a:extLst>
              <a:ext uri="{FF2B5EF4-FFF2-40B4-BE49-F238E27FC236}">
                <a16:creationId xmlns:a16="http://schemas.microsoft.com/office/drawing/2014/main" id="{EB2AAF10-A03C-470C-E75D-B479E68073AF}"/>
              </a:ext>
            </a:extLst>
          </p:cNvPr>
          <p:cNvSpPr txBox="1"/>
          <p:nvPr/>
        </p:nvSpPr>
        <p:spPr>
          <a:xfrm>
            <a:off x="364361" y="4965183"/>
            <a:ext cx="4658876" cy="738664"/>
          </a:xfrm>
          <a:prstGeom prst="rect">
            <a:avLst/>
          </a:prstGeom>
          <a:noFill/>
        </p:spPr>
        <p:txBody>
          <a:bodyPr wrap="square" rtlCol="0">
            <a:spAutoFit/>
          </a:bodyPr>
          <a:lstStyle/>
          <a:p>
            <a:r>
              <a:rPr lang="en-US" sz="1400" b="1" i="1" dirty="0">
                <a:solidFill>
                  <a:srgbClr val="002060"/>
                </a:solidFill>
                <a:latin typeface="Segoe UI" panose="020B0502040204020203" pitchFamily="34" charset="0"/>
                <a:cs typeface="Segoe UI" panose="020B0502040204020203" pitchFamily="34" charset="0"/>
              </a:rPr>
              <a:t>Product mentions rose sharply in 2024–2025, with new interest in vision tech and earnings showing Apple’s evolving media narrative</a:t>
            </a:r>
            <a:endParaRPr lang="en-CA" sz="1400" b="1" i="1" dirty="0">
              <a:solidFill>
                <a:srgbClr val="002060"/>
              </a:solidFill>
              <a:latin typeface="Segoe UI" panose="020B0502040204020203" pitchFamily="34" charset="0"/>
              <a:cs typeface="Segoe UI" panose="020B0502040204020203" pitchFamily="34" charset="0"/>
            </a:endParaRPr>
          </a:p>
        </p:txBody>
      </p:sp>
      <p:pic>
        <p:nvPicPr>
          <p:cNvPr id="18" name="Picture 17" descr="A table with numbers and words&#10;&#10;AI-generated content may be incorrect.">
            <a:extLst>
              <a:ext uri="{FF2B5EF4-FFF2-40B4-BE49-F238E27FC236}">
                <a16:creationId xmlns:a16="http://schemas.microsoft.com/office/drawing/2014/main" id="{59633744-390E-6E20-0439-6ED3C224C1B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68764" y="3509203"/>
            <a:ext cx="2911960" cy="2911960"/>
          </a:xfrm>
          <a:prstGeom prst="rect">
            <a:avLst/>
          </a:prstGeom>
        </p:spPr>
      </p:pic>
      <p:pic>
        <p:nvPicPr>
          <p:cNvPr id="19" name="Picture 18" descr="A graph showing a number of times&#10;&#10;AI-generated content may be incorrect.">
            <a:extLst>
              <a:ext uri="{FF2B5EF4-FFF2-40B4-BE49-F238E27FC236}">
                <a16:creationId xmlns:a16="http://schemas.microsoft.com/office/drawing/2014/main" id="{33E117CF-CBB2-B497-458D-4D916562C7F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707744" y="1310557"/>
            <a:ext cx="4135449" cy="2067725"/>
          </a:xfrm>
          <a:prstGeom prst="rect">
            <a:avLst/>
          </a:prstGeom>
        </p:spPr>
      </p:pic>
    </p:spTree>
    <p:extLst>
      <p:ext uri="{BB962C8B-B14F-4D97-AF65-F5344CB8AC3E}">
        <p14:creationId xmlns:p14="http://schemas.microsoft.com/office/powerpoint/2010/main" val="24539599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94E9155E-CEF9-F0D0-2043-C3FAE6A7C4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F3BD45-8DFF-8B0B-D6D3-67402F38480C}"/>
              </a:ext>
            </a:extLst>
          </p:cNvPr>
          <p:cNvSpPr>
            <a:spLocks noGrp="1"/>
          </p:cNvSpPr>
          <p:nvPr>
            <p:ph type="title"/>
          </p:nvPr>
        </p:nvSpPr>
        <p:spPr>
          <a:xfrm>
            <a:off x="1159581" y="489690"/>
            <a:ext cx="10364451" cy="744629"/>
          </a:xfrm>
        </p:spPr>
        <p:txBody>
          <a:bodyPr vert="horz" lIns="91440" tIns="45720" rIns="91440" bIns="45720" rtlCol="0" anchor="ctr">
            <a:normAutofit fontScale="90000"/>
          </a:bodyPr>
          <a:lstStyle/>
          <a:p>
            <a:r>
              <a:rPr lang="en-US" sz="3200" b="1" dirty="0" err="1">
                <a:solidFill>
                  <a:srgbClr val="002060"/>
                </a:solidFill>
              </a:rPr>
              <a:t>Con’t</a:t>
            </a:r>
            <a:r>
              <a:rPr lang="en-US" sz="3200" b="1" dirty="0">
                <a:solidFill>
                  <a:srgbClr val="002060"/>
                </a:solidFill>
              </a:rPr>
              <a:t> Articles Data Evaluation and Sentiment analysis</a:t>
            </a:r>
            <a:endParaRPr lang="en-US" sz="3200" b="1" dirty="0">
              <a:solidFill>
                <a:srgbClr val="002060"/>
              </a:solidFill>
              <a:effectLst/>
            </a:endParaRPr>
          </a:p>
        </p:txBody>
      </p:sp>
      <p:sp>
        <p:nvSpPr>
          <p:cNvPr id="3" name="TextBox 2">
            <a:extLst>
              <a:ext uri="{FF2B5EF4-FFF2-40B4-BE49-F238E27FC236}">
                <a16:creationId xmlns:a16="http://schemas.microsoft.com/office/drawing/2014/main" id="{463B317F-89E0-800C-54B3-299CA5464618}"/>
              </a:ext>
            </a:extLst>
          </p:cNvPr>
          <p:cNvSpPr txBox="1"/>
          <p:nvPr/>
        </p:nvSpPr>
        <p:spPr>
          <a:xfrm>
            <a:off x="4415261" y="6550223"/>
            <a:ext cx="7805299" cy="307777"/>
          </a:xfrm>
          <a:prstGeom prst="rect">
            <a:avLst/>
          </a:prstGeom>
          <a:solidFill>
            <a:schemeClr val="bg1"/>
          </a:solidFill>
        </p:spPr>
        <p:txBody>
          <a:bodyPr wrap="square" rtlCol="0">
            <a:spAutoFit/>
          </a:bodyPr>
          <a:lstStyle/>
          <a:p>
            <a:r>
              <a:rPr lang="en-CA" sz="700" b="1" i="1" dirty="0">
                <a:latin typeface="Segoe UI" panose="020B0502040204020203" pitchFamily="34" charset="0"/>
                <a:cs typeface="Segoe UI" panose="020B0502040204020203" pitchFamily="34" charset="0"/>
              </a:rPr>
              <a:t>Sources: apple_stock_with_indicators.csv, </a:t>
            </a:r>
            <a:r>
              <a:rPr lang="en-US" sz="700" b="1" i="1" dirty="0">
                <a:latin typeface="Segoe UI" panose="020B0502040204020203" pitchFamily="34" charset="0"/>
                <a:cs typeface="Segoe UI" panose="020B0502040204020203" pitchFamily="34" charset="0"/>
              </a:rPr>
              <a:t>apple_stock_news_with_summary.csv, apple_stock_enriched_phase2_output.csv</a:t>
            </a:r>
            <a:r>
              <a:rPr lang="en-CA" sz="700" b="1" i="1" dirty="0">
                <a:latin typeface="Segoe UI" panose="020B0502040204020203" pitchFamily="34" charset="0"/>
                <a:cs typeface="Segoe UI" panose="020B0502040204020203" pitchFamily="34" charset="0"/>
              </a:rPr>
              <a:t> | OpenAI | Code: 5.B_Topic_Modeling_BERTopic.py</a:t>
            </a:r>
          </a:p>
          <a:p>
            <a:r>
              <a:rPr lang="en-CA" sz="700" b="1" i="1" dirty="0">
                <a:latin typeface="Segoe UI" panose="020B0502040204020203" pitchFamily="34" charset="0"/>
                <a:cs typeface="Segoe UI" panose="020B0502040204020203" pitchFamily="34" charset="0"/>
              </a:rPr>
              <a:t>6.B_Keywords_Evaluation.py, 6.A_Overview_Summary.py, 6.C_Drop_in_Audit.py, 6.D_Audit_prt2.py, 6.D_Correlation_Analysis.py</a:t>
            </a:r>
          </a:p>
        </p:txBody>
      </p:sp>
      <p:pic>
        <p:nvPicPr>
          <p:cNvPr id="12" name="Picture 11" descr="A graph of multiple bars&#10;&#10;AI-generated content may be incorrect.">
            <a:extLst>
              <a:ext uri="{FF2B5EF4-FFF2-40B4-BE49-F238E27FC236}">
                <a16:creationId xmlns:a16="http://schemas.microsoft.com/office/drawing/2014/main" id="{0DA21D9D-3ADF-92AC-CF53-66299B75A61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7495" y="1529594"/>
            <a:ext cx="6843702" cy="4080631"/>
          </a:xfrm>
          <a:prstGeom prst="rect">
            <a:avLst/>
          </a:prstGeom>
        </p:spPr>
      </p:pic>
      <p:sp>
        <p:nvSpPr>
          <p:cNvPr id="15" name="TextBox 14">
            <a:extLst>
              <a:ext uri="{FF2B5EF4-FFF2-40B4-BE49-F238E27FC236}">
                <a16:creationId xmlns:a16="http://schemas.microsoft.com/office/drawing/2014/main" id="{1CDC3883-5C71-1526-F260-22F1AAEE48C5}"/>
              </a:ext>
            </a:extLst>
          </p:cNvPr>
          <p:cNvSpPr txBox="1"/>
          <p:nvPr/>
        </p:nvSpPr>
        <p:spPr>
          <a:xfrm>
            <a:off x="7717677" y="1879818"/>
            <a:ext cx="3806355" cy="2246769"/>
          </a:xfrm>
          <a:prstGeom prst="rect">
            <a:avLst/>
          </a:prstGeom>
          <a:noFill/>
        </p:spPr>
        <p:txBody>
          <a:bodyPr wrap="square" rtlCol="0">
            <a:spAutoFit/>
          </a:bodyPr>
          <a:lstStyle/>
          <a:p>
            <a:pPr marL="285750" indent="-285750">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Average sentiment scores categorized by event type using GPT enrichment. While Product events dominate in volume, categories such as Social Responsibility and Strategy exhibit significantly higher positive sentiment with minimal negativity. </a:t>
            </a:r>
          </a:p>
          <a:p>
            <a:endParaRPr lang="en-US" sz="1400" dirty="0">
              <a:solidFill>
                <a:srgbClr val="002060"/>
              </a:solidFill>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This highlights how different themes can influence market perception and potentially affect stock movement.</a:t>
            </a:r>
            <a:endParaRPr lang="en-CA" sz="1400" dirty="0">
              <a:solidFill>
                <a:srgbClr val="002060"/>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1535747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667A346-3286-2A32-53A5-7D2F149EA5C3}"/>
            </a:ext>
          </a:extLst>
        </p:cNvPr>
        <p:cNvGrpSpPr/>
        <p:nvPr/>
      </p:nvGrpSpPr>
      <p:grpSpPr>
        <a:xfrm>
          <a:off x="0" y="0"/>
          <a:ext cx="0" cy="0"/>
          <a:chOff x="0" y="0"/>
          <a:chExt cx="0" cy="0"/>
        </a:xfrm>
      </p:grpSpPr>
      <p:pic>
        <p:nvPicPr>
          <p:cNvPr id="36"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40">
            <a:extLst>
              <a:ext uri="{FF2B5EF4-FFF2-40B4-BE49-F238E27FC236}">
                <a16:creationId xmlns:a16="http://schemas.microsoft.com/office/drawing/2014/main" id="{CAD20AEA-7CAF-4A83-BE2E-EAF010B8B7F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43" name="Rectangle 42">
            <a:extLst>
              <a:ext uri="{FF2B5EF4-FFF2-40B4-BE49-F238E27FC236}">
                <a16:creationId xmlns:a16="http://schemas.microsoft.com/office/drawing/2014/main" id="{B40FCD49-2060-48B9-8212-8A5F1DF472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A robot thinking about something&#10;&#10;AI-generated content may be incorrect.">
            <a:extLst>
              <a:ext uri="{FF2B5EF4-FFF2-40B4-BE49-F238E27FC236}">
                <a16:creationId xmlns:a16="http://schemas.microsoft.com/office/drawing/2014/main" id="{5F186A18-B434-5721-36D3-DDB2D0D8216F}"/>
              </a:ext>
            </a:extLst>
          </p:cNvPr>
          <p:cNvPicPr>
            <a:picLocks noChangeAspect="1"/>
          </p:cNvPicPr>
          <p:nvPr/>
        </p:nvPicPr>
        <p:blipFill>
          <a:blip r:embed="rId5">
            <a:alphaModFix amt="35000"/>
            <a:extLst>
              <a:ext uri="{BEBA8EAE-BF5A-486C-A8C5-ECC9F3942E4B}">
                <a14:imgProps xmlns:a14="http://schemas.microsoft.com/office/drawing/2010/main">
                  <a14:imgLayer r:embed="rId6">
                    <a14:imgEffect>
                      <a14:sharpenSoften amount="-50000"/>
                    </a14:imgEffect>
                  </a14:imgLayer>
                </a14:imgProps>
              </a:ext>
            </a:extLst>
          </a:blip>
          <a:srcRect l="25778"/>
          <a:stretch/>
        </p:blipFill>
        <p:spPr>
          <a:xfrm>
            <a:off x="20" y="10"/>
            <a:ext cx="12191980" cy="6857990"/>
          </a:xfrm>
          <a:prstGeom prst="rect">
            <a:avLst/>
          </a:prstGeom>
        </p:spPr>
      </p:pic>
      <p:pic>
        <p:nvPicPr>
          <p:cNvPr id="38" name="Picture 37">
            <a:extLst>
              <a:ext uri="{FF2B5EF4-FFF2-40B4-BE49-F238E27FC236}">
                <a16:creationId xmlns:a16="http://schemas.microsoft.com/office/drawing/2014/main" id="{83A45DCD-B5FB-4A86-88D2-91088C7FFC5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79A5470-722D-2FB2-06BF-FF2D0C018948}"/>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b="1" dirty="0"/>
              <a:t>Stock Price prediction with Machine Learning(APPLE INC)</a:t>
            </a:r>
          </a:p>
        </p:txBody>
      </p:sp>
      <p:sp>
        <p:nvSpPr>
          <p:cNvPr id="11" name="Text Placeholder 10">
            <a:extLst>
              <a:ext uri="{FF2B5EF4-FFF2-40B4-BE49-F238E27FC236}">
                <a16:creationId xmlns:a16="http://schemas.microsoft.com/office/drawing/2014/main" id="{02B63D8A-49F5-BE72-9415-F8E13B1886E8}"/>
              </a:ext>
            </a:extLst>
          </p:cNvPr>
          <p:cNvSpPr>
            <a:spLocks noGrp="1"/>
          </p:cNvSpPr>
          <p:nvPr>
            <p:ph type="body" idx="1"/>
          </p:nvPr>
        </p:nvSpPr>
        <p:spPr>
          <a:xfrm>
            <a:off x="1751012" y="3886200"/>
            <a:ext cx="8689976" cy="1371599"/>
          </a:xfrm>
        </p:spPr>
        <p:txBody>
          <a:bodyPr vert="horz" lIns="91440" tIns="45720" rIns="91440" bIns="45720" rtlCol="0">
            <a:normAutofit/>
          </a:bodyPr>
          <a:lstStyle/>
          <a:p>
            <a:r>
              <a:rPr lang="en-US" sz="2200" b="1" i="1">
                <a:solidFill>
                  <a:schemeClr val="tx1">
                    <a:lumMod val="65000"/>
                    <a:lumOff val="35000"/>
                  </a:schemeClr>
                </a:solidFill>
              </a:rPr>
              <a:t>Model Evaluation using Technical + News-based Features</a:t>
            </a:r>
          </a:p>
        </p:txBody>
      </p:sp>
      <p:sp>
        <p:nvSpPr>
          <p:cNvPr id="6" name="AutoShape 2" descr="AI, Machine Learning, and Deep Learning in a Nutshell">
            <a:extLst>
              <a:ext uri="{FF2B5EF4-FFF2-40B4-BE49-F238E27FC236}">
                <a16:creationId xmlns:a16="http://schemas.microsoft.com/office/drawing/2014/main" id="{789706F6-94FC-4AC6-2F52-D3DCF1440934}"/>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 name="AutoShape 6" descr="AI, Machine Learning, and Deep Learning in a Nutshell">
            <a:extLst>
              <a:ext uri="{FF2B5EF4-FFF2-40B4-BE49-F238E27FC236}">
                <a16:creationId xmlns:a16="http://schemas.microsoft.com/office/drawing/2014/main" id="{F9EFA318-424A-AED8-09B1-7EF58D86DA07}"/>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Tree>
    <p:extLst>
      <p:ext uri="{BB962C8B-B14F-4D97-AF65-F5344CB8AC3E}">
        <p14:creationId xmlns:p14="http://schemas.microsoft.com/office/powerpoint/2010/main" val="10466830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6D3D4E2-0A15-13D6-E7A6-4245C62F1CF9}"/>
              </a:ext>
            </a:extLst>
          </p:cNvPr>
          <p:cNvSpPr>
            <a:spLocks noGrp="1"/>
          </p:cNvSpPr>
          <p:nvPr>
            <p:ph type="title"/>
          </p:nvPr>
        </p:nvSpPr>
        <p:spPr>
          <a:xfrm>
            <a:off x="913775" y="577566"/>
            <a:ext cx="10364451" cy="744629"/>
          </a:xfrm>
        </p:spPr>
        <p:txBody>
          <a:bodyPr/>
          <a:lstStyle/>
          <a:p>
            <a:r>
              <a:rPr lang="en-CA" b="1" dirty="0">
                <a:solidFill>
                  <a:srgbClr val="002060"/>
                </a:solidFill>
                <a:latin typeface="Segoe UI" panose="020B0502040204020203" pitchFamily="34" charset="0"/>
                <a:cs typeface="Segoe UI" panose="020B0502040204020203" pitchFamily="34" charset="0"/>
              </a:rPr>
              <a:t>Libraries Used in Machine Learning</a:t>
            </a:r>
          </a:p>
        </p:txBody>
      </p:sp>
      <p:graphicFrame>
        <p:nvGraphicFramePr>
          <p:cNvPr id="6" name="Content Placeholder 5">
            <a:extLst>
              <a:ext uri="{FF2B5EF4-FFF2-40B4-BE49-F238E27FC236}">
                <a16:creationId xmlns:a16="http://schemas.microsoft.com/office/drawing/2014/main" id="{1B5E38B9-3900-7723-B9E4-8E6BB2BA00F0}"/>
              </a:ext>
            </a:extLst>
          </p:cNvPr>
          <p:cNvGraphicFramePr>
            <a:graphicFrameLocks noGrp="1"/>
          </p:cNvGraphicFramePr>
          <p:nvPr>
            <p:ph sz="quarter" idx="13"/>
            <p:extLst>
              <p:ext uri="{D42A27DB-BD31-4B8C-83A1-F6EECF244321}">
                <p14:modId xmlns:p14="http://schemas.microsoft.com/office/powerpoint/2010/main" val="2867780923"/>
              </p:ext>
            </p:extLst>
          </p:nvPr>
        </p:nvGraphicFramePr>
        <p:xfrm>
          <a:off x="389894" y="1676400"/>
          <a:ext cx="5333999" cy="42386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Rectangle 8">
            <a:extLst>
              <a:ext uri="{FF2B5EF4-FFF2-40B4-BE49-F238E27FC236}">
                <a16:creationId xmlns:a16="http://schemas.microsoft.com/office/drawing/2014/main" id="{3F5F7FD5-6EF5-84F3-C503-6FA577D5CE0A}"/>
              </a:ext>
            </a:extLst>
          </p:cNvPr>
          <p:cNvSpPr/>
          <p:nvPr/>
        </p:nvSpPr>
        <p:spPr>
          <a:xfrm>
            <a:off x="6521376" y="1615687"/>
            <a:ext cx="3959363" cy="508591"/>
          </a:xfrm>
          <a:prstGeom prst="rect">
            <a:avLst/>
          </a:prstGeom>
          <a:ln/>
        </p:spPr>
        <p:style>
          <a:lnRef idx="2">
            <a:schemeClr val="accent6"/>
          </a:lnRef>
          <a:fillRef idx="1">
            <a:schemeClr val="lt1"/>
          </a:fillRef>
          <a:effectRef idx="0">
            <a:schemeClr val="accent6"/>
          </a:effectRef>
          <a:fontRef idx="minor">
            <a:schemeClr val="dk1"/>
          </a:fontRef>
        </p:style>
        <p:txBody>
          <a:bodyPr rtlCol="0" anchor="ctr"/>
          <a:lstStyle/>
          <a:p>
            <a:pPr algn="ctr"/>
            <a:r>
              <a:rPr lang="en-CA" sz="1400" b="1" dirty="0">
                <a:solidFill>
                  <a:srgbClr val="002060"/>
                </a:solidFill>
                <a:latin typeface="Segoe UI" panose="020B0502040204020203" pitchFamily="34" charset="0"/>
                <a:cs typeface="Segoe UI" panose="020B0502040204020203" pitchFamily="34" charset="0"/>
              </a:rPr>
              <a:t>Pandas</a:t>
            </a:r>
          </a:p>
          <a:p>
            <a:pPr algn="ctr"/>
            <a:r>
              <a:rPr lang="en-CA" sz="1400" b="1" dirty="0" err="1">
                <a:solidFill>
                  <a:srgbClr val="002060"/>
                </a:solidFill>
                <a:latin typeface="Segoe UI" panose="020B0502040204020203" pitchFamily="34" charset="0"/>
                <a:cs typeface="Segoe UI" panose="020B0502040204020203" pitchFamily="34" charset="0"/>
              </a:rPr>
              <a:t>Numpy</a:t>
            </a:r>
            <a:endParaRPr lang="en-CA" sz="1400" b="1" dirty="0">
              <a:solidFill>
                <a:srgbClr val="002060"/>
              </a:solidFill>
              <a:latin typeface="Segoe UI" panose="020B0502040204020203" pitchFamily="34" charset="0"/>
              <a:cs typeface="Segoe UI" panose="020B0502040204020203" pitchFamily="34" charset="0"/>
            </a:endParaRPr>
          </a:p>
        </p:txBody>
      </p:sp>
      <p:sp>
        <p:nvSpPr>
          <p:cNvPr id="10" name="Rectangle 9">
            <a:extLst>
              <a:ext uri="{FF2B5EF4-FFF2-40B4-BE49-F238E27FC236}">
                <a16:creationId xmlns:a16="http://schemas.microsoft.com/office/drawing/2014/main" id="{F2874702-D7C6-A439-A145-D3D290D6E915}"/>
              </a:ext>
            </a:extLst>
          </p:cNvPr>
          <p:cNvSpPr/>
          <p:nvPr/>
        </p:nvSpPr>
        <p:spPr>
          <a:xfrm>
            <a:off x="6501582" y="2357088"/>
            <a:ext cx="3998957" cy="559450"/>
          </a:xfrm>
          <a:prstGeom prst="rect">
            <a:avLst/>
          </a:prstGeom>
          <a:solidFill>
            <a:schemeClr val="bg1"/>
          </a:solidFill>
          <a:ln w="19050">
            <a:solidFill>
              <a:srgbClr val="FFCCCC"/>
            </a:solidFill>
          </a:ln>
          <a:effectLst>
            <a:outerShdw blurRad="44450" dist="27940" dir="5400000" algn="ctr">
              <a:srgbClr val="000000">
                <a:alpha val="32000"/>
              </a:srgbClr>
            </a:outerShdw>
          </a:effectLst>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CA" sz="1400" b="1" dirty="0">
                <a:solidFill>
                  <a:srgbClr val="002060"/>
                </a:solidFill>
                <a:latin typeface="Segoe UI" panose="020B0502040204020203" pitchFamily="34" charset="0"/>
                <a:cs typeface="Segoe UI" panose="020B0502040204020203" pitchFamily="34" charset="0"/>
              </a:rPr>
              <a:t>Matplotlib</a:t>
            </a:r>
          </a:p>
          <a:p>
            <a:pPr algn="ctr"/>
            <a:r>
              <a:rPr lang="en-CA" sz="1400" b="1" dirty="0">
                <a:solidFill>
                  <a:srgbClr val="002060"/>
                </a:solidFill>
                <a:latin typeface="Segoe UI" panose="020B0502040204020203" pitchFamily="34" charset="0"/>
                <a:cs typeface="Segoe UI" panose="020B0502040204020203" pitchFamily="34" charset="0"/>
              </a:rPr>
              <a:t>Seaborn</a:t>
            </a:r>
          </a:p>
        </p:txBody>
      </p:sp>
      <p:sp>
        <p:nvSpPr>
          <p:cNvPr id="12" name="Rectangle 11">
            <a:extLst>
              <a:ext uri="{FF2B5EF4-FFF2-40B4-BE49-F238E27FC236}">
                <a16:creationId xmlns:a16="http://schemas.microsoft.com/office/drawing/2014/main" id="{CADCDDEC-A5DE-6F45-EA8A-75E40D43C3B2}"/>
              </a:ext>
            </a:extLst>
          </p:cNvPr>
          <p:cNvSpPr/>
          <p:nvPr/>
        </p:nvSpPr>
        <p:spPr>
          <a:xfrm>
            <a:off x="6495077" y="3149348"/>
            <a:ext cx="3975310" cy="1973418"/>
          </a:xfrm>
          <a:prstGeom prst="rect">
            <a:avLst/>
          </a:prstGeom>
          <a:ln/>
        </p:spPr>
        <p:style>
          <a:lnRef idx="2">
            <a:schemeClr val="accent4"/>
          </a:lnRef>
          <a:fillRef idx="1">
            <a:schemeClr val="lt1"/>
          </a:fillRef>
          <a:effectRef idx="0">
            <a:schemeClr val="accent4"/>
          </a:effectRef>
          <a:fontRef idx="minor">
            <a:schemeClr val="dk1"/>
          </a:fontRef>
        </p:style>
        <p:txBody>
          <a:bodyPr rtlCol="0" anchor="ctr"/>
          <a:lstStyle/>
          <a:p>
            <a:pPr algn="ctr"/>
            <a:r>
              <a:rPr lang="en-CA" sz="1400" b="1" dirty="0" err="1">
                <a:solidFill>
                  <a:srgbClr val="002060"/>
                </a:solidFill>
                <a:latin typeface="Segoe UI" panose="020B0502040204020203" pitchFamily="34" charset="0"/>
                <a:cs typeface="Segoe UI" panose="020B0502040204020203" pitchFamily="34" charset="0"/>
              </a:rPr>
              <a:t>sklearn.model_selection.train_test_split</a:t>
            </a:r>
            <a:endParaRPr lang="en-CA" sz="1400" b="1" dirty="0">
              <a:solidFill>
                <a:srgbClr val="002060"/>
              </a:solidFill>
              <a:latin typeface="Segoe UI" panose="020B0502040204020203" pitchFamily="34" charset="0"/>
              <a:cs typeface="Segoe UI" panose="020B0502040204020203" pitchFamily="34" charset="0"/>
            </a:endParaRPr>
          </a:p>
          <a:p>
            <a:pPr algn="ctr"/>
            <a:r>
              <a:rPr lang="en-CA" sz="1400" b="1" dirty="0" err="1">
                <a:solidFill>
                  <a:srgbClr val="002060"/>
                </a:solidFill>
                <a:latin typeface="Segoe UI" panose="020B0502040204020203" pitchFamily="34" charset="0"/>
                <a:cs typeface="Segoe UI" panose="020B0502040204020203" pitchFamily="34" charset="0"/>
              </a:rPr>
              <a:t>sklearn.metrics</a:t>
            </a:r>
            <a:endParaRPr lang="en-CA" sz="1400" b="1" dirty="0">
              <a:solidFill>
                <a:srgbClr val="002060"/>
              </a:solidFill>
              <a:latin typeface="Segoe UI" panose="020B0502040204020203" pitchFamily="34" charset="0"/>
              <a:cs typeface="Segoe UI" panose="020B0502040204020203" pitchFamily="34" charset="0"/>
            </a:endParaRPr>
          </a:p>
          <a:p>
            <a:pPr algn="ctr"/>
            <a:r>
              <a:rPr lang="en-CA" sz="1400" b="1" dirty="0" err="1">
                <a:solidFill>
                  <a:srgbClr val="002060"/>
                </a:solidFill>
                <a:latin typeface="Segoe UI" panose="020B0502040204020203" pitchFamily="34" charset="0"/>
                <a:cs typeface="Segoe UI" panose="020B0502040204020203" pitchFamily="34" charset="0"/>
              </a:rPr>
              <a:t>sklearn.preprocessing.StandardScaler</a:t>
            </a:r>
            <a:r>
              <a:rPr lang="en-CA" sz="1400" b="1" dirty="0">
                <a:solidFill>
                  <a:srgbClr val="002060"/>
                </a:solidFill>
                <a:latin typeface="Segoe UI" panose="020B0502040204020203" pitchFamily="34" charset="0"/>
                <a:cs typeface="Segoe UI" panose="020B0502040204020203" pitchFamily="34" charset="0"/>
              </a:rPr>
              <a:t>, Polynomial Features</a:t>
            </a:r>
          </a:p>
          <a:p>
            <a:pPr algn="ctr"/>
            <a:r>
              <a:rPr lang="en-CA" sz="1400" b="1" dirty="0" err="1">
                <a:solidFill>
                  <a:srgbClr val="002060"/>
                </a:solidFill>
                <a:latin typeface="Segoe UI" panose="020B0502040204020203" pitchFamily="34" charset="0"/>
                <a:cs typeface="Segoe UI" panose="020B0502040204020203" pitchFamily="34" charset="0"/>
              </a:rPr>
              <a:t>sklearn.pipeline.Pipeline</a:t>
            </a:r>
            <a:r>
              <a:rPr lang="en-CA" sz="1400" b="1" dirty="0">
                <a:solidFill>
                  <a:srgbClr val="002060"/>
                </a:solidFill>
                <a:latin typeface="Segoe UI" panose="020B0502040204020203" pitchFamily="34" charset="0"/>
                <a:cs typeface="Segoe UI" panose="020B0502040204020203" pitchFamily="34" charset="0"/>
              </a:rPr>
              <a:t>, </a:t>
            </a:r>
          </a:p>
          <a:p>
            <a:pPr algn="ctr"/>
            <a:r>
              <a:rPr lang="en-CA" sz="1400" b="1" dirty="0" err="1">
                <a:solidFill>
                  <a:srgbClr val="002060"/>
                </a:solidFill>
                <a:latin typeface="Segoe UI" panose="020B0502040204020203" pitchFamily="34" charset="0"/>
                <a:cs typeface="Segoe UI" panose="020B0502040204020203" pitchFamily="34" charset="0"/>
              </a:rPr>
              <a:t>sklearn.ensemble</a:t>
            </a:r>
            <a:r>
              <a:rPr lang="en-CA" sz="1400" b="1" dirty="0">
                <a:solidFill>
                  <a:srgbClr val="002060"/>
                </a:solidFill>
                <a:latin typeface="Segoe UI" panose="020B0502040204020203" pitchFamily="34" charset="0"/>
                <a:cs typeface="Segoe UI" panose="020B0502040204020203" pitchFamily="34" charset="0"/>
              </a:rPr>
              <a:t> – </a:t>
            </a:r>
            <a:r>
              <a:rPr lang="en-CA" sz="1400" b="1" dirty="0" err="1">
                <a:solidFill>
                  <a:srgbClr val="002060"/>
                </a:solidFill>
                <a:latin typeface="Segoe UI" panose="020B0502040204020203" pitchFamily="34" charset="0"/>
                <a:cs typeface="Segoe UI" panose="020B0502040204020203" pitchFamily="34" charset="0"/>
              </a:rPr>
              <a:t>RandomForestRegressor</a:t>
            </a:r>
            <a:r>
              <a:rPr lang="en-CA" sz="1400" b="1" dirty="0">
                <a:solidFill>
                  <a:srgbClr val="002060"/>
                </a:solidFill>
                <a:latin typeface="Segoe UI" panose="020B0502040204020203" pitchFamily="34" charset="0"/>
                <a:cs typeface="Segoe UI" panose="020B0502040204020203" pitchFamily="34" charset="0"/>
              </a:rPr>
              <a:t>, </a:t>
            </a:r>
            <a:r>
              <a:rPr lang="en-CA" sz="1400" b="1" dirty="0" err="1">
                <a:solidFill>
                  <a:srgbClr val="002060"/>
                </a:solidFill>
                <a:latin typeface="Segoe UI" panose="020B0502040204020203" pitchFamily="34" charset="0"/>
                <a:cs typeface="Segoe UI" panose="020B0502040204020203" pitchFamily="34" charset="0"/>
              </a:rPr>
              <a:t>GradientBoostingRegressor</a:t>
            </a:r>
            <a:endParaRPr lang="en-CA" sz="1400" b="1" dirty="0">
              <a:solidFill>
                <a:srgbClr val="002060"/>
              </a:solidFill>
              <a:latin typeface="Segoe UI" panose="020B0502040204020203" pitchFamily="34" charset="0"/>
              <a:cs typeface="Segoe UI" panose="020B0502040204020203" pitchFamily="34" charset="0"/>
            </a:endParaRPr>
          </a:p>
          <a:p>
            <a:pPr algn="ctr"/>
            <a:r>
              <a:rPr lang="en-CA" sz="1400" b="1" dirty="0" err="1">
                <a:solidFill>
                  <a:srgbClr val="002060"/>
                </a:solidFill>
                <a:latin typeface="Segoe UI" panose="020B0502040204020203" pitchFamily="34" charset="0"/>
                <a:cs typeface="Segoe UI" panose="020B0502040204020203" pitchFamily="34" charset="0"/>
              </a:rPr>
              <a:t>sklearn.linear_model.Ridge</a:t>
            </a:r>
            <a:endParaRPr lang="en-CA" sz="1400" b="1" dirty="0">
              <a:solidFill>
                <a:srgbClr val="002060"/>
              </a:solidFill>
              <a:latin typeface="Segoe UI" panose="020B0502040204020203" pitchFamily="34" charset="0"/>
              <a:cs typeface="Segoe UI" panose="020B0502040204020203" pitchFamily="34" charset="0"/>
            </a:endParaRPr>
          </a:p>
          <a:p>
            <a:pPr algn="ctr"/>
            <a:r>
              <a:rPr lang="en-CA" sz="1400" b="1" dirty="0" err="1">
                <a:solidFill>
                  <a:srgbClr val="002060"/>
                </a:solidFill>
                <a:latin typeface="Segoe UI" panose="020B0502040204020203" pitchFamily="34" charset="0"/>
                <a:cs typeface="Segoe UI" panose="020B0502040204020203" pitchFamily="34" charset="0"/>
              </a:rPr>
              <a:t>xgboost.XGBRegressor</a:t>
            </a:r>
            <a:endParaRPr lang="en-CA" sz="1400" b="1" dirty="0">
              <a:solidFill>
                <a:srgbClr val="002060"/>
              </a:solidFill>
              <a:latin typeface="Segoe UI" panose="020B0502040204020203" pitchFamily="34" charset="0"/>
              <a:cs typeface="Segoe UI" panose="020B0502040204020203" pitchFamily="34" charset="0"/>
            </a:endParaRPr>
          </a:p>
        </p:txBody>
      </p:sp>
      <p:sp>
        <p:nvSpPr>
          <p:cNvPr id="15" name="Rectangle 14">
            <a:extLst>
              <a:ext uri="{FF2B5EF4-FFF2-40B4-BE49-F238E27FC236}">
                <a16:creationId xmlns:a16="http://schemas.microsoft.com/office/drawing/2014/main" id="{A4ACE1CF-A4D9-B9A3-3BB8-E783AB5FC616}"/>
              </a:ext>
            </a:extLst>
          </p:cNvPr>
          <p:cNvSpPr/>
          <p:nvPr/>
        </p:nvSpPr>
        <p:spPr>
          <a:xfrm>
            <a:off x="6481782" y="5355575"/>
            <a:ext cx="3998957" cy="845200"/>
          </a:xfrm>
          <a:prstGeom prst="rect">
            <a:avLst/>
          </a:prstGeom>
          <a:ln/>
        </p:spPr>
        <p:style>
          <a:lnRef idx="2">
            <a:schemeClr val="accent3"/>
          </a:lnRef>
          <a:fillRef idx="1">
            <a:schemeClr val="lt1"/>
          </a:fillRef>
          <a:effectRef idx="0">
            <a:schemeClr val="accent3"/>
          </a:effectRef>
          <a:fontRef idx="minor">
            <a:schemeClr val="dk1"/>
          </a:fontRef>
        </p:style>
        <p:txBody>
          <a:bodyPr rtlCol="0" anchor="ctr"/>
          <a:lstStyle/>
          <a:p>
            <a:pPr algn="ctr"/>
            <a:r>
              <a:rPr lang="en-CA" sz="1400" b="1" dirty="0" err="1">
                <a:solidFill>
                  <a:srgbClr val="002060"/>
                </a:solidFill>
                <a:latin typeface="Segoe UI" panose="020B0502040204020203" pitchFamily="34" charset="0"/>
                <a:cs typeface="Segoe UI" panose="020B0502040204020203" pitchFamily="34" charset="0"/>
              </a:rPr>
              <a:t>scipy.stats.pearsonr</a:t>
            </a:r>
            <a:r>
              <a:rPr lang="en-CA" sz="1400" b="1" dirty="0">
                <a:solidFill>
                  <a:srgbClr val="002060"/>
                </a:solidFill>
                <a:latin typeface="Segoe UI" panose="020B0502040204020203" pitchFamily="34" charset="0"/>
                <a:cs typeface="Segoe UI" panose="020B0502040204020203" pitchFamily="34" charset="0"/>
              </a:rPr>
              <a:t> – correlation </a:t>
            </a:r>
            <a:r>
              <a:rPr lang="en-CA" sz="1400" b="1" dirty="0" err="1">
                <a:solidFill>
                  <a:srgbClr val="002060"/>
                </a:solidFill>
                <a:latin typeface="Segoe UI" panose="020B0502040204020203" pitchFamily="34" charset="0"/>
                <a:cs typeface="Segoe UI" panose="020B0502040204020203" pitchFamily="34" charset="0"/>
              </a:rPr>
              <a:t>sklearn.inspection.permutation_importance</a:t>
            </a:r>
            <a:r>
              <a:rPr lang="en-CA" sz="1400" b="1" dirty="0">
                <a:solidFill>
                  <a:srgbClr val="002060"/>
                </a:solidFill>
                <a:latin typeface="Segoe UI" panose="020B0502040204020203" pitchFamily="34" charset="0"/>
                <a:cs typeface="Segoe UI" panose="020B0502040204020203" pitchFamily="34" charset="0"/>
              </a:rPr>
              <a:t> – feature importance</a:t>
            </a:r>
          </a:p>
          <a:p>
            <a:pPr algn="ctr"/>
            <a:r>
              <a:rPr lang="en-CA" sz="1400" b="1" dirty="0">
                <a:solidFill>
                  <a:srgbClr val="002060"/>
                </a:solidFill>
                <a:latin typeface="Segoe UI" panose="020B0502040204020203" pitchFamily="34" charset="0"/>
                <a:cs typeface="Segoe UI" panose="020B0502040204020203" pitchFamily="34" charset="0"/>
              </a:rPr>
              <a:t>tabulate</a:t>
            </a:r>
          </a:p>
        </p:txBody>
      </p:sp>
    </p:spTree>
    <p:extLst>
      <p:ext uri="{BB962C8B-B14F-4D97-AF65-F5344CB8AC3E}">
        <p14:creationId xmlns:p14="http://schemas.microsoft.com/office/powerpoint/2010/main" val="3880954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A3FFB071-DBCD-5987-440C-05BD829C8C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ADBB81E-85BD-B89D-ADDB-31320CC76FBF}"/>
              </a:ext>
            </a:extLst>
          </p:cNvPr>
          <p:cNvSpPr>
            <a:spLocks noGrp="1"/>
          </p:cNvSpPr>
          <p:nvPr>
            <p:ph type="title"/>
          </p:nvPr>
        </p:nvSpPr>
        <p:spPr>
          <a:xfrm>
            <a:off x="913775" y="577566"/>
            <a:ext cx="10364451" cy="744629"/>
          </a:xfrm>
        </p:spPr>
        <p:txBody>
          <a:bodyPr/>
          <a:lstStyle/>
          <a:p>
            <a:r>
              <a:rPr lang="en-CA" b="1" dirty="0">
                <a:solidFill>
                  <a:srgbClr val="002060"/>
                </a:solidFill>
                <a:latin typeface="Segoe UI" panose="020B0502040204020203" pitchFamily="34" charset="0"/>
                <a:cs typeface="Segoe UI" panose="020B0502040204020203" pitchFamily="34" charset="0"/>
              </a:rPr>
              <a:t>Processing of Data Before Training</a:t>
            </a:r>
          </a:p>
        </p:txBody>
      </p:sp>
      <p:pic>
        <p:nvPicPr>
          <p:cNvPr id="7" name="Content Placeholder 6">
            <a:extLst>
              <a:ext uri="{FF2B5EF4-FFF2-40B4-BE49-F238E27FC236}">
                <a16:creationId xmlns:a16="http://schemas.microsoft.com/office/drawing/2014/main" id="{7FCC246C-C5DC-CB31-88CB-A860198E8E78}"/>
              </a:ext>
            </a:extLst>
          </p:cNvPr>
          <p:cNvPicPr>
            <a:picLocks noGrp="1" noChangeAspect="1"/>
          </p:cNvPicPr>
          <p:nvPr>
            <p:ph sz="quarter" idx="13"/>
          </p:nvPr>
        </p:nvPicPr>
        <p:blipFill>
          <a:blip r:embed="rId2"/>
          <a:stretch>
            <a:fillRect/>
          </a:stretch>
        </p:blipFill>
        <p:spPr>
          <a:xfrm>
            <a:off x="337724" y="1716881"/>
            <a:ext cx="9727945" cy="3424237"/>
          </a:xfrm>
        </p:spPr>
      </p:pic>
      <p:sp>
        <p:nvSpPr>
          <p:cNvPr id="11" name="TextBox 10">
            <a:extLst>
              <a:ext uri="{FF2B5EF4-FFF2-40B4-BE49-F238E27FC236}">
                <a16:creationId xmlns:a16="http://schemas.microsoft.com/office/drawing/2014/main" id="{43943976-BB0D-8313-CE02-9E69DE715BFC}"/>
              </a:ext>
            </a:extLst>
          </p:cNvPr>
          <p:cNvSpPr txBox="1"/>
          <p:nvPr/>
        </p:nvSpPr>
        <p:spPr>
          <a:xfrm>
            <a:off x="4248150" y="5535804"/>
            <a:ext cx="7286625" cy="584775"/>
          </a:xfrm>
          <a:prstGeom prst="rect">
            <a:avLst/>
          </a:prstGeom>
          <a:noFill/>
        </p:spPr>
        <p:txBody>
          <a:bodyPr wrap="square" rtlCol="0">
            <a:spAutoFit/>
          </a:bodyPr>
          <a:lstStyle/>
          <a:p>
            <a:r>
              <a:rPr lang="en-CA" sz="1600" dirty="0">
                <a:solidFill>
                  <a:srgbClr val="002060"/>
                </a:solidFill>
                <a:latin typeface="Segoe UI" panose="020B0502040204020203" pitchFamily="34" charset="0"/>
                <a:cs typeface="Segoe UI" panose="020B0502040204020203" pitchFamily="34" charset="0"/>
              </a:rPr>
              <a:t>Before this stage, pioneer stage of data cleansing, merging and nan data removal performed once already. </a:t>
            </a:r>
          </a:p>
        </p:txBody>
      </p:sp>
    </p:spTree>
    <p:extLst>
      <p:ext uri="{BB962C8B-B14F-4D97-AF65-F5344CB8AC3E}">
        <p14:creationId xmlns:p14="http://schemas.microsoft.com/office/powerpoint/2010/main" val="10255163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E2F5FD-069C-F01A-5F55-50C0CF2FFC15}"/>
              </a:ext>
            </a:extLst>
          </p:cNvPr>
          <p:cNvSpPr>
            <a:spLocks noGrp="1"/>
          </p:cNvSpPr>
          <p:nvPr>
            <p:ph type="title"/>
          </p:nvPr>
        </p:nvSpPr>
        <p:spPr>
          <a:xfrm>
            <a:off x="913774" y="558516"/>
            <a:ext cx="10364451" cy="744629"/>
          </a:xfrm>
        </p:spPr>
        <p:txBody>
          <a:bodyPr/>
          <a:lstStyle/>
          <a:p>
            <a:r>
              <a:rPr lang="en-CA" b="1" dirty="0">
                <a:solidFill>
                  <a:srgbClr val="002060"/>
                </a:solidFill>
                <a:latin typeface="Segoe UI" panose="020B0502040204020203" pitchFamily="34" charset="0"/>
                <a:cs typeface="Segoe UI" panose="020B0502040204020203" pitchFamily="34" charset="0"/>
              </a:rPr>
              <a:t>Correlation on Heatmap</a:t>
            </a:r>
          </a:p>
        </p:txBody>
      </p:sp>
      <p:sp>
        <p:nvSpPr>
          <p:cNvPr id="8" name="TextBox 7">
            <a:extLst>
              <a:ext uri="{FF2B5EF4-FFF2-40B4-BE49-F238E27FC236}">
                <a16:creationId xmlns:a16="http://schemas.microsoft.com/office/drawing/2014/main" id="{4764470A-4421-F395-8C49-CEF29CCC5B4E}"/>
              </a:ext>
            </a:extLst>
          </p:cNvPr>
          <p:cNvSpPr txBox="1"/>
          <p:nvPr/>
        </p:nvSpPr>
        <p:spPr>
          <a:xfrm>
            <a:off x="6591300" y="1628775"/>
            <a:ext cx="4314825" cy="923330"/>
          </a:xfrm>
          <a:prstGeom prst="rect">
            <a:avLst/>
          </a:prstGeom>
          <a:noFill/>
        </p:spPr>
        <p:txBody>
          <a:bodyPr wrap="square" rtlCol="0">
            <a:spAutoFit/>
          </a:bodyPr>
          <a:lstStyle/>
          <a:p>
            <a:r>
              <a:rPr lang="en-CA" dirty="0"/>
              <a:t>High redundance data fields such as opening, high, low and correlation over 0.8 are considered to drop.</a:t>
            </a:r>
          </a:p>
        </p:txBody>
      </p:sp>
      <p:pic>
        <p:nvPicPr>
          <p:cNvPr id="14" name="Picture 13">
            <a:extLst>
              <a:ext uri="{FF2B5EF4-FFF2-40B4-BE49-F238E27FC236}">
                <a16:creationId xmlns:a16="http://schemas.microsoft.com/office/drawing/2014/main" id="{5646EC12-7AB9-D4E2-C78C-D6BCD4CEDBA0}"/>
              </a:ext>
            </a:extLst>
          </p:cNvPr>
          <p:cNvPicPr>
            <a:picLocks noChangeAspect="1"/>
          </p:cNvPicPr>
          <p:nvPr/>
        </p:nvPicPr>
        <p:blipFill>
          <a:blip r:embed="rId2"/>
          <a:stretch>
            <a:fillRect/>
          </a:stretch>
        </p:blipFill>
        <p:spPr>
          <a:xfrm>
            <a:off x="6677654" y="2684058"/>
            <a:ext cx="3802659" cy="3243676"/>
          </a:xfrm>
          <a:prstGeom prst="rect">
            <a:avLst/>
          </a:prstGeom>
          <a:ln>
            <a:noFill/>
          </a:ln>
          <a:effectLst>
            <a:outerShdw blurRad="190500" algn="tl" rotWithShape="0">
              <a:srgbClr val="000000">
                <a:alpha val="70000"/>
              </a:srgbClr>
            </a:outerShdw>
          </a:effectLst>
        </p:spPr>
      </p:pic>
      <p:pic>
        <p:nvPicPr>
          <p:cNvPr id="23" name="Content Placeholder 22">
            <a:extLst>
              <a:ext uri="{FF2B5EF4-FFF2-40B4-BE49-F238E27FC236}">
                <a16:creationId xmlns:a16="http://schemas.microsoft.com/office/drawing/2014/main" id="{4904533D-D573-191B-C409-541640C320A5}"/>
              </a:ext>
            </a:extLst>
          </p:cNvPr>
          <p:cNvPicPr>
            <a:picLocks noGrp="1" noChangeAspect="1"/>
          </p:cNvPicPr>
          <p:nvPr>
            <p:ph sz="quarter" idx="13"/>
          </p:nvPr>
        </p:nvPicPr>
        <p:blipFill>
          <a:blip r:embed="rId3"/>
          <a:stretch>
            <a:fillRect/>
          </a:stretch>
        </p:blipFill>
        <p:spPr>
          <a:xfrm>
            <a:off x="0" y="1343231"/>
            <a:ext cx="6150461" cy="5514769"/>
          </a:xfrm>
          <a:prstGeom prst="rect">
            <a:avLst/>
          </a:prstGeom>
        </p:spPr>
      </p:pic>
    </p:spTree>
    <p:extLst>
      <p:ext uri="{BB962C8B-B14F-4D97-AF65-F5344CB8AC3E}">
        <p14:creationId xmlns:p14="http://schemas.microsoft.com/office/powerpoint/2010/main" val="11979760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5B7EB06A-2CAD-D0F3-6E62-51B5C1328C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85ACE9-7040-A9DA-ED33-860A81DE7067}"/>
              </a:ext>
            </a:extLst>
          </p:cNvPr>
          <p:cNvSpPr>
            <a:spLocks noGrp="1"/>
          </p:cNvSpPr>
          <p:nvPr>
            <p:ph type="title"/>
          </p:nvPr>
        </p:nvSpPr>
        <p:spPr>
          <a:xfrm>
            <a:off x="913774" y="558516"/>
            <a:ext cx="10364451" cy="744629"/>
          </a:xfrm>
        </p:spPr>
        <p:txBody>
          <a:bodyPr>
            <a:normAutofit fontScale="90000"/>
          </a:bodyPr>
          <a:lstStyle/>
          <a:p>
            <a:r>
              <a:rPr lang="en-CA" b="1" dirty="0">
                <a:solidFill>
                  <a:srgbClr val="002060"/>
                </a:solidFill>
                <a:latin typeface="Segoe UI" panose="020B0502040204020203" pitchFamily="34" charset="0"/>
                <a:cs typeface="Segoe UI" panose="020B0502040204020203" pitchFamily="34" charset="0"/>
              </a:rPr>
              <a:t>Feature Importance &amp; Permutation Importance</a:t>
            </a:r>
          </a:p>
        </p:txBody>
      </p:sp>
      <p:sp>
        <p:nvSpPr>
          <p:cNvPr id="11" name="TextBox 10">
            <a:extLst>
              <a:ext uri="{FF2B5EF4-FFF2-40B4-BE49-F238E27FC236}">
                <a16:creationId xmlns:a16="http://schemas.microsoft.com/office/drawing/2014/main" id="{CC010E3A-9114-7017-503E-5CB618B786F5}"/>
              </a:ext>
            </a:extLst>
          </p:cNvPr>
          <p:cNvSpPr txBox="1"/>
          <p:nvPr/>
        </p:nvSpPr>
        <p:spPr>
          <a:xfrm>
            <a:off x="415636" y="4721629"/>
            <a:ext cx="5356514" cy="1969770"/>
          </a:xfrm>
          <a:prstGeom prst="rect">
            <a:avLst/>
          </a:prstGeom>
          <a:noFill/>
        </p:spPr>
        <p:txBody>
          <a:bodyPr wrap="square" rtlCol="0">
            <a:spAutoFit/>
          </a:bodyPr>
          <a:lstStyle/>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ATR (Average True Range) and Volume are the two most dominant features, together accounting for the majority of the decision power.</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Among GPT-enhanced news features, only </a:t>
            </a:r>
            <a:r>
              <a:rPr lang="en-US" sz="1400" b="1" i="1" dirty="0" err="1">
                <a:solidFill>
                  <a:srgbClr val="002060"/>
                </a:solidFill>
                <a:latin typeface="Segoe UI" panose="020B0502040204020203" pitchFamily="34" charset="0"/>
                <a:cs typeface="Segoe UI" panose="020B0502040204020203" pitchFamily="34" charset="0"/>
              </a:rPr>
              <a:t>gpt_importance_score</a:t>
            </a:r>
            <a:r>
              <a:rPr lang="en-US" sz="1400" b="1" i="1" dirty="0">
                <a:solidFill>
                  <a:srgbClr val="002060"/>
                </a:solidFill>
                <a:latin typeface="Segoe UI" panose="020B0502040204020203" pitchFamily="34" charset="0"/>
                <a:cs typeface="Segoe UI" panose="020B0502040204020203" pitchFamily="34" charset="0"/>
              </a:rPr>
              <a:t> has moderate relevance.</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Indicators like MACD, ADX, and sentiment scores rank lower, suggesting the model prioritizes price volatility and trading activity.</a:t>
            </a:r>
            <a:endParaRPr lang="en-CA" sz="1400" b="1" i="1" dirty="0">
              <a:solidFill>
                <a:srgbClr val="002060"/>
              </a:solidFill>
              <a:latin typeface="Segoe UI" panose="020B0502040204020203" pitchFamily="34" charset="0"/>
              <a:cs typeface="Segoe UI" panose="020B0502040204020203" pitchFamily="34" charset="0"/>
            </a:endParaRPr>
          </a:p>
        </p:txBody>
      </p:sp>
      <p:sp>
        <p:nvSpPr>
          <p:cNvPr id="13" name="TextBox 12">
            <a:extLst>
              <a:ext uri="{FF2B5EF4-FFF2-40B4-BE49-F238E27FC236}">
                <a16:creationId xmlns:a16="http://schemas.microsoft.com/office/drawing/2014/main" id="{20B3E444-602B-1307-1C35-B6287EDD7319}"/>
              </a:ext>
            </a:extLst>
          </p:cNvPr>
          <p:cNvSpPr txBox="1"/>
          <p:nvPr/>
        </p:nvSpPr>
        <p:spPr>
          <a:xfrm>
            <a:off x="6419849" y="4604815"/>
            <a:ext cx="5514975" cy="1969770"/>
          </a:xfrm>
          <a:prstGeom prst="rect">
            <a:avLst/>
          </a:prstGeom>
          <a:noFill/>
        </p:spPr>
        <p:txBody>
          <a:bodyPr wrap="square" rtlCol="0">
            <a:spAutoFit/>
          </a:bodyPr>
          <a:lstStyle/>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ATR stands out again, causing the highest drop in R² score, confirming its critical role.</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Interestingly, </a:t>
            </a:r>
            <a:r>
              <a:rPr lang="en-US" sz="1400" b="1" i="1" dirty="0" err="1">
                <a:solidFill>
                  <a:srgbClr val="002060"/>
                </a:solidFill>
                <a:latin typeface="Segoe UI" panose="020B0502040204020203" pitchFamily="34" charset="0"/>
                <a:cs typeface="Segoe UI" panose="020B0502040204020203" pitchFamily="34" charset="0"/>
              </a:rPr>
              <a:t>gpt_importance_score</a:t>
            </a:r>
            <a:r>
              <a:rPr lang="en-US" sz="1400" b="1" i="1" dirty="0">
                <a:solidFill>
                  <a:srgbClr val="002060"/>
                </a:solidFill>
                <a:latin typeface="Segoe UI" panose="020B0502040204020203" pitchFamily="34" charset="0"/>
                <a:cs typeface="Segoe UI" panose="020B0502040204020203" pitchFamily="34" charset="0"/>
              </a:rPr>
              <a:t> ranks second — suggesting that, while underutilized in the model's training logic, it contributes significantly to predictive accuracy on unseen data.</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Other GPT-based features (e.g., </a:t>
            </a:r>
            <a:r>
              <a:rPr lang="en-US" sz="1400" b="1" i="1" dirty="0" err="1">
                <a:solidFill>
                  <a:srgbClr val="002060"/>
                </a:solidFill>
                <a:latin typeface="Segoe UI" panose="020B0502040204020203" pitchFamily="34" charset="0"/>
                <a:cs typeface="Segoe UI" panose="020B0502040204020203" pitchFamily="34" charset="0"/>
              </a:rPr>
              <a:t>sentiment_score</a:t>
            </a:r>
            <a:r>
              <a:rPr lang="en-US" sz="1400" b="1" i="1" dirty="0">
                <a:solidFill>
                  <a:srgbClr val="002060"/>
                </a:solidFill>
                <a:latin typeface="Segoe UI" panose="020B0502040204020203" pitchFamily="34" charset="0"/>
                <a:cs typeface="Segoe UI" panose="020B0502040204020203" pitchFamily="34" charset="0"/>
              </a:rPr>
              <a:t>, </a:t>
            </a:r>
            <a:r>
              <a:rPr lang="en-US" sz="1400" b="1" i="1" dirty="0" err="1">
                <a:solidFill>
                  <a:srgbClr val="002060"/>
                </a:solidFill>
                <a:latin typeface="Segoe UI" panose="020B0502040204020203" pitchFamily="34" charset="0"/>
                <a:cs typeface="Segoe UI" panose="020B0502040204020203" pitchFamily="34" charset="0"/>
              </a:rPr>
              <a:t>relevance_to_apple</a:t>
            </a:r>
            <a:r>
              <a:rPr lang="en-US" sz="1400" b="1" i="1" dirty="0">
                <a:solidFill>
                  <a:srgbClr val="002060"/>
                </a:solidFill>
                <a:latin typeface="Segoe UI" panose="020B0502040204020203" pitchFamily="34" charset="0"/>
                <a:cs typeface="Segoe UI" panose="020B0502040204020203" pitchFamily="34" charset="0"/>
              </a:rPr>
              <a:t>) show small but consistent influence.</a:t>
            </a:r>
            <a:endParaRPr lang="en-CA" sz="1400" b="1" i="1" dirty="0">
              <a:solidFill>
                <a:srgbClr val="002060"/>
              </a:solidFill>
              <a:latin typeface="Segoe UI" panose="020B0502040204020203" pitchFamily="34" charset="0"/>
              <a:cs typeface="Segoe UI" panose="020B0502040204020203" pitchFamily="34" charset="0"/>
            </a:endParaRPr>
          </a:p>
        </p:txBody>
      </p:sp>
      <p:pic>
        <p:nvPicPr>
          <p:cNvPr id="21" name="Picture 20">
            <a:extLst>
              <a:ext uri="{FF2B5EF4-FFF2-40B4-BE49-F238E27FC236}">
                <a16:creationId xmlns:a16="http://schemas.microsoft.com/office/drawing/2014/main" id="{A4703AE0-7C62-FCB3-F545-4C0839D880F0}"/>
              </a:ext>
            </a:extLst>
          </p:cNvPr>
          <p:cNvPicPr>
            <a:picLocks noChangeAspect="1"/>
          </p:cNvPicPr>
          <p:nvPr/>
        </p:nvPicPr>
        <p:blipFill>
          <a:blip r:embed="rId2"/>
          <a:stretch>
            <a:fillRect/>
          </a:stretch>
        </p:blipFill>
        <p:spPr>
          <a:xfrm>
            <a:off x="415637" y="1464609"/>
            <a:ext cx="5356514" cy="2871112"/>
          </a:xfrm>
          <a:prstGeom prst="rect">
            <a:avLst/>
          </a:prstGeom>
        </p:spPr>
      </p:pic>
      <p:pic>
        <p:nvPicPr>
          <p:cNvPr id="23" name="Picture 22">
            <a:extLst>
              <a:ext uri="{FF2B5EF4-FFF2-40B4-BE49-F238E27FC236}">
                <a16:creationId xmlns:a16="http://schemas.microsoft.com/office/drawing/2014/main" id="{D55F58E9-B3C0-3D4C-E049-29E1C54DD50E}"/>
              </a:ext>
            </a:extLst>
          </p:cNvPr>
          <p:cNvPicPr>
            <a:picLocks noChangeAspect="1"/>
          </p:cNvPicPr>
          <p:nvPr/>
        </p:nvPicPr>
        <p:blipFill>
          <a:blip r:embed="rId3"/>
          <a:stretch>
            <a:fillRect/>
          </a:stretch>
        </p:blipFill>
        <p:spPr>
          <a:xfrm>
            <a:off x="6419849" y="1464609"/>
            <a:ext cx="5514975" cy="2883821"/>
          </a:xfrm>
          <a:prstGeom prst="rect">
            <a:avLst/>
          </a:prstGeom>
        </p:spPr>
      </p:pic>
    </p:spTree>
    <p:extLst>
      <p:ext uri="{BB962C8B-B14F-4D97-AF65-F5344CB8AC3E}">
        <p14:creationId xmlns:p14="http://schemas.microsoft.com/office/powerpoint/2010/main" val="37299174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7B68CA-3CFB-30A5-1C52-840FE7B9FF2C}"/>
            </a:ext>
          </a:extLst>
        </p:cNvPr>
        <p:cNvGrpSpPr/>
        <p:nvPr/>
      </p:nvGrpSpPr>
      <p:grpSpPr>
        <a:xfrm>
          <a:off x="0" y="0"/>
          <a:ext cx="0" cy="0"/>
          <a:chOff x="0" y="0"/>
          <a:chExt cx="0" cy="0"/>
        </a:xfrm>
      </p:grpSpPr>
      <p:pic>
        <p:nvPicPr>
          <p:cNvPr id="36" name="Picture 2">
            <a:extLst>
              <a:ext uri="{FF2B5EF4-FFF2-40B4-BE49-F238E27FC236}">
                <a16:creationId xmlns:a16="http://schemas.microsoft.com/office/drawing/2014/main" id="{B17B92DA-300D-1694-002A-38CFDEE40C6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40">
            <a:extLst>
              <a:ext uri="{FF2B5EF4-FFF2-40B4-BE49-F238E27FC236}">
                <a16:creationId xmlns:a16="http://schemas.microsoft.com/office/drawing/2014/main" id="{049F4422-9EC9-71B5-B357-08C75FF9FCA1}"/>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43" name="Rectangle 42">
            <a:extLst>
              <a:ext uri="{FF2B5EF4-FFF2-40B4-BE49-F238E27FC236}">
                <a16:creationId xmlns:a16="http://schemas.microsoft.com/office/drawing/2014/main" id="{DD7CDA53-3231-994A-41C1-ACAC3219B1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A robot thinking about something&#10;&#10;AI-generated content may be incorrect.">
            <a:extLst>
              <a:ext uri="{FF2B5EF4-FFF2-40B4-BE49-F238E27FC236}">
                <a16:creationId xmlns:a16="http://schemas.microsoft.com/office/drawing/2014/main" id="{F2A7AA15-0787-4C4D-53CC-EB7024405E63}"/>
              </a:ext>
            </a:extLst>
          </p:cNvPr>
          <p:cNvPicPr>
            <a:picLocks noChangeAspect="1"/>
          </p:cNvPicPr>
          <p:nvPr/>
        </p:nvPicPr>
        <p:blipFill>
          <a:blip r:embed="rId5">
            <a:alphaModFix amt="35000"/>
            <a:extLst>
              <a:ext uri="{BEBA8EAE-BF5A-486C-A8C5-ECC9F3942E4B}">
                <a14:imgProps xmlns:a14="http://schemas.microsoft.com/office/drawing/2010/main">
                  <a14:imgLayer r:embed="rId6">
                    <a14:imgEffect>
                      <a14:sharpenSoften amount="-50000"/>
                    </a14:imgEffect>
                  </a14:imgLayer>
                </a14:imgProps>
              </a:ext>
            </a:extLst>
          </a:blip>
          <a:srcRect l="25778"/>
          <a:stretch/>
        </p:blipFill>
        <p:spPr>
          <a:xfrm>
            <a:off x="20" y="10"/>
            <a:ext cx="12191980" cy="6857990"/>
          </a:xfrm>
          <a:prstGeom prst="rect">
            <a:avLst/>
          </a:prstGeom>
        </p:spPr>
      </p:pic>
      <p:pic>
        <p:nvPicPr>
          <p:cNvPr id="38" name="Picture 37">
            <a:extLst>
              <a:ext uri="{FF2B5EF4-FFF2-40B4-BE49-F238E27FC236}">
                <a16:creationId xmlns:a16="http://schemas.microsoft.com/office/drawing/2014/main" id="{08203A85-5FBC-DB18-1F6F-3E7F72D4D84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0BF8DAE-D355-06F8-AF10-376F980FD0E1}"/>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b="1" dirty="0"/>
              <a:t>Algorithm and Model Training</a:t>
            </a:r>
          </a:p>
        </p:txBody>
      </p:sp>
      <p:sp>
        <p:nvSpPr>
          <p:cNvPr id="11" name="Text Placeholder 10">
            <a:extLst>
              <a:ext uri="{FF2B5EF4-FFF2-40B4-BE49-F238E27FC236}">
                <a16:creationId xmlns:a16="http://schemas.microsoft.com/office/drawing/2014/main" id="{53E6BFE1-57D2-8F8A-97A8-700939DFC0ED}"/>
              </a:ext>
            </a:extLst>
          </p:cNvPr>
          <p:cNvSpPr>
            <a:spLocks noGrp="1"/>
          </p:cNvSpPr>
          <p:nvPr>
            <p:ph type="body" idx="1"/>
          </p:nvPr>
        </p:nvSpPr>
        <p:spPr>
          <a:xfrm>
            <a:off x="1751012" y="3886200"/>
            <a:ext cx="8689976" cy="1371599"/>
          </a:xfrm>
        </p:spPr>
        <p:txBody>
          <a:bodyPr vert="horz" lIns="91440" tIns="45720" rIns="91440" bIns="45720" rtlCol="0">
            <a:normAutofit/>
          </a:bodyPr>
          <a:lstStyle/>
          <a:p>
            <a:r>
              <a:rPr lang="en-US" sz="2200" b="1" i="1" dirty="0">
                <a:solidFill>
                  <a:schemeClr val="tx1">
                    <a:lumMod val="65000"/>
                    <a:lumOff val="35000"/>
                  </a:schemeClr>
                </a:solidFill>
              </a:rPr>
              <a:t>Model Evaluation using Technical + News-based Features</a:t>
            </a:r>
          </a:p>
        </p:txBody>
      </p:sp>
      <p:sp>
        <p:nvSpPr>
          <p:cNvPr id="6" name="AutoShape 2" descr="AI, Machine Learning, and Deep Learning in a Nutshell">
            <a:extLst>
              <a:ext uri="{FF2B5EF4-FFF2-40B4-BE49-F238E27FC236}">
                <a16:creationId xmlns:a16="http://schemas.microsoft.com/office/drawing/2014/main" id="{FC30E369-4B4D-8C0D-049B-3B0405E9A637}"/>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8" name="AutoShape 6" descr="AI, Machine Learning, and Deep Learning in a Nutshell">
            <a:extLst>
              <a:ext uri="{FF2B5EF4-FFF2-40B4-BE49-F238E27FC236}">
                <a16:creationId xmlns:a16="http://schemas.microsoft.com/office/drawing/2014/main" id="{C5B45100-AFC9-9CCC-6EA9-CDA09EF89C51}"/>
              </a:ext>
            </a:extLst>
          </p:cNvPr>
          <p:cNvSpPr>
            <a:spLocks noChangeAspect="1" noChangeArrowheads="1"/>
          </p:cNvSpPr>
          <p:nvPr/>
        </p:nvSpPr>
        <p:spPr bwMode="auto">
          <a:xfrm>
            <a:off x="6096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Tree>
    <p:extLst>
      <p:ext uri="{BB962C8B-B14F-4D97-AF65-F5344CB8AC3E}">
        <p14:creationId xmlns:p14="http://schemas.microsoft.com/office/powerpoint/2010/main" val="23177550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6DBA56D-0DDD-A3CA-CD37-E578551B4013}"/>
            </a:ext>
          </a:extLst>
        </p:cNvPr>
        <p:cNvGrpSpPr/>
        <p:nvPr/>
      </p:nvGrpSpPr>
      <p:grpSpPr>
        <a:xfrm>
          <a:off x="0" y="0"/>
          <a:ext cx="0" cy="0"/>
          <a:chOff x="0" y="0"/>
          <a:chExt cx="0" cy="0"/>
        </a:xfrm>
      </p:grpSpPr>
      <p:pic>
        <p:nvPicPr>
          <p:cNvPr id="14" name="Picture 13" descr="Magnifying glass showing decling performance">
            <a:extLst>
              <a:ext uri="{FF2B5EF4-FFF2-40B4-BE49-F238E27FC236}">
                <a16:creationId xmlns:a16="http://schemas.microsoft.com/office/drawing/2014/main" id="{7D11C600-03A5-36E2-276E-26A6565C0A05}"/>
              </a:ext>
            </a:extLst>
          </p:cNvPr>
          <p:cNvPicPr>
            <a:picLocks noChangeAspect="1"/>
          </p:cNvPicPr>
          <p:nvPr/>
        </p:nvPicPr>
        <p:blipFill>
          <a:blip r:embed="rId2"/>
          <a:srcRect t="1220" b="14510"/>
          <a:stretch/>
        </p:blipFill>
        <p:spPr>
          <a:xfrm>
            <a:off x="20" y="10"/>
            <a:ext cx="12191980" cy="6857990"/>
          </a:xfrm>
          <a:prstGeom prst="rect">
            <a:avLst/>
          </a:prstGeom>
        </p:spPr>
      </p:pic>
      <p:pic>
        <p:nvPicPr>
          <p:cNvPr id="24" name="Picture 23">
            <a:extLst>
              <a:ext uri="{FF2B5EF4-FFF2-40B4-BE49-F238E27FC236}">
                <a16:creationId xmlns:a16="http://schemas.microsoft.com/office/drawing/2014/main" id="{21CB8282-44AF-40D0-A7E2-03734788DC4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6" name="Rounded Rectangle 8">
            <a:extLst>
              <a:ext uri="{FF2B5EF4-FFF2-40B4-BE49-F238E27FC236}">
                <a16:creationId xmlns:a16="http://schemas.microsoft.com/office/drawing/2014/main" id="{D77CF7D5-36A3-4ED3-AE46-77E42D2AA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1038226" y="819150"/>
            <a:ext cx="10037605" cy="4972049"/>
          </a:xfrm>
          <a:prstGeom prst="roundRect">
            <a:avLst>
              <a:gd name="adj" fmla="val 4333"/>
            </a:avLst>
          </a:prstGeom>
          <a:solidFill>
            <a:schemeClr val="bg1">
              <a:alpha val="75000"/>
            </a:schemeClr>
          </a:solidFill>
          <a:ln w="82550">
            <a:solidFill>
              <a:srgbClr val="EAEAEA"/>
            </a:solidFill>
          </a:ln>
          <a:scene3d>
            <a:camera prst="orthographicFront"/>
            <a:lightRig rig="threePt" dir="t"/>
          </a:scene3d>
          <a:sp3d contourW="6350">
            <a:bevelT h="38100"/>
            <a:contourClr>
              <a:srgbClr val="C0C0C0"/>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55C57C2-B011-C1F1-8795-5C2D821362EC}"/>
              </a:ext>
            </a:extLst>
          </p:cNvPr>
          <p:cNvSpPr>
            <a:spLocks noGrp="1"/>
          </p:cNvSpPr>
          <p:nvPr>
            <p:ph type="title"/>
          </p:nvPr>
        </p:nvSpPr>
        <p:spPr>
          <a:xfrm>
            <a:off x="1307482" y="950976"/>
            <a:ext cx="9499092" cy="1263718"/>
          </a:xfrm>
        </p:spPr>
        <p:txBody>
          <a:bodyPr vert="horz" lIns="91440" tIns="45720" rIns="91440" bIns="45720" rtlCol="0" anchor="ctr">
            <a:normAutofit/>
          </a:bodyPr>
          <a:lstStyle/>
          <a:p>
            <a:r>
              <a:rPr lang="en-US" b="1"/>
              <a:t>Target Variable &amp; Model Performance Explanation</a:t>
            </a:r>
          </a:p>
        </p:txBody>
      </p:sp>
      <p:sp>
        <p:nvSpPr>
          <p:cNvPr id="11" name="TextBox 10">
            <a:extLst>
              <a:ext uri="{FF2B5EF4-FFF2-40B4-BE49-F238E27FC236}">
                <a16:creationId xmlns:a16="http://schemas.microsoft.com/office/drawing/2014/main" id="{4B171D2D-B041-1012-A402-50F28967C568}"/>
              </a:ext>
            </a:extLst>
          </p:cNvPr>
          <p:cNvSpPr txBox="1"/>
          <p:nvPr/>
        </p:nvSpPr>
        <p:spPr>
          <a:xfrm>
            <a:off x="1383682" y="2367093"/>
            <a:ext cx="9346692" cy="3090732"/>
          </a:xfrm>
          <a:prstGeom prst="rect">
            <a:avLst/>
          </a:prstGeom>
        </p:spPr>
        <p:txBody>
          <a:bodyPr vert="horz" lIns="91440" tIns="45720" rIns="91440" bIns="45720" rtlCol="0">
            <a:normAutofit/>
          </a:bodyPr>
          <a:lstStyle/>
          <a:p>
            <a:pPr marL="285750" indent="-228600">
              <a:lnSpc>
                <a:spcPct val="120000"/>
              </a:lnSpc>
              <a:spcAft>
                <a:spcPts val="600"/>
              </a:spcAft>
              <a:buClr>
                <a:schemeClr val="tx1"/>
              </a:buClr>
              <a:buFont typeface="Arial" panose="020B0604020202020204" pitchFamily="34" charset="0"/>
              <a:buChar char="•"/>
            </a:pPr>
            <a:r>
              <a:rPr lang="en-US" b="1" i="1" cap="all" dirty="0"/>
              <a:t> Target = Log-transformed 5-day forward price change</a:t>
            </a:r>
          </a:p>
          <a:p>
            <a:pPr marL="285750" indent="-228600">
              <a:lnSpc>
                <a:spcPct val="120000"/>
              </a:lnSpc>
              <a:spcAft>
                <a:spcPts val="600"/>
              </a:spcAft>
              <a:buClr>
                <a:schemeClr val="tx1"/>
              </a:buClr>
              <a:buFont typeface="Arial" panose="020B0604020202020204" pitchFamily="34" charset="0"/>
              <a:buChar char="•"/>
            </a:pPr>
            <a:r>
              <a:rPr lang="en-US" b="1" i="1" cap="all" dirty="0"/>
              <a:t>Formula: log(Closeₜ₊₅) − log(Closeₜ)</a:t>
            </a:r>
          </a:p>
          <a:p>
            <a:pPr marL="285750" indent="-228600">
              <a:lnSpc>
                <a:spcPct val="120000"/>
              </a:lnSpc>
              <a:spcAft>
                <a:spcPts val="600"/>
              </a:spcAft>
              <a:buClr>
                <a:schemeClr val="tx1"/>
              </a:buClr>
              <a:buFont typeface="Arial" panose="020B0604020202020204" pitchFamily="34" charset="0"/>
              <a:buChar char="•"/>
            </a:pPr>
            <a:r>
              <a:rPr lang="en-US" b="1" i="1" cap="all" dirty="0"/>
              <a:t>Captures both magnitude and direction of price change</a:t>
            </a:r>
          </a:p>
          <a:p>
            <a:pPr marL="285750" indent="-228600">
              <a:lnSpc>
                <a:spcPct val="120000"/>
              </a:lnSpc>
              <a:spcAft>
                <a:spcPts val="600"/>
              </a:spcAft>
              <a:buClr>
                <a:schemeClr val="tx1"/>
              </a:buClr>
              <a:buFont typeface="Arial" panose="020B0604020202020204" pitchFamily="34" charset="0"/>
              <a:buChar char="•"/>
            </a:pPr>
            <a:r>
              <a:rPr lang="en-US" b="1" i="1" cap="all" dirty="0"/>
              <a:t>Helps stabilize scale and reduce noise from high price volatility</a:t>
            </a:r>
          </a:p>
          <a:p>
            <a:pPr marL="285750" indent="-228600">
              <a:lnSpc>
                <a:spcPct val="120000"/>
              </a:lnSpc>
              <a:spcAft>
                <a:spcPts val="600"/>
              </a:spcAft>
              <a:buClr>
                <a:schemeClr val="tx1"/>
              </a:buClr>
              <a:buFont typeface="Arial" panose="020B0604020202020204" pitchFamily="34" charset="0"/>
              <a:buChar char="•"/>
            </a:pPr>
            <a:r>
              <a:rPr lang="en-US" b="1" i="1" cap="all" dirty="0"/>
              <a:t>Frequently used in financial modeling and easier for ML algorithms to learn</a:t>
            </a:r>
          </a:p>
        </p:txBody>
      </p:sp>
    </p:spTree>
    <p:extLst>
      <p:ext uri="{BB962C8B-B14F-4D97-AF65-F5344CB8AC3E}">
        <p14:creationId xmlns:p14="http://schemas.microsoft.com/office/powerpoint/2010/main" val="306333456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1DA6A20D-8777-13A4-399F-57BE4CEF12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C8CE2C-EE36-4A42-D9DA-8B72DBA0B659}"/>
              </a:ext>
            </a:extLst>
          </p:cNvPr>
          <p:cNvSpPr>
            <a:spLocks noGrp="1"/>
          </p:cNvSpPr>
          <p:nvPr>
            <p:ph type="title"/>
          </p:nvPr>
        </p:nvSpPr>
        <p:spPr>
          <a:xfrm>
            <a:off x="913774" y="558516"/>
            <a:ext cx="10364451" cy="744629"/>
          </a:xfrm>
        </p:spPr>
        <p:txBody>
          <a:bodyPr>
            <a:normAutofit/>
          </a:bodyPr>
          <a:lstStyle/>
          <a:p>
            <a:r>
              <a:rPr lang="en-CA" b="1" dirty="0">
                <a:solidFill>
                  <a:srgbClr val="002060"/>
                </a:solidFill>
                <a:latin typeface="Segoe UI" panose="020B0502040204020203" pitchFamily="34" charset="0"/>
                <a:cs typeface="Segoe UI" panose="020B0502040204020203" pitchFamily="34" charset="0"/>
              </a:rPr>
              <a:t>Random Forest Regressor Performance</a:t>
            </a:r>
          </a:p>
        </p:txBody>
      </p:sp>
      <p:sp>
        <p:nvSpPr>
          <p:cNvPr id="13" name="TextBox 12">
            <a:extLst>
              <a:ext uri="{FF2B5EF4-FFF2-40B4-BE49-F238E27FC236}">
                <a16:creationId xmlns:a16="http://schemas.microsoft.com/office/drawing/2014/main" id="{2117CA15-F6AC-180E-2A32-0DB65BEB145E}"/>
              </a:ext>
            </a:extLst>
          </p:cNvPr>
          <p:cNvSpPr txBox="1"/>
          <p:nvPr/>
        </p:nvSpPr>
        <p:spPr>
          <a:xfrm>
            <a:off x="6645907" y="1994965"/>
            <a:ext cx="4292723" cy="1908215"/>
          </a:xfrm>
          <a:prstGeom prst="rect">
            <a:avLst/>
          </a:prstGeom>
          <a:noFill/>
        </p:spPr>
        <p:txBody>
          <a:bodyPr wrap="square" rtlCol="0">
            <a:spAutoFit/>
          </a:bodyPr>
          <a:lstStyle/>
          <a:p>
            <a:pPr>
              <a:spcAft>
                <a:spcPts val="600"/>
              </a:spcAft>
            </a:pPr>
            <a:r>
              <a:rPr lang="en-US" sz="1400" b="1" i="1" dirty="0">
                <a:solidFill>
                  <a:srgbClr val="002060"/>
                </a:solidFill>
                <a:latin typeface="Segoe UI" panose="020B0502040204020203" pitchFamily="34" charset="0"/>
                <a:cs typeface="Segoe UI" panose="020B0502040204020203" pitchFamily="34" charset="0"/>
              </a:rPr>
              <a:t>Random Forest Regressor Performance</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R² Score: 0.04713198779979788</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Mean Absolute Error: 0.004081066796648095</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Root Mean Squared Error: 0.012686492849623473</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Accuracy Score (Threshold = 0.00): 0.6211018711018711</a:t>
            </a:r>
          </a:p>
        </p:txBody>
      </p:sp>
      <p:pic>
        <p:nvPicPr>
          <p:cNvPr id="4" name="Picture 3">
            <a:extLst>
              <a:ext uri="{FF2B5EF4-FFF2-40B4-BE49-F238E27FC236}">
                <a16:creationId xmlns:a16="http://schemas.microsoft.com/office/drawing/2014/main" id="{2C35F636-0AF0-D692-B7E1-B74AF44195D3}"/>
              </a:ext>
            </a:extLst>
          </p:cNvPr>
          <p:cNvPicPr>
            <a:picLocks noChangeAspect="1"/>
          </p:cNvPicPr>
          <p:nvPr/>
        </p:nvPicPr>
        <p:blipFill>
          <a:blip r:embed="rId2"/>
          <a:stretch>
            <a:fillRect/>
          </a:stretch>
        </p:blipFill>
        <p:spPr>
          <a:xfrm>
            <a:off x="653393" y="1190232"/>
            <a:ext cx="4756813" cy="5667768"/>
          </a:xfrm>
          <a:prstGeom prst="rect">
            <a:avLst/>
          </a:prstGeom>
        </p:spPr>
      </p:pic>
    </p:spTree>
    <p:extLst>
      <p:ext uri="{BB962C8B-B14F-4D97-AF65-F5344CB8AC3E}">
        <p14:creationId xmlns:p14="http://schemas.microsoft.com/office/powerpoint/2010/main" val="14762316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41088A05-658B-173B-15B0-785DB2BB9E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7DB1CD-1DA6-BB0D-39EB-B11CA049BD07}"/>
              </a:ext>
            </a:extLst>
          </p:cNvPr>
          <p:cNvSpPr>
            <a:spLocks noGrp="1"/>
          </p:cNvSpPr>
          <p:nvPr>
            <p:ph type="title"/>
          </p:nvPr>
        </p:nvSpPr>
        <p:spPr>
          <a:xfrm>
            <a:off x="913774" y="558516"/>
            <a:ext cx="10364451" cy="744629"/>
          </a:xfrm>
        </p:spPr>
        <p:txBody>
          <a:bodyPr>
            <a:normAutofit/>
          </a:bodyPr>
          <a:lstStyle/>
          <a:p>
            <a:r>
              <a:rPr lang="en-CA" b="1" dirty="0" err="1">
                <a:solidFill>
                  <a:srgbClr val="002060"/>
                </a:solidFill>
                <a:latin typeface="Segoe UI" panose="020B0502040204020203" pitchFamily="34" charset="0"/>
                <a:cs typeface="Segoe UI" panose="020B0502040204020203" pitchFamily="34" charset="0"/>
              </a:rPr>
              <a:t>XGBoost</a:t>
            </a:r>
            <a:r>
              <a:rPr lang="en-CA" b="1" dirty="0">
                <a:solidFill>
                  <a:srgbClr val="002060"/>
                </a:solidFill>
                <a:latin typeface="Segoe UI" panose="020B0502040204020203" pitchFamily="34" charset="0"/>
                <a:cs typeface="Segoe UI" panose="020B0502040204020203" pitchFamily="34" charset="0"/>
              </a:rPr>
              <a:t> Regressor Performance</a:t>
            </a:r>
          </a:p>
        </p:txBody>
      </p:sp>
      <p:sp>
        <p:nvSpPr>
          <p:cNvPr id="13" name="TextBox 12">
            <a:extLst>
              <a:ext uri="{FF2B5EF4-FFF2-40B4-BE49-F238E27FC236}">
                <a16:creationId xmlns:a16="http://schemas.microsoft.com/office/drawing/2014/main" id="{67E13EC9-BB49-C9CC-78CF-DCC4D1495053}"/>
              </a:ext>
            </a:extLst>
          </p:cNvPr>
          <p:cNvSpPr txBox="1"/>
          <p:nvPr/>
        </p:nvSpPr>
        <p:spPr>
          <a:xfrm>
            <a:off x="6645907" y="1994965"/>
            <a:ext cx="4292723" cy="1692771"/>
          </a:xfrm>
          <a:prstGeom prst="rect">
            <a:avLst/>
          </a:prstGeom>
          <a:noFill/>
        </p:spPr>
        <p:txBody>
          <a:bodyPr wrap="square" rtlCol="0">
            <a:spAutoFit/>
          </a:bodyPr>
          <a:lstStyle/>
          <a:p>
            <a:pPr>
              <a:spcAft>
                <a:spcPts val="600"/>
              </a:spcAft>
            </a:pPr>
            <a:r>
              <a:rPr lang="en-US" sz="1400" b="1" i="1" dirty="0" err="1">
                <a:solidFill>
                  <a:srgbClr val="002060"/>
                </a:solidFill>
                <a:latin typeface="Segoe UI" panose="020B0502040204020203" pitchFamily="34" charset="0"/>
                <a:cs typeface="Segoe UI" panose="020B0502040204020203" pitchFamily="34" charset="0"/>
              </a:rPr>
              <a:t>XGBoost</a:t>
            </a:r>
            <a:r>
              <a:rPr lang="en-US" sz="1400" b="1" i="1" dirty="0">
                <a:solidFill>
                  <a:srgbClr val="002060"/>
                </a:solidFill>
                <a:latin typeface="Segoe UI" panose="020B0502040204020203" pitchFamily="34" charset="0"/>
                <a:cs typeface="Segoe UI" panose="020B0502040204020203" pitchFamily="34" charset="0"/>
              </a:rPr>
              <a:t> Regressor Performance</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R² Score: -0.20514854740258626</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MAE: 0.0042361830153346165</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RMSE: 0.014267421636739257</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Accuracy Score (Threshold = 0.00): 0.49324324324324326</a:t>
            </a:r>
          </a:p>
        </p:txBody>
      </p:sp>
      <p:pic>
        <p:nvPicPr>
          <p:cNvPr id="5" name="Picture 4">
            <a:extLst>
              <a:ext uri="{FF2B5EF4-FFF2-40B4-BE49-F238E27FC236}">
                <a16:creationId xmlns:a16="http://schemas.microsoft.com/office/drawing/2014/main" id="{CE69C4E4-B242-E6DD-8476-17AC69329D8A}"/>
              </a:ext>
            </a:extLst>
          </p:cNvPr>
          <p:cNvPicPr>
            <a:picLocks noChangeAspect="1"/>
          </p:cNvPicPr>
          <p:nvPr/>
        </p:nvPicPr>
        <p:blipFill>
          <a:blip r:embed="rId2"/>
          <a:stretch>
            <a:fillRect/>
          </a:stretch>
        </p:blipFill>
        <p:spPr>
          <a:xfrm>
            <a:off x="362619" y="1190232"/>
            <a:ext cx="4666581" cy="5667768"/>
          </a:xfrm>
          <a:prstGeom prst="rect">
            <a:avLst/>
          </a:prstGeom>
        </p:spPr>
      </p:pic>
    </p:spTree>
    <p:extLst>
      <p:ext uri="{BB962C8B-B14F-4D97-AF65-F5344CB8AC3E}">
        <p14:creationId xmlns:p14="http://schemas.microsoft.com/office/powerpoint/2010/main" val="10017820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22AC13BD-5B0C-E4E7-A11F-33C0AFBFDD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398CD5-160A-8823-6785-9CD459AD5557}"/>
              </a:ext>
            </a:extLst>
          </p:cNvPr>
          <p:cNvSpPr>
            <a:spLocks noGrp="1"/>
          </p:cNvSpPr>
          <p:nvPr>
            <p:ph type="title"/>
          </p:nvPr>
        </p:nvSpPr>
        <p:spPr>
          <a:xfrm>
            <a:off x="913774" y="558516"/>
            <a:ext cx="10364451" cy="744629"/>
          </a:xfrm>
        </p:spPr>
        <p:txBody>
          <a:bodyPr>
            <a:normAutofit/>
          </a:bodyPr>
          <a:lstStyle/>
          <a:p>
            <a:r>
              <a:rPr lang="en-CA" b="1" dirty="0">
                <a:solidFill>
                  <a:srgbClr val="002060"/>
                </a:solidFill>
                <a:latin typeface="Segoe UI" panose="020B0502040204020203" pitchFamily="34" charset="0"/>
                <a:cs typeface="Segoe UI" panose="020B0502040204020203" pitchFamily="34" charset="0"/>
              </a:rPr>
              <a:t>Gradient Regressor Performance</a:t>
            </a:r>
          </a:p>
        </p:txBody>
      </p:sp>
      <p:sp>
        <p:nvSpPr>
          <p:cNvPr id="13" name="TextBox 12">
            <a:extLst>
              <a:ext uri="{FF2B5EF4-FFF2-40B4-BE49-F238E27FC236}">
                <a16:creationId xmlns:a16="http://schemas.microsoft.com/office/drawing/2014/main" id="{0BE62EC0-319C-E854-CC7C-D1E944951B36}"/>
              </a:ext>
            </a:extLst>
          </p:cNvPr>
          <p:cNvSpPr txBox="1"/>
          <p:nvPr/>
        </p:nvSpPr>
        <p:spPr>
          <a:xfrm>
            <a:off x="6645907" y="1994965"/>
            <a:ext cx="4292723" cy="1692771"/>
          </a:xfrm>
          <a:prstGeom prst="rect">
            <a:avLst/>
          </a:prstGeom>
          <a:noFill/>
        </p:spPr>
        <p:txBody>
          <a:bodyPr wrap="square" rtlCol="0">
            <a:spAutoFit/>
          </a:bodyPr>
          <a:lstStyle/>
          <a:p>
            <a:pPr>
              <a:spcAft>
                <a:spcPts val="600"/>
              </a:spcAft>
            </a:pPr>
            <a:r>
              <a:rPr lang="en-US" sz="1400" b="1" i="1" dirty="0">
                <a:solidFill>
                  <a:srgbClr val="002060"/>
                </a:solidFill>
                <a:latin typeface="Segoe UI" panose="020B0502040204020203" pitchFamily="34" charset="0"/>
                <a:cs typeface="Segoe UI" panose="020B0502040204020203" pitchFamily="34" charset="0"/>
              </a:rPr>
              <a:t>Gradient Boosting Regressor Evaluation:</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R² Score: 0.08565751252192921</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MAE: 0.0034065741786278125</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RMSE: 0.01242738221181689</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Accuracy Score (Threshold = 0.00): 0.47401247401247404</a:t>
            </a:r>
          </a:p>
        </p:txBody>
      </p:sp>
      <p:pic>
        <p:nvPicPr>
          <p:cNvPr id="4" name="Picture 3">
            <a:extLst>
              <a:ext uri="{FF2B5EF4-FFF2-40B4-BE49-F238E27FC236}">
                <a16:creationId xmlns:a16="http://schemas.microsoft.com/office/drawing/2014/main" id="{A8DC0EDB-8A2D-A87D-4ED3-B6C6429C5730}"/>
              </a:ext>
            </a:extLst>
          </p:cNvPr>
          <p:cNvPicPr>
            <a:picLocks noChangeAspect="1"/>
          </p:cNvPicPr>
          <p:nvPr/>
        </p:nvPicPr>
        <p:blipFill>
          <a:blip r:embed="rId2"/>
          <a:stretch>
            <a:fillRect/>
          </a:stretch>
        </p:blipFill>
        <p:spPr>
          <a:xfrm>
            <a:off x="574153" y="1190232"/>
            <a:ext cx="5218963" cy="5667768"/>
          </a:xfrm>
          <a:prstGeom prst="rect">
            <a:avLst/>
          </a:prstGeom>
        </p:spPr>
      </p:pic>
    </p:spTree>
    <p:extLst>
      <p:ext uri="{BB962C8B-B14F-4D97-AF65-F5344CB8AC3E}">
        <p14:creationId xmlns:p14="http://schemas.microsoft.com/office/powerpoint/2010/main" val="34617496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A8AEA28A-37CD-418E-BDB0-A34E94D5C0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665267-8758-3410-6393-2A68FF34D33E}"/>
              </a:ext>
            </a:extLst>
          </p:cNvPr>
          <p:cNvSpPr>
            <a:spLocks noGrp="1"/>
          </p:cNvSpPr>
          <p:nvPr>
            <p:ph type="title"/>
          </p:nvPr>
        </p:nvSpPr>
        <p:spPr>
          <a:xfrm>
            <a:off x="913774" y="558516"/>
            <a:ext cx="10364451" cy="744629"/>
          </a:xfrm>
        </p:spPr>
        <p:txBody>
          <a:bodyPr>
            <a:normAutofit/>
          </a:bodyPr>
          <a:lstStyle/>
          <a:p>
            <a:r>
              <a:rPr lang="en-CA" b="1" dirty="0">
                <a:solidFill>
                  <a:srgbClr val="002060"/>
                </a:solidFill>
                <a:latin typeface="Segoe UI" panose="020B0502040204020203" pitchFamily="34" charset="0"/>
                <a:cs typeface="Segoe UI" panose="020B0502040204020203" pitchFamily="34" charset="0"/>
              </a:rPr>
              <a:t>Ridge Regressor Performance</a:t>
            </a:r>
          </a:p>
        </p:txBody>
      </p:sp>
      <p:sp>
        <p:nvSpPr>
          <p:cNvPr id="13" name="TextBox 12">
            <a:extLst>
              <a:ext uri="{FF2B5EF4-FFF2-40B4-BE49-F238E27FC236}">
                <a16:creationId xmlns:a16="http://schemas.microsoft.com/office/drawing/2014/main" id="{D275F5F0-81C6-FA18-DFB3-4809C4B1E717}"/>
              </a:ext>
            </a:extLst>
          </p:cNvPr>
          <p:cNvSpPr txBox="1"/>
          <p:nvPr/>
        </p:nvSpPr>
        <p:spPr>
          <a:xfrm>
            <a:off x="6772804" y="4176409"/>
            <a:ext cx="4292723" cy="1692771"/>
          </a:xfrm>
          <a:prstGeom prst="rect">
            <a:avLst/>
          </a:prstGeom>
          <a:noFill/>
        </p:spPr>
        <p:txBody>
          <a:bodyPr wrap="square" rtlCol="0">
            <a:spAutoFit/>
          </a:bodyPr>
          <a:lstStyle/>
          <a:p>
            <a:pPr>
              <a:spcAft>
                <a:spcPts val="600"/>
              </a:spcAft>
            </a:pPr>
            <a:r>
              <a:rPr lang="en-US" sz="1400" b="1" i="1" dirty="0">
                <a:solidFill>
                  <a:srgbClr val="002060"/>
                </a:solidFill>
                <a:latin typeface="Segoe UI" panose="020B0502040204020203" pitchFamily="34" charset="0"/>
                <a:cs typeface="Segoe UI" panose="020B0502040204020203" pitchFamily="34" charset="0"/>
              </a:rPr>
              <a:t>Ridge Regressor Evaluation:</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R² Score: -0.3239896031306271</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MAE: 0.006950907265212771</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RMSE: 0.014954348331135696</a:t>
            </a:r>
          </a:p>
          <a:p>
            <a:pPr marL="285750" indent="-285750">
              <a:spcAft>
                <a:spcPts val="600"/>
              </a:spcAft>
              <a:buFont typeface="Arial" panose="020B0604020202020204" pitchFamily="34" charset="0"/>
              <a:buChar char="•"/>
            </a:pPr>
            <a:r>
              <a:rPr lang="en-US" sz="1400" b="1" i="1" dirty="0">
                <a:solidFill>
                  <a:srgbClr val="002060"/>
                </a:solidFill>
                <a:latin typeface="Segoe UI" panose="020B0502040204020203" pitchFamily="34" charset="0"/>
                <a:cs typeface="Segoe UI" panose="020B0502040204020203" pitchFamily="34" charset="0"/>
              </a:rPr>
              <a:t>Accuracy Score (Threshold = 0.00): 0.6081081081081081</a:t>
            </a:r>
          </a:p>
        </p:txBody>
      </p:sp>
      <p:pic>
        <p:nvPicPr>
          <p:cNvPr id="5" name="Picture 4">
            <a:extLst>
              <a:ext uri="{FF2B5EF4-FFF2-40B4-BE49-F238E27FC236}">
                <a16:creationId xmlns:a16="http://schemas.microsoft.com/office/drawing/2014/main" id="{B5411E50-F0BA-4567-B89B-715CB23B6AF3}"/>
              </a:ext>
            </a:extLst>
          </p:cNvPr>
          <p:cNvPicPr>
            <a:picLocks noChangeAspect="1"/>
          </p:cNvPicPr>
          <p:nvPr/>
        </p:nvPicPr>
        <p:blipFill>
          <a:blip r:embed="rId2"/>
          <a:stretch>
            <a:fillRect/>
          </a:stretch>
        </p:blipFill>
        <p:spPr>
          <a:xfrm>
            <a:off x="474706" y="1190232"/>
            <a:ext cx="4104370" cy="5667768"/>
          </a:xfrm>
          <a:prstGeom prst="rect">
            <a:avLst/>
          </a:prstGeom>
        </p:spPr>
      </p:pic>
      <p:pic>
        <p:nvPicPr>
          <p:cNvPr id="7" name="Picture 6">
            <a:extLst>
              <a:ext uri="{FF2B5EF4-FFF2-40B4-BE49-F238E27FC236}">
                <a16:creationId xmlns:a16="http://schemas.microsoft.com/office/drawing/2014/main" id="{FA93233B-691F-9A5B-90DC-6335C7F6523E}"/>
              </a:ext>
            </a:extLst>
          </p:cNvPr>
          <p:cNvPicPr>
            <a:picLocks noChangeAspect="1"/>
          </p:cNvPicPr>
          <p:nvPr/>
        </p:nvPicPr>
        <p:blipFill>
          <a:blip r:embed="rId3"/>
          <a:stretch>
            <a:fillRect/>
          </a:stretch>
        </p:blipFill>
        <p:spPr>
          <a:xfrm>
            <a:off x="6772804" y="1519115"/>
            <a:ext cx="2656418" cy="2441324"/>
          </a:xfrm>
          <a:prstGeom prst="rect">
            <a:avLst/>
          </a:prstGeom>
        </p:spPr>
      </p:pic>
    </p:spTree>
    <p:extLst>
      <p:ext uri="{BB962C8B-B14F-4D97-AF65-F5344CB8AC3E}">
        <p14:creationId xmlns:p14="http://schemas.microsoft.com/office/powerpoint/2010/main" val="41540221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D56A0CE6-A04C-80B8-A690-4AFBAD7B8D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904EE5-1D3E-D39E-F1FA-104C09D8D377}"/>
              </a:ext>
            </a:extLst>
          </p:cNvPr>
          <p:cNvSpPr>
            <a:spLocks noGrp="1"/>
          </p:cNvSpPr>
          <p:nvPr>
            <p:ph type="title"/>
          </p:nvPr>
        </p:nvSpPr>
        <p:spPr>
          <a:xfrm>
            <a:off x="395551" y="558516"/>
            <a:ext cx="11400896" cy="744629"/>
          </a:xfrm>
        </p:spPr>
        <p:txBody>
          <a:bodyPr>
            <a:normAutofit fontScale="90000"/>
          </a:bodyPr>
          <a:lstStyle/>
          <a:p>
            <a:r>
              <a:rPr lang="en-CA" b="1" dirty="0">
                <a:solidFill>
                  <a:srgbClr val="002060"/>
                </a:solidFill>
                <a:latin typeface="Segoe UI" panose="020B0502040204020203" pitchFamily="34" charset="0"/>
                <a:cs typeface="Segoe UI" panose="020B0502040204020203" pitchFamily="34" charset="0"/>
              </a:rPr>
              <a:t>Linear Regression with Polynomial Performance</a:t>
            </a:r>
          </a:p>
        </p:txBody>
      </p:sp>
      <p:sp>
        <p:nvSpPr>
          <p:cNvPr id="13" name="TextBox 12">
            <a:extLst>
              <a:ext uri="{FF2B5EF4-FFF2-40B4-BE49-F238E27FC236}">
                <a16:creationId xmlns:a16="http://schemas.microsoft.com/office/drawing/2014/main" id="{93AFF782-AA69-E533-08BA-11556B6D9F89}"/>
              </a:ext>
            </a:extLst>
          </p:cNvPr>
          <p:cNvSpPr txBox="1"/>
          <p:nvPr/>
        </p:nvSpPr>
        <p:spPr>
          <a:xfrm>
            <a:off x="6693532" y="1705484"/>
            <a:ext cx="4292723" cy="4462760"/>
          </a:xfrm>
          <a:prstGeom prst="rect">
            <a:avLst/>
          </a:prstGeom>
          <a:noFill/>
        </p:spPr>
        <p:txBody>
          <a:bodyPr wrap="square" rtlCol="0">
            <a:spAutoFit/>
          </a:bodyPr>
          <a:lstStyle/>
          <a:p>
            <a:pPr>
              <a:spcAft>
                <a:spcPts val="600"/>
              </a:spcAft>
            </a:pPr>
            <a:r>
              <a:rPr lang="en-US" sz="1200" b="1" i="1" dirty="0">
                <a:solidFill>
                  <a:srgbClr val="002060"/>
                </a:solidFill>
                <a:latin typeface="Segoe UI" panose="020B0502040204020203" pitchFamily="34" charset="0"/>
                <a:cs typeface="Segoe UI" panose="020B0502040204020203" pitchFamily="34" charset="0"/>
              </a:rPr>
              <a:t>Polynomial Regression (Degree 3) Evaluation:</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R² Score: -</a:t>
            </a:r>
            <a:r>
              <a:rPr lang="en-US" sz="1200" b="1" i="1" dirty="0">
                <a:solidFill>
                  <a:srgbClr val="002060"/>
                </a:solidFill>
                <a:highlight>
                  <a:srgbClr val="00FFFF"/>
                </a:highlight>
                <a:latin typeface="Segoe UI" panose="020B0502040204020203" pitchFamily="34" charset="0"/>
                <a:cs typeface="Segoe UI" panose="020B0502040204020203" pitchFamily="34" charset="0"/>
              </a:rPr>
              <a:t>0.07404892378289385</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MAE: 0.004783811140648183</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RMSE: 0.013469058438439617</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Accuracy Score (Threshold = 0.00): </a:t>
            </a:r>
            <a:r>
              <a:rPr lang="en-US" sz="1200" b="1" i="1" dirty="0">
                <a:solidFill>
                  <a:srgbClr val="002060"/>
                </a:solidFill>
                <a:highlight>
                  <a:srgbClr val="FFFF00"/>
                </a:highlight>
                <a:latin typeface="Segoe UI" panose="020B0502040204020203" pitchFamily="34" charset="0"/>
                <a:cs typeface="Segoe UI" panose="020B0502040204020203" pitchFamily="34" charset="0"/>
              </a:rPr>
              <a:t>0.527027027027027</a:t>
            </a:r>
          </a:p>
          <a:p>
            <a:pPr>
              <a:spcAft>
                <a:spcPts val="600"/>
              </a:spcAft>
            </a:pPr>
            <a:endParaRPr lang="en-US" sz="1200" b="1" i="1" dirty="0">
              <a:solidFill>
                <a:srgbClr val="002060"/>
              </a:solidFill>
              <a:latin typeface="Segoe UI" panose="020B0502040204020203" pitchFamily="34" charset="0"/>
              <a:cs typeface="Segoe UI" panose="020B0502040204020203" pitchFamily="34" charset="0"/>
            </a:endParaRPr>
          </a:p>
          <a:p>
            <a:pPr>
              <a:spcAft>
                <a:spcPts val="600"/>
              </a:spcAft>
            </a:pPr>
            <a:r>
              <a:rPr lang="en-US" sz="1200" b="1" i="1" dirty="0">
                <a:solidFill>
                  <a:srgbClr val="002060"/>
                </a:solidFill>
                <a:latin typeface="Segoe UI" panose="020B0502040204020203" pitchFamily="34" charset="0"/>
                <a:cs typeface="Segoe UI" panose="020B0502040204020203" pitchFamily="34" charset="0"/>
              </a:rPr>
              <a:t>Polynomial Regression (Degree 2) Evaluation:</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R² Score: -</a:t>
            </a:r>
            <a:r>
              <a:rPr lang="en-US" sz="1200" b="1" i="1" dirty="0">
                <a:solidFill>
                  <a:srgbClr val="002060"/>
                </a:solidFill>
                <a:highlight>
                  <a:srgbClr val="00FFFF"/>
                </a:highlight>
                <a:latin typeface="Segoe UI" panose="020B0502040204020203" pitchFamily="34" charset="0"/>
                <a:cs typeface="Segoe UI" panose="020B0502040204020203" pitchFamily="34" charset="0"/>
              </a:rPr>
              <a:t>0.14037931966722939</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MAE: 0.005300619008974772</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RMSE: 0.013878734619625913</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Accuracy Score (Threshold = 0.00): </a:t>
            </a:r>
            <a:r>
              <a:rPr lang="en-US" sz="1200" b="1" i="1" dirty="0">
                <a:solidFill>
                  <a:srgbClr val="002060"/>
                </a:solidFill>
                <a:highlight>
                  <a:srgbClr val="FFFF00"/>
                </a:highlight>
                <a:latin typeface="Segoe UI" panose="020B0502040204020203" pitchFamily="34" charset="0"/>
                <a:cs typeface="Segoe UI" panose="020B0502040204020203" pitchFamily="34" charset="0"/>
              </a:rPr>
              <a:t>0.5213097713097713</a:t>
            </a:r>
          </a:p>
          <a:p>
            <a:pPr>
              <a:spcAft>
                <a:spcPts val="600"/>
              </a:spcAft>
            </a:pPr>
            <a:endParaRPr lang="en-US" sz="1200" b="1" i="1" dirty="0">
              <a:solidFill>
                <a:srgbClr val="002060"/>
              </a:solidFill>
              <a:latin typeface="Segoe UI" panose="020B0502040204020203" pitchFamily="34" charset="0"/>
              <a:cs typeface="Segoe UI" panose="020B0502040204020203" pitchFamily="34" charset="0"/>
            </a:endParaRPr>
          </a:p>
          <a:p>
            <a:pPr>
              <a:spcAft>
                <a:spcPts val="600"/>
              </a:spcAft>
            </a:pPr>
            <a:r>
              <a:rPr lang="en-US" sz="1200" b="1" i="1" dirty="0">
                <a:solidFill>
                  <a:srgbClr val="002060"/>
                </a:solidFill>
                <a:latin typeface="Segoe UI" panose="020B0502040204020203" pitchFamily="34" charset="0"/>
                <a:cs typeface="Segoe UI" panose="020B0502040204020203" pitchFamily="34" charset="0"/>
              </a:rPr>
              <a:t>Polynomial Regression (Degree 1) Evaluation:</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R² Score: -</a:t>
            </a:r>
            <a:r>
              <a:rPr lang="en-US" sz="1200" b="1" i="1" dirty="0">
                <a:solidFill>
                  <a:srgbClr val="002060"/>
                </a:solidFill>
                <a:highlight>
                  <a:srgbClr val="00FFFF"/>
                </a:highlight>
                <a:latin typeface="Segoe UI" panose="020B0502040204020203" pitchFamily="34" charset="0"/>
                <a:cs typeface="Segoe UI" panose="020B0502040204020203" pitchFamily="34" charset="0"/>
              </a:rPr>
              <a:t>0.3408617591345502</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MAE: 0.007058513189986293</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RMSE: 0.01504933145975856</a:t>
            </a:r>
          </a:p>
          <a:p>
            <a:pPr>
              <a:spcAft>
                <a:spcPts val="600"/>
              </a:spcAft>
            </a:pPr>
            <a:r>
              <a:rPr lang="en-US" sz="1200" b="1" i="1" dirty="0">
                <a:solidFill>
                  <a:srgbClr val="002060"/>
                </a:solidFill>
                <a:latin typeface="Segoe UI" panose="020B0502040204020203" pitchFamily="34" charset="0"/>
                <a:cs typeface="Segoe UI" panose="020B0502040204020203" pitchFamily="34" charset="0"/>
              </a:rPr>
              <a:t>Accuracy Score (Threshold = 0.00): </a:t>
            </a:r>
            <a:r>
              <a:rPr lang="en-US" sz="1200" b="1" i="1" dirty="0">
                <a:solidFill>
                  <a:srgbClr val="002060"/>
                </a:solidFill>
                <a:highlight>
                  <a:srgbClr val="FFFF00"/>
                </a:highlight>
                <a:latin typeface="Segoe UI" panose="020B0502040204020203" pitchFamily="34" charset="0"/>
                <a:cs typeface="Segoe UI" panose="020B0502040204020203" pitchFamily="34" charset="0"/>
              </a:rPr>
              <a:t>0.6086278586278586</a:t>
            </a:r>
          </a:p>
        </p:txBody>
      </p:sp>
      <p:pic>
        <p:nvPicPr>
          <p:cNvPr id="5" name="Picture 4">
            <a:extLst>
              <a:ext uri="{FF2B5EF4-FFF2-40B4-BE49-F238E27FC236}">
                <a16:creationId xmlns:a16="http://schemas.microsoft.com/office/drawing/2014/main" id="{11D90402-C1FC-ADD8-FED9-05EEA987E8C5}"/>
              </a:ext>
            </a:extLst>
          </p:cNvPr>
          <p:cNvPicPr>
            <a:picLocks noChangeAspect="1"/>
          </p:cNvPicPr>
          <p:nvPr/>
        </p:nvPicPr>
        <p:blipFill>
          <a:blip r:embed="rId2"/>
          <a:srcRect r="8539"/>
          <a:stretch/>
        </p:blipFill>
        <p:spPr>
          <a:xfrm>
            <a:off x="395551" y="1705484"/>
            <a:ext cx="5425146" cy="5152516"/>
          </a:xfrm>
          <a:prstGeom prst="rect">
            <a:avLst/>
          </a:prstGeom>
        </p:spPr>
      </p:pic>
    </p:spTree>
    <p:extLst>
      <p:ext uri="{BB962C8B-B14F-4D97-AF65-F5344CB8AC3E}">
        <p14:creationId xmlns:p14="http://schemas.microsoft.com/office/powerpoint/2010/main" val="38959561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CAD20AEA-7CAF-4A83-BE2E-EAF010B8B7F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13" name="Rectangle 12">
            <a:extLst>
              <a:ext uri="{FF2B5EF4-FFF2-40B4-BE49-F238E27FC236}">
                <a16:creationId xmlns:a16="http://schemas.microsoft.com/office/drawing/2014/main" id="{B40FCD49-2060-48B9-8212-8A5F1DF472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Rearview of rows of people watching a movie in a theater">
            <a:extLst>
              <a:ext uri="{FF2B5EF4-FFF2-40B4-BE49-F238E27FC236}">
                <a16:creationId xmlns:a16="http://schemas.microsoft.com/office/drawing/2014/main" id="{A9DEE1C0-D67B-5B13-7D43-3BA387119777}"/>
              </a:ext>
            </a:extLst>
          </p:cNvPr>
          <p:cNvPicPr>
            <a:picLocks noChangeAspect="1"/>
          </p:cNvPicPr>
          <p:nvPr/>
        </p:nvPicPr>
        <p:blipFill>
          <a:blip r:embed="rId4">
            <a:alphaModFix amt="35000"/>
          </a:blip>
          <a:srcRect t="6163" b="9567"/>
          <a:stretch/>
        </p:blipFill>
        <p:spPr>
          <a:xfrm>
            <a:off x="20" y="10"/>
            <a:ext cx="12191980" cy="6857990"/>
          </a:xfrm>
          <a:prstGeom prst="rect">
            <a:avLst/>
          </a:prstGeom>
        </p:spPr>
      </p:pic>
      <p:pic>
        <p:nvPicPr>
          <p:cNvPr id="15" name="Picture 14">
            <a:extLst>
              <a:ext uri="{FF2B5EF4-FFF2-40B4-BE49-F238E27FC236}">
                <a16:creationId xmlns:a16="http://schemas.microsoft.com/office/drawing/2014/main" id="{83A45DCD-B5FB-4A86-88D2-91088C7FFC5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F183EF98-288B-4277-4C39-95D2787BA503}"/>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dirty="0"/>
              <a:t>Insight of Model Performances and Interactive Dashboard</a:t>
            </a:r>
          </a:p>
        </p:txBody>
      </p:sp>
    </p:spTree>
    <p:extLst>
      <p:ext uri="{BB962C8B-B14F-4D97-AF65-F5344CB8AC3E}">
        <p14:creationId xmlns:p14="http://schemas.microsoft.com/office/powerpoint/2010/main" val="289125323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1A5BC407-27EC-7187-80C8-715EFF589D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CC76CF-B402-C7B7-A57D-AEC191C9708D}"/>
              </a:ext>
            </a:extLst>
          </p:cNvPr>
          <p:cNvSpPr>
            <a:spLocks noGrp="1"/>
          </p:cNvSpPr>
          <p:nvPr>
            <p:ph type="title"/>
          </p:nvPr>
        </p:nvSpPr>
        <p:spPr>
          <a:xfrm>
            <a:off x="913774" y="558516"/>
            <a:ext cx="10364451" cy="744629"/>
          </a:xfrm>
        </p:spPr>
        <p:txBody>
          <a:bodyPr>
            <a:normAutofit/>
          </a:bodyPr>
          <a:lstStyle/>
          <a:p>
            <a:r>
              <a:rPr lang="en-CA" b="1" dirty="0">
                <a:solidFill>
                  <a:srgbClr val="002060"/>
                </a:solidFill>
                <a:latin typeface="Segoe UI" panose="020B0502040204020203" pitchFamily="34" charset="0"/>
                <a:cs typeface="Segoe UI" panose="020B0502040204020203" pitchFamily="34" charset="0"/>
              </a:rPr>
              <a:t>Model Performances &amp; Conclusion</a:t>
            </a:r>
          </a:p>
        </p:txBody>
      </p:sp>
      <p:sp>
        <p:nvSpPr>
          <p:cNvPr id="6" name="TextBox 5">
            <a:extLst>
              <a:ext uri="{FF2B5EF4-FFF2-40B4-BE49-F238E27FC236}">
                <a16:creationId xmlns:a16="http://schemas.microsoft.com/office/drawing/2014/main" id="{47662FD8-BADA-090B-A799-7FD1A93073EF}"/>
              </a:ext>
            </a:extLst>
          </p:cNvPr>
          <p:cNvSpPr txBox="1"/>
          <p:nvPr/>
        </p:nvSpPr>
        <p:spPr>
          <a:xfrm>
            <a:off x="6315074" y="1514475"/>
            <a:ext cx="5553075" cy="1308050"/>
          </a:xfrm>
          <a:prstGeom prst="rect">
            <a:avLst/>
          </a:prstGeom>
          <a:noFill/>
        </p:spPr>
        <p:txBody>
          <a:bodyPr wrap="square" rtlCol="0">
            <a:spAutoFit/>
          </a:bodyPr>
          <a:lstStyle/>
          <a:p>
            <a:pPr>
              <a:spcAft>
                <a:spcPts val="600"/>
              </a:spcAft>
            </a:pPr>
            <a:r>
              <a:rPr lang="en-CA" b="1" dirty="0">
                <a:solidFill>
                  <a:srgbClr val="002060"/>
                </a:solidFill>
                <a:latin typeface="Segoe UI" panose="020B0502040204020203" pitchFamily="34" charset="0"/>
                <a:cs typeface="Segoe UI" panose="020B0502040204020203" pitchFamily="34" charset="0"/>
              </a:rPr>
              <a:t>Best Model Overall: Random Forest Regressor</a:t>
            </a:r>
            <a:endParaRPr lang="en-CA" sz="1400" dirty="0">
              <a:solidFill>
                <a:srgbClr val="002060"/>
              </a:solidFill>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CA" sz="1400" dirty="0">
                <a:solidFill>
                  <a:srgbClr val="002060"/>
                </a:solidFill>
                <a:latin typeface="Segoe UI" panose="020B0502040204020203" pitchFamily="34" charset="0"/>
                <a:cs typeface="Segoe UI" panose="020B0502040204020203" pitchFamily="34" charset="0"/>
              </a:rPr>
              <a:t>Highest directional accuracy: 62.1%</a:t>
            </a:r>
          </a:p>
          <a:p>
            <a:pPr marL="285750" indent="-285750">
              <a:buFont typeface="Arial" panose="020B0604020202020204" pitchFamily="34" charset="0"/>
              <a:buChar char="•"/>
            </a:pPr>
            <a:r>
              <a:rPr lang="en-CA" sz="1400" dirty="0">
                <a:solidFill>
                  <a:srgbClr val="002060"/>
                </a:solidFill>
                <a:latin typeface="Segoe UI" panose="020B0502040204020203" pitchFamily="34" charset="0"/>
                <a:cs typeface="Segoe UI" panose="020B0502040204020203" pitchFamily="34" charset="0"/>
              </a:rPr>
              <a:t>Reasonable R²: Slightly positive, better than most others</a:t>
            </a:r>
          </a:p>
          <a:p>
            <a:pPr marL="285750" indent="-285750">
              <a:buFont typeface="Arial" panose="020B0604020202020204" pitchFamily="34" charset="0"/>
              <a:buChar char="•"/>
            </a:pPr>
            <a:r>
              <a:rPr lang="en-CA" sz="1400" dirty="0">
                <a:solidFill>
                  <a:srgbClr val="002060"/>
                </a:solidFill>
                <a:latin typeface="Segoe UI" panose="020B0502040204020203" pitchFamily="34" charset="0"/>
                <a:cs typeface="Segoe UI" panose="020B0502040204020203" pitchFamily="34" charset="0"/>
              </a:rPr>
              <a:t>Stable performance: Handles noise and non-linear patterns well</a:t>
            </a:r>
          </a:p>
          <a:p>
            <a:pPr marL="285750" indent="-285750">
              <a:buFont typeface="Arial" panose="020B0604020202020204" pitchFamily="34" charset="0"/>
              <a:buChar char="•"/>
            </a:pPr>
            <a:r>
              <a:rPr lang="en-CA" sz="1400" dirty="0">
                <a:solidFill>
                  <a:srgbClr val="002060"/>
                </a:solidFill>
                <a:latin typeface="Segoe UI" panose="020B0502040204020203" pitchFamily="34" charset="0"/>
                <a:cs typeface="Segoe UI" panose="020B0502040204020203" pitchFamily="34" charset="0"/>
              </a:rPr>
              <a:t>Not overfitting: Unlike high-degree polynomial or </a:t>
            </a:r>
            <a:r>
              <a:rPr lang="en-CA" sz="1400" dirty="0" err="1">
                <a:solidFill>
                  <a:srgbClr val="002060"/>
                </a:solidFill>
                <a:latin typeface="Segoe UI" panose="020B0502040204020203" pitchFamily="34" charset="0"/>
                <a:cs typeface="Segoe UI" panose="020B0502040204020203" pitchFamily="34" charset="0"/>
              </a:rPr>
              <a:t>XGBoost</a:t>
            </a:r>
            <a:r>
              <a:rPr lang="en-CA" sz="1400" dirty="0">
                <a:solidFill>
                  <a:srgbClr val="002060"/>
                </a:solidFill>
                <a:latin typeface="Segoe UI" panose="020B0502040204020203" pitchFamily="34" charset="0"/>
                <a:cs typeface="Segoe UI" panose="020B0502040204020203" pitchFamily="34" charset="0"/>
              </a:rPr>
              <a:t>.</a:t>
            </a:r>
          </a:p>
        </p:txBody>
      </p:sp>
      <p:sp>
        <p:nvSpPr>
          <p:cNvPr id="7" name="TextBox 6">
            <a:extLst>
              <a:ext uri="{FF2B5EF4-FFF2-40B4-BE49-F238E27FC236}">
                <a16:creationId xmlns:a16="http://schemas.microsoft.com/office/drawing/2014/main" id="{0FE8840F-DFAE-CC13-32DA-B5AFC016B296}"/>
              </a:ext>
            </a:extLst>
          </p:cNvPr>
          <p:cNvSpPr txBox="1"/>
          <p:nvPr/>
        </p:nvSpPr>
        <p:spPr>
          <a:xfrm>
            <a:off x="6315073" y="3464743"/>
            <a:ext cx="5553075" cy="1892826"/>
          </a:xfrm>
          <a:prstGeom prst="rect">
            <a:avLst/>
          </a:prstGeom>
          <a:noFill/>
        </p:spPr>
        <p:txBody>
          <a:bodyPr wrap="square" rtlCol="0">
            <a:spAutoFit/>
          </a:bodyPr>
          <a:lstStyle/>
          <a:p>
            <a:pPr>
              <a:spcAft>
                <a:spcPts val="600"/>
              </a:spcAft>
            </a:pPr>
            <a:r>
              <a:rPr lang="en-US" b="1" dirty="0">
                <a:solidFill>
                  <a:srgbClr val="002060"/>
                </a:solidFill>
                <a:latin typeface="Segoe UI" panose="020B0502040204020203" pitchFamily="34" charset="0"/>
                <a:cs typeface="Segoe UI" panose="020B0502040204020203" pitchFamily="34" charset="0"/>
              </a:rPr>
              <a:t>Secondary Insight: Gradient Boosting</a:t>
            </a:r>
          </a:p>
          <a:p>
            <a:pPr marL="285750" indent="-285750">
              <a:spcAft>
                <a:spcPts val="600"/>
              </a:spcAft>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Gradient Boosting had slightly better R² and lower MAE but much lower accuracy (47%).</a:t>
            </a:r>
          </a:p>
          <a:p>
            <a:pPr marL="285750" indent="-285750">
              <a:spcAft>
                <a:spcPts val="600"/>
              </a:spcAft>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If our main goal is direction (up/down prediction), then Random Forest is clearly superior. </a:t>
            </a:r>
          </a:p>
          <a:p>
            <a:pPr marL="285750" indent="-285750">
              <a:spcAft>
                <a:spcPts val="600"/>
              </a:spcAft>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However, continuous value prediction (e.g., how much the price will change), then Gradient Boosting is a strong second.</a:t>
            </a:r>
            <a:endParaRPr lang="en-CA" sz="1100" dirty="0">
              <a:solidFill>
                <a:srgbClr val="002060"/>
              </a:solidFill>
              <a:latin typeface="Segoe UI" panose="020B0502040204020203" pitchFamily="34" charset="0"/>
              <a:cs typeface="Segoe UI" panose="020B0502040204020203" pitchFamily="34" charset="0"/>
            </a:endParaRPr>
          </a:p>
        </p:txBody>
      </p:sp>
      <p:graphicFrame>
        <p:nvGraphicFramePr>
          <p:cNvPr id="8" name="Table 7">
            <a:extLst>
              <a:ext uri="{FF2B5EF4-FFF2-40B4-BE49-F238E27FC236}">
                <a16:creationId xmlns:a16="http://schemas.microsoft.com/office/drawing/2014/main" id="{24A6AE03-ED22-94FF-E627-A527756FF41E}"/>
              </a:ext>
            </a:extLst>
          </p:cNvPr>
          <p:cNvGraphicFramePr>
            <a:graphicFrameLocks noGrp="1"/>
          </p:cNvGraphicFramePr>
          <p:nvPr>
            <p:extLst>
              <p:ext uri="{D42A27DB-BD31-4B8C-83A1-F6EECF244321}">
                <p14:modId xmlns:p14="http://schemas.microsoft.com/office/powerpoint/2010/main" val="3052608068"/>
              </p:ext>
            </p:extLst>
          </p:nvPr>
        </p:nvGraphicFramePr>
        <p:xfrm>
          <a:off x="913774" y="1587647"/>
          <a:ext cx="4845740" cy="2194560"/>
        </p:xfrm>
        <a:graphic>
          <a:graphicData uri="http://schemas.openxmlformats.org/drawingml/2006/table">
            <a:tbl>
              <a:tblPr>
                <a:solidFill>
                  <a:schemeClr val="accent4">
                    <a:lumMod val="20000"/>
                    <a:lumOff val="80000"/>
                  </a:schemeClr>
                </a:solidFill>
                <a:tableStyleId>{2D5ABB26-0587-4C30-8999-92F81FD0307C}</a:tableStyleId>
              </a:tblPr>
              <a:tblGrid>
                <a:gridCol w="1534032">
                  <a:extLst>
                    <a:ext uri="{9D8B030D-6E8A-4147-A177-3AD203B41FA5}">
                      <a16:colId xmlns:a16="http://schemas.microsoft.com/office/drawing/2014/main" val="794850148"/>
                    </a:ext>
                  </a:extLst>
                </a:gridCol>
                <a:gridCol w="866987">
                  <a:extLst>
                    <a:ext uri="{9D8B030D-6E8A-4147-A177-3AD203B41FA5}">
                      <a16:colId xmlns:a16="http://schemas.microsoft.com/office/drawing/2014/main" val="2020241377"/>
                    </a:ext>
                  </a:extLst>
                </a:gridCol>
                <a:gridCol w="706863">
                  <a:extLst>
                    <a:ext uri="{9D8B030D-6E8A-4147-A177-3AD203B41FA5}">
                      <a16:colId xmlns:a16="http://schemas.microsoft.com/office/drawing/2014/main" val="2721721689"/>
                    </a:ext>
                  </a:extLst>
                </a:gridCol>
                <a:gridCol w="740348">
                  <a:extLst>
                    <a:ext uri="{9D8B030D-6E8A-4147-A177-3AD203B41FA5}">
                      <a16:colId xmlns:a16="http://schemas.microsoft.com/office/drawing/2014/main" val="3329373852"/>
                    </a:ext>
                  </a:extLst>
                </a:gridCol>
                <a:gridCol w="997510">
                  <a:extLst>
                    <a:ext uri="{9D8B030D-6E8A-4147-A177-3AD203B41FA5}">
                      <a16:colId xmlns:a16="http://schemas.microsoft.com/office/drawing/2014/main" val="2489439545"/>
                    </a:ext>
                  </a:extLst>
                </a:gridCol>
              </a:tblGrid>
              <a:tr h="273032">
                <a:tc>
                  <a:txBody>
                    <a:bodyPr/>
                    <a:lstStyle/>
                    <a:p>
                      <a:r>
                        <a:rPr lang="en-CA" sz="1200" b="1" dirty="0">
                          <a:latin typeface="Segoe UI" panose="020B0502040204020203" pitchFamily="34" charset="0"/>
                          <a:cs typeface="Segoe UI" panose="020B0502040204020203" pitchFamily="34" charset="0"/>
                        </a:rPr>
                        <a:t>Model</a:t>
                      </a:r>
                    </a:p>
                  </a:txBody>
                  <a:tcPr anchor="ctr">
                    <a:lnL w="12700" cap="flat" cmpd="sng" algn="ctr">
                      <a:no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R² Score</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r>
                        <a:rPr lang="en-CA" sz="1200" b="1">
                          <a:latin typeface="Segoe UI" panose="020B0502040204020203" pitchFamily="34" charset="0"/>
                          <a:cs typeface="Segoe UI" panose="020B0502040204020203" pitchFamily="34" charset="0"/>
                        </a:rPr>
                        <a:t>RMSE</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MAE</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Accuracy</a:t>
                      </a:r>
                    </a:p>
                  </a:txBody>
                  <a:tcPr anchor="ctr">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426573314"/>
                  </a:ext>
                </a:extLst>
              </a:tr>
              <a:tr h="273032">
                <a:tc>
                  <a:txBody>
                    <a:bodyPr/>
                    <a:lstStyle/>
                    <a:p>
                      <a:r>
                        <a:rPr lang="en-CA" sz="1200" b="1">
                          <a:latin typeface="Segoe UI" panose="020B0502040204020203" pitchFamily="34" charset="0"/>
                          <a:cs typeface="Segoe UI" panose="020B0502040204020203" pitchFamily="34" charset="0"/>
                        </a:rPr>
                        <a:t>Random Forest</a:t>
                      </a:r>
                      <a:endParaRPr lang="en-CA" sz="1200">
                        <a:latin typeface="Segoe UI" panose="020B0502040204020203" pitchFamily="34" charset="0"/>
                        <a:cs typeface="Segoe UI" panose="020B0502040204020203" pitchFamily="34" charset="0"/>
                      </a:endParaRP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0.047</a:t>
                      </a:r>
                      <a:endParaRPr lang="en-CA" sz="1200" dirty="0">
                        <a:latin typeface="Segoe UI" panose="020B0502040204020203" pitchFamily="34" charset="0"/>
                        <a:cs typeface="Segoe UI" panose="020B0502040204020203" pitchFamily="34" charset="0"/>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0.0127</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0.0041</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0.621</a:t>
                      </a:r>
                      <a:r>
                        <a:rPr lang="en-CA" sz="1200" dirty="0">
                          <a:latin typeface="Segoe UI" panose="020B0502040204020203" pitchFamily="34" charset="0"/>
                          <a:cs typeface="Segoe UI" panose="020B0502040204020203" pitchFamily="34" charset="0"/>
                        </a:rPr>
                        <a:t> </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68696279"/>
                  </a:ext>
                </a:extLst>
              </a:tr>
              <a:tr h="273032">
                <a:tc>
                  <a:txBody>
                    <a:bodyPr/>
                    <a:lstStyle/>
                    <a:p>
                      <a:r>
                        <a:rPr lang="en-CA" sz="1200" b="1" dirty="0">
                          <a:latin typeface="Segoe UI" panose="020B0502040204020203" pitchFamily="34" charset="0"/>
                          <a:cs typeface="Segoe UI" panose="020B0502040204020203" pitchFamily="34" charset="0"/>
                        </a:rPr>
                        <a:t>Gradient Boosting</a:t>
                      </a: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0.086</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0.0124</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b="1" dirty="0">
                          <a:latin typeface="Segoe UI" panose="020B0502040204020203" pitchFamily="34" charset="0"/>
                          <a:cs typeface="Segoe UI" panose="020B0502040204020203" pitchFamily="34" charset="0"/>
                        </a:rPr>
                        <a:t>0.0034</a:t>
                      </a:r>
                      <a:endParaRPr lang="en-CA" sz="1200" dirty="0">
                        <a:latin typeface="Segoe UI" panose="020B0502040204020203" pitchFamily="34" charset="0"/>
                        <a:cs typeface="Segoe UI" panose="020B0502040204020203" pitchFamily="34" charset="0"/>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0.474</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79748954"/>
                  </a:ext>
                </a:extLst>
              </a:tr>
              <a:tr h="273032">
                <a:tc>
                  <a:txBody>
                    <a:bodyPr/>
                    <a:lstStyle/>
                    <a:p>
                      <a:r>
                        <a:rPr lang="en-CA" sz="1200">
                          <a:latin typeface="Segoe UI" panose="020B0502040204020203" pitchFamily="34" charset="0"/>
                          <a:cs typeface="Segoe UI" panose="020B0502040204020203" pitchFamily="34" charset="0"/>
                        </a:rPr>
                        <a:t>XGBoost</a:t>
                      </a: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-0.205</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0.0143</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0.0042</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0.493</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39025524"/>
                  </a:ext>
                </a:extLst>
              </a:tr>
              <a:tr h="273032">
                <a:tc>
                  <a:txBody>
                    <a:bodyPr/>
                    <a:lstStyle/>
                    <a:p>
                      <a:r>
                        <a:rPr lang="en-CA" sz="1200">
                          <a:latin typeface="Segoe UI" panose="020B0502040204020203" pitchFamily="34" charset="0"/>
                          <a:cs typeface="Segoe UI" panose="020B0502040204020203" pitchFamily="34" charset="0"/>
                        </a:rPr>
                        <a:t>Ridge Regression</a:t>
                      </a: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-0.324</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0.0150</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0.0071</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0.608</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34502765"/>
                  </a:ext>
                </a:extLst>
              </a:tr>
              <a:tr h="273032">
                <a:tc>
                  <a:txBody>
                    <a:bodyPr/>
                    <a:lstStyle/>
                    <a:p>
                      <a:r>
                        <a:rPr lang="en-CA" sz="1200">
                          <a:latin typeface="Segoe UI" panose="020B0502040204020203" pitchFamily="34" charset="0"/>
                          <a:cs typeface="Segoe UI" panose="020B0502040204020203" pitchFamily="34" charset="0"/>
                        </a:rPr>
                        <a:t>Polynomial (Deg 1)</a:t>
                      </a: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-0.341</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0.0150</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0.0071</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0.609</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155622829"/>
                  </a:ext>
                </a:extLst>
              </a:tr>
              <a:tr h="273032">
                <a:tc>
                  <a:txBody>
                    <a:bodyPr/>
                    <a:lstStyle/>
                    <a:p>
                      <a:r>
                        <a:rPr lang="en-CA" sz="1200">
                          <a:latin typeface="Segoe UI" panose="020B0502040204020203" pitchFamily="34" charset="0"/>
                          <a:cs typeface="Segoe UI" panose="020B0502040204020203" pitchFamily="34" charset="0"/>
                        </a:rPr>
                        <a:t>Polynomial (Deg 2)</a:t>
                      </a:r>
                    </a:p>
                  </a:txBody>
                  <a:tcPr anchor="ctr">
                    <a:lnL w="12700" cap="flat" cmpd="sng" algn="ctr">
                      <a:no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-0.140</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0.0139</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0.0053</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0.521</a:t>
                      </a:r>
                    </a:p>
                  </a:txBody>
                  <a:tcPr anchor="ctr">
                    <a:lnL>
                      <a:noFill/>
                    </a:lnL>
                    <a:lnR w="1270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45404807"/>
                  </a:ext>
                </a:extLst>
              </a:tr>
              <a:tr h="273032">
                <a:tc>
                  <a:txBody>
                    <a:bodyPr/>
                    <a:lstStyle/>
                    <a:p>
                      <a:r>
                        <a:rPr lang="en-CA" sz="1200" dirty="0">
                          <a:latin typeface="Segoe UI" panose="020B0502040204020203" pitchFamily="34" charset="0"/>
                          <a:cs typeface="Segoe UI" panose="020B0502040204020203" pitchFamily="34" charset="0"/>
                        </a:rPr>
                        <a:t>Polynomial (Deg 3)</a:t>
                      </a:r>
                    </a:p>
                  </a:txBody>
                  <a:tcPr anchor="ctr">
                    <a:lnL w="12700" cap="flat" cmpd="sng" algn="ctr">
                      <a:noFill/>
                      <a:prstDash val="solid"/>
                      <a:round/>
                      <a:headEnd type="none" w="med" len="med"/>
                      <a:tailEnd type="none" w="med" len="med"/>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-0.074</a:t>
                      </a:r>
                    </a:p>
                  </a:txBody>
                  <a:tcPr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0.0135</a:t>
                      </a:r>
                    </a:p>
                  </a:txBody>
                  <a:tcPr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CA" sz="1200">
                          <a:latin typeface="Segoe UI" panose="020B0502040204020203" pitchFamily="34" charset="0"/>
                          <a:cs typeface="Segoe UI" panose="020B0502040204020203" pitchFamily="34" charset="0"/>
                        </a:rPr>
                        <a:t>0.0048</a:t>
                      </a:r>
                    </a:p>
                  </a:txBody>
                  <a:tcPr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CA" sz="1200" dirty="0">
                          <a:latin typeface="Segoe UI" panose="020B0502040204020203" pitchFamily="34" charset="0"/>
                          <a:cs typeface="Segoe UI" panose="020B0502040204020203" pitchFamily="34" charset="0"/>
                        </a:rPr>
                        <a:t>0.527</a:t>
                      </a:r>
                    </a:p>
                  </a:txBody>
                  <a:tcPr anchor="ctr">
                    <a:lnL>
                      <a:noFill/>
                    </a:lnL>
                    <a:lnR w="12700" cap="flat" cmpd="sng" algn="ctr">
                      <a:noFill/>
                      <a:prstDash val="solid"/>
                      <a:round/>
                      <a:headEnd type="none" w="med" len="med"/>
                      <a:tailEnd type="none" w="med" len="med"/>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77117025"/>
                  </a:ext>
                </a:extLst>
              </a:tr>
            </a:tbl>
          </a:graphicData>
        </a:graphic>
      </p:graphicFrame>
      <p:sp>
        <p:nvSpPr>
          <p:cNvPr id="9" name="TextBox 8">
            <a:extLst>
              <a:ext uri="{FF2B5EF4-FFF2-40B4-BE49-F238E27FC236}">
                <a16:creationId xmlns:a16="http://schemas.microsoft.com/office/drawing/2014/main" id="{888DCA64-AC90-D3B0-3A6D-D6F8A64392F2}"/>
              </a:ext>
            </a:extLst>
          </p:cNvPr>
          <p:cNvSpPr txBox="1"/>
          <p:nvPr/>
        </p:nvSpPr>
        <p:spPr>
          <a:xfrm>
            <a:off x="913774" y="4324350"/>
            <a:ext cx="4658351" cy="369332"/>
          </a:xfrm>
          <a:prstGeom prst="rect">
            <a:avLst/>
          </a:prstGeom>
          <a:noFill/>
        </p:spPr>
        <p:txBody>
          <a:bodyPr wrap="square" rtlCol="0">
            <a:spAutoFit/>
          </a:bodyPr>
          <a:lstStyle/>
          <a:p>
            <a:endParaRPr lang="en-CA" dirty="0"/>
          </a:p>
        </p:txBody>
      </p:sp>
    </p:spTree>
    <p:extLst>
      <p:ext uri="{BB962C8B-B14F-4D97-AF65-F5344CB8AC3E}">
        <p14:creationId xmlns:p14="http://schemas.microsoft.com/office/powerpoint/2010/main" val="24259345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BDF4CC53-E864-5C09-2C7C-A988BE9FF9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65E3E0-4F77-9289-FF1C-37847D88FFAC}"/>
              </a:ext>
            </a:extLst>
          </p:cNvPr>
          <p:cNvSpPr>
            <a:spLocks noGrp="1"/>
          </p:cNvSpPr>
          <p:nvPr>
            <p:ph type="title"/>
          </p:nvPr>
        </p:nvSpPr>
        <p:spPr>
          <a:xfrm>
            <a:off x="913774" y="558516"/>
            <a:ext cx="10364451" cy="744629"/>
          </a:xfrm>
        </p:spPr>
        <p:txBody>
          <a:bodyPr>
            <a:normAutofit/>
          </a:bodyPr>
          <a:lstStyle/>
          <a:p>
            <a:r>
              <a:rPr lang="en-CA" b="1" dirty="0">
                <a:solidFill>
                  <a:srgbClr val="002060"/>
                </a:solidFill>
                <a:latin typeface="Segoe UI" panose="020B0502040204020203" pitchFamily="34" charset="0"/>
                <a:cs typeface="Segoe UI" panose="020B0502040204020203" pitchFamily="34" charset="0"/>
              </a:rPr>
              <a:t>Dashboard</a:t>
            </a:r>
          </a:p>
        </p:txBody>
      </p:sp>
      <p:pic>
        <p:nvPicPr>
          <p:cNvPr id="5" name="Picture 4">
            <a:extLst>
              <a:ext uri="{FF2B5EF4-FFF2-40B4-BE49-F238E27FC236}">
                <a16:creationId xmlns:a16="http://schemas.microsoft.com/office/drawing/2014/main" id="{7EF7D0CC-744C-3AE8-1DD6-F7BB86E1C513}"/>
              </a:ext>
            </a:extLst>
          </p:cNvPr>
          <p:cNvPicPr>
            <a:picLocks noChangeAspect="1"/>
          </p:cNvPicPr>
          <p:nvPr/>
        </p:nvPicPr>
        <p:blipFill>
          <a:blip r:embed="rId2"/>
          <a:stretch>
            <a:fillRect/>
          </a:stretch>
        </p:blipFill>
        <p:spPr>
          <a:xfrm>
            <a:off x="447688" y="1101213"/>
            <a:ext cx="3366294" cy="3199306"/>
          </a:xfrm>
          <a:prstGeom prst="rect">
            <a:avLst/>
          </a:prstGeom>
        </p:spPr>
      </p:pic>
      <p:pic>
        <p:nvPicPr>
          <p:cNvPr id="11" name="Picture 10">
            <a:extLst>
              <a:ext uri="{FF2B5EF4-FFF2-40B4-BE49-F238E27FC236}">
                <a16:creationId xmlns:a16="http://schemas.microsoft.com/office/drawing/2014/main" id="{365D4024-D86A-F1DD-1BE7-ED8969F8E110}"/>
              </a:ext>
            </a:extLst>
          </p:cNvPr>
          <p:cNvPicPr>
            <a:picLocks noChangeAspect="1"/>
          </p:cNvPicPr>
          <p:nvPr/>
        </p:nvPicPr>
        <p:blipFill>
          <a:blip r:embed="rId3"/>
          <a:stretch>
            <a:fillRect/>
          </a:stretch>
        </p:blipFill>
        <p:spPr>
          <a:xfrm>
            <a:off x="3660560" y="2780247"/>
            <a:ext cx="3259273" cy="3519237"/>
          </a:xfrm>
          <a:prstGeom prst="rect">
            <a:avLst/>
          </a:prstGeom>
        </p:spPr>
      </p:pic>
      <p:sp>
        <p:nvSpPr>
          <p:cNvPr id="12" name="TextBox 11">
            <a:extLst>
              <a:ext uri="{FF2B5EF4-FFF2-40B4-BE49-F238E27FC236}">
                <a16:creationId xmlns:a16="http://schemas.microsoft.com/office/drawing/2014/main" id="{A0808865-9CC9-99DB-CD7F-CA464786F48E}"/>
              </a:ext>
            </a:extLst>
          </p:cNvPr>
          <p:cNvSpPr txBox="1"/>
          <p:nvPr/>
        </p:nvSpPr>
        <p:spPr>
          <a:xfrm>
            <a:off x="7176790" y="1797784"/>
            <a:ext cx="4220497" cy="3262432"/>
          </a:xfrm>
          <a:prstGeom prst="rect">
            <a:avLst/>
          </a:prstGeom>
          <a:noFill/>
        </p:spPr>
        <p:txBody>
          <a:bodyPr wrap="square" rtlCol="0">
            <a:spAutoFit/>
          </a:bodyPr>
          <a:lstStyle/>
          <a:p>
            <a:pPr marL="285750" indent="-285750">
              <a:spcAft>
                <a:spcPts val="600"/>
              </a:spcAft>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This dashboard presents a machine learning-based analysis of Apple Inc.'s stock movements using a combination of technical indicators and GPT-enriched sentiment features.</a:t>
            </a:r>
          </a:p>
          <a:p>
            <a:pPr marL="285750" indent="-285750">
              <a:spcAft>
                <a:spcPts val="600"/>
              </a:spcAft>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Users can interactively select between models—Random Forest, Ridge Regression, and Gradient Boosting—to compare predictive performance through R², MAE, RMSE, and classification accuracy.</a:t>
            </a:r>
          </a:p>
          <a:p>
            <a:pPr marL="285750" indent="-285750">
              <a:spcAft>
                <a:spcPts val="600"/>
              </a:spcAft>
              <a:buFont typeface="Arial" panose="020B0604020202020204" pitchFamily="34" charset="0"/>
              <a:buChar char="•"/>
            </a:pPr>
            <a:r>
              <a:rPr lang="en-US" sz="1400" dirty="0">
                <a:solidFill>
                  <a:srgbClr val="002060"/>
                </a:solidFill>
                <a:latin typeface="Segoe UI" panose="020B0502040204020203" pitchFamily="34" charset="0"/>
                <a:cs typeface="Segoe UI" panose="020B0502040204020203" pitchFamily="34" charset="0"/>
              </a:rPr>
              <a:t>The dashboard also includes visual tools like line charts, confusion matrices, and feature importance plots to interpret results and gain insights into the impact of news-driven sentiment on stock price behavior.</a:t>
            </a:r>
            <a:endParaRPr lang="en-CA" sz="1400" dirty="0">
              <a:solidFill>
                <a:srgbClr val="002060"/>
              </a:solidFill>
              <a:latin typeface="Segoe UI" panose="020B0502040204020203" pitchFamily="34" charset="0"/>
              <a:cs typeface="Segoe UI" panose="020B0502040204020203" pitchFamily="34" charset="0"/>
            </a:endParaRPr>
          </a:p>
        </p:txBody>
      </p:sp>
      <p:sp>
        <p:nvSpPr>
          <p:cNvPr id="13" name="TextBox 12">
            <a:extLst>
              <a:ext uri="{FF2B5EF4-FFF2-40B4-BE49-F238E27FC236}">
                <a16:creationId xmlns:a16="http://schemas.microsoft.com/office/drawing/2014/main" id="{14E61ED3-2DA5-8E5A-7541-F505E30BA41B}"/>
              </a:ext>
            </a:extLst>
          </p:cNvPr>
          <p:cNvSpPr txBox="1"/>
          <p:nvPr/>
        </p:nvSpPr>
        <p:spPr>
          <a:xfrm>
            <a:off x="381432" y="5193071"/>
            <a:ext cx="3070818" cy="600164"/>
          </a:xfrm>
          <a:prstGeom prst="rect">
            <a:avLst/>
          </a:prstGeom>
          <a:noFill/>
        </p:spPr>
        <p:txBody>
          <a:bodyPr wrap="square" rtlCol="0">
            <a:spAutoFit/>
          </a:bodyPr>
          <a:lstStyle/>
          <a:p>
            <a:r>
              <a:rPr lang="en-CA" sz="1100" dirty="0">
                <a:solidFill>
                  <a:srgbClr val="002060"/>
                </a:solidFill>
                <a:latin typeface="Segoe UI" panose="020B0502040204020203" pitchFamily="34" charset="0"/>
                <a:cs typeface="Segoe UI" panose="020B0502040204020203" pitchFamily="34" charset="0"/>
              </a:rPr>
              <a:t>Dashboard Access Link-- &gt;</a:t>
            </a:r>
          </a:p>
          <a:p>
            <a:r>
              <a:rPr lang="en-CA" sz="1100" dirty="0">
                <a:solidFill>
                  <a:srgbClr val="002060"/>
                </a:solidFill>
                <a:latin typeface="Segoe UI" panose="020B0502040204020203" pitchFamily="34" charset="0"/>
                <a:cs typeface="Segoe UI" panose="020B0502040204020203" pitchFamily="34" charset="0"/>
              </a:rPr>
              <a:t>https://csis-4260-specialtopicindataanalytics-git-rgmtpshqpazxqz8ofacx.streamlit.app/</a:t>
            </a:r>
          </a:p>
        </p:txBody>
      </p:sp>
    </p:spTree>
    <p:extLst>
      <p:ext uri="{BB962C8B-B14F-4D97-AF65-F5344CB8AC3E}">
        <p14:creationId xmlns:p14="http://schemas.microsoft.com/office/powerpoint/2010/main" val="321058413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2">
            <a:extLst>
              <a:ext uri="{FF2B5EF4-FFF2-40B4-BE49-F238E27FC236}">
                <a16:creationId xmlns:a16="http://schemas.microsoft.com/office/drawing/2014/main" id="{22790EC5-ACA7-4536-8066-B60199F3C6D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34">
            <a:extLst>
              <a:ext uri="{FF2B5EF4-FFF2-40B4-BE49-F238E27FC236}">
                <a16:creationId xmlns:a16="http://schemas.microsoft.com/office/drawing/2014/main" id="{CAD20AEA-7CAF-4A83-BE2E-EAF010B8B7FC}"/>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useBgFill="1">
        <p:nvSpPr>
          <p:cNvPr id="36" name="Rectangle 35">
            <a:extLst>
              <a:ext uri="{FF2B5EF4-FFF2-40B4-BE49-F238E27FC236}">
                <a16:creationId xmlns:a16="http://schemas.microsoft.com/office/drawing/2014/main" id="{B40FCD49-2060-48B9-8212-8A5F1DF472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7" name="Picture 36" descr="One big red thumbtack in front of many smaller black thumbtacks">
            <a:extLst>
              <a:ext uri="{FF2B5EF4-FFF2-40B4-BE49-F238E27FC236}">
                <a16:creationId xmlns:a16="http://schemas.microsoft.com/office/drawing/2014/main" id="{B19D377B-F399-6CC9-8B87-C0F138A6EDD2}"/>
              </a:ext>
            </a:extLst>
          </p:cNvPr>
          <p:cNvPicPr>
            <a:picLocks noChangeAspect="1"/>
          </p:cNvPicPr>
          <p:nvPr/>
        </p:nvPicPr>
        <p:blipFill>
          <a:blip r:embed="rId4">
            <a:alphaModFix amt="35000"/>
          </a:blip>
          <a:srcRect t="16741" b="6205"/>
          <a:stretch/>
        </p:blipFill>
        <p:spPr>
          <a:xfrm>
            <a:off x="20" y="10"/>
            <a:ext cx="12191980" cy="6857990"/>
          </a:xfrm>
          <a:prstGeom prst="rect">
            <a:avLst/>
          </a:prstGeom>
        </p:spPr>
      </p:pic>
      <p:pic>
        <p:nvPicPr>
          <p:cNvPr id="38" name="Picture 37">
            <a:extLst>
              <a:ext uri="{FF2B5EF4-FFF2-40B4-BE49-F238E27FC236}">
                <a16:creationId xmlns:a16="http://schemas.microsoft.com/office/drawing/2014/main" id="{83A45DCD-B5FB-4A86-88D2-91088C7FFC5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D52CC20-AE1D-615B-22D1-A8A24D3B82CC}"/>
              </a:ext>
            </a:extLst>
          </p:cNvPr>
          <p:cNvSpPr>
            <a:spLocks noGrp="1"/>
          </p:cNvSpPr>
          <p:nvPr>
            <p:ph type="title"/>
          </p:nvPr>
        </p:nvSpPr>
        <p:spPr>
          <a:xfrm>
            <a:off x="1751012" y="1300785"/>
            <a:ext cx="8689976" cy="2509213"/>
          </a:xfrm>
        </p:spPr>
        <p:txBody>
          <a:bodyPr vert="horz" lIns="91440" tIns="45720" rIns="91440" bIns="45720" rtlCol="0" anchor="b">
            <a:normAutofit/>
          </a:bodyPr>
          <a:lstStyle/>
          <a:p>
            <a:r>
              <a:rPr lang="en-US" sz="4800"/>
              <a:t>References</a:t>
            </a:r>
          </a:p>
        </p:txBody>
      </p:sp>
    </p:spTree>
    <p:extLst>
      <p:ext uri="{BB962C8B-B14F-4D97-AF65-F5344CB8AC3E}">
        <p14:creationId xmlns:p14="http://schemas.microsoft.com/office/powerpoint/2010/main" val="12731756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FB0E2-D971-5253-EE45-26BE26E772DF}"/>
              </a:ext>
            </a:extLst>
          </p:cNvPr>
          <p:cNvSpPr>
            <a:spLocks noGrp="1"/>
          </p:cNvSpPr>
          <p:nvPr>
            <p:ph type="title"/>
          </p:nvPr>
        </p:nvSpPr>
        <p:spPr/>
        <p:txBody>
          <a:bodyPr/>
          <a:lstStyle/>
          <a:p>
            <a:r>
              <a:rPr lang="en-CA" b="1" dirty="0">
                <a:solidFill>
                  <a:srgbClr val="002060"/>
                </a:solidFill>
                <a:latin typeface="Segoe UI" panose="020B0502040204020203" pitchFamily="34" charset="0"/>
                <a:cs typeface="Segoe UI" panose="020B0502040204020203" pitchFamily="34" charset="0"/>
              </a:rPr>
              <a:t>Appendix A: Tools, Libraries &amp; Models</a:t>
            </a:r>
          </a:p>
        </p:txBody>
      </p:sp>
      <p:sp>
        <p:nvSpPr>
          <p:cNvPr id="5" name="TextBox 4">
            <a:extLst>
              <a:ext uri="{FF2B5EF4-FFF2-40B4-BE49-F238E27FC236}">
                <a16:creationId xmlns:a16="http://schemas.microsoft.com/office/drawing/2014/main" id="{A0ABD2BA-C4CC-E99B-4F40-A7E56F0ADC4C}"/>
              </a:ext>
            </a:extLst>
          </p:cNvPr>
          <p:cNvSpPr txBox="1"/>
          <p:nvPr/>
        </p:nvSpPr>
        <p:spPr>
          <a:xfrm>
            <a:off x="1562100" y="2295525"/>
            <a:ext cx="9001125" cy="3123932"/>
          </a:xfrm>
          <a:prstGeom prst="rect">
            <a:avLst/>
          </a:prstGeom>
          <a:noFill/>
        </p:spPr>
        <p:txBody>
          <a:bodyPr wrap="square" rtlCol="0">
            <a:spAutoFit/>
          </a:bodyPr>
          <a:lstStyle/>
          <a:p>
            <a:pPr marL="0" indent="0">
              <a:spcAft>
                <a:spcPts val="600"/>
              </a:spcAft>
              <a:buNone/>
            </a:pPr>
            <a:r>
              <a:rPr lang="en-CA" sz="1800" b="1" i="1" dirty="0">
                <a:solidFill>
                  <a:srgbClr val="002060"/>
                </a:solidFill>
                <a:latin typeface="Segoe UI" panose="020B0502040204020203" pitchFamily="34" charset="0"/>
                <a:cs typeface="Segoe UI" panose="020B0502040204020203" pitchFamily="34" charset="0"/>
              </a:rPr>
              <a:t>Python Libraries Used</a:t>
            </a:r>
          </a:p>
          <a:p>
            <a:pPr marL="285750" indent="-285750">
              <a:spcAft>
                <a:spcPts val="600"/>
              </a:spcAft>
              <a:buFont typeface="Arial" panose="020B0604020202020204" pitchFamily="34" charset="0"/>
              <a:buChar char="•"/>
            </a:pPr>
            <a:r>
              <a:rPr lang="en-CA" sz="1800" dirty="0">
                <a:solidFill>
                  <a:srgbClr val="002060"/>
                </a:solidFill>
                <a:latin typeface="Segoe UI" panose="020B0502040204020203" pitchFamily="34" charset="0"/>
                <a:cs typeface="Segoe UI" panose="020B0502040204020203" pitchFamily="34" charset="0"/>
              </a:rPr>
              <a:t>pandas, </a:t>
            </a:r>
            <a:r>
              <a:rPr lang="en-CA" sz="1800" dirty="0" err="1">
                <a:solidFill>
                  <a:srgbClr val="002060"/>
                </a:solidFill>
                <a:latin typeface="Segoe UI" panose="020B0502040204020203" pitchFamily="34" charset="0"/>
                <a:cs typeface="Segoe UI" panose="020B0502040204020203" pitchFamily="34" charset="0"/>
              </a:rPr>
              <a:t>numpy</a:t>
            </a:r>
            <a:r>
              <a:rPr lang="en-CA" sz="1800" dirty="0">
                <a:solidFill>
                  <a:srgbClr val="002060"/>
                </a:solidFill>
                <a:latin typeface="Segoe UI" panose="020B0502040204020203" pitchFamily="34" charset="0"/>
                <a:cs typeface="Segoe UI" panose="020B0502040204020203" pitchFamily="34" charset="0"/>
              </a:rPr>
              <a:t>, matplotlib, seaborn – data handling &amp; visualization</a:t>
            </a:r>
          </a:p>
          <a:p>
            <a:pPr marL="285750" indent="-285750">
              <a:spcAft>
                <a:spcPts val="600"/>
              </a:spcAft>
              <a:buFont typeface="Arial" panose="020B0604020202020204" pitchFamily="34" charset="0"/>
              <a:buChar char="•"/>
            </a:pPr>
            <a:r>
              <a:rPr lang="en-CA" sz="1800" dirty="0">
                <a:solidFill>
                  <a:srgbClr val="002060"/>
                </a:solidFill>
                <a:latin typeface="Segoe UI" panose="020B0502040204020203" pitchFamily="34" charset="0"/>
                <a:cs typeface="Segoe UI" panose="020B0502040204020203" pitchFamily="34" charset="0"/>
              </a:rPr>
              <a:t>scikit-learn (</a:t>
            </a:r>
            <a:r>
              <a:rPr lang="en-CA" sz="1800" dirty="0" err="1">
                <a:solidFill>
                  <a:srgbClr val="002060"/>
                </a:solidFill>
                <a:latin typeface="Segoe UI" panose="020B0502040204020203" pitchFamily="34" charset="0"/>
                <a:cs typeface="Segoe UI" panose="020B0502040204020203" pitchFamily="34" charset="0"/>
              </a:rPr>
              <a:t>sklearn</a:t>
            </a:r>
            <a:r>
              <a:rPr lang="en-CA" sz="1800" dirty="0">
                <a:solidFill>
                  <a:srgbClr val="002060"/>
                </a:solidFill>
                <a:latin typeface="Segoe UI" panose="020B0502040204020203" pitchFamily="34" charset="0"/>
                <a:cs typeface="Segoe UI" panose="020B0502040204020203" pitchFamily="34" charset="0"/>
              </a:rPr>
              <a:t>) – ML models &amp; metrics</a:t>
            </a:r>
          </a:p>
          <a:p>
            <a:pPr marL="285750" indent="-285750">
              <a:spcAft>
                <a:spcPts val="600"/>
              </a:spcAft>
              <a:buFont typeface="Arial" panose="020B0604020202020204" pitchFamily="34" charset="0"/>
              <a:buChar char="•"/>
            </a:pPr>
            <a:r>
              <a:rPr lang="en-CA" sz="1800" dirty="0">
                <a:solidFill>
                  <a:srgbClr val="002060"/>
                </a:solidFill>
                <a:latin typeface="Segoe UI" panose="020B0502040204020203" pitchFamily="34" charset="0"/>
                <a:cs typeface="Segoe UI" panose="020B0502040204020203" pitchFamily="34" charset="0"/>
              </a:rPr>
              <a:t>Random Forest Regressor, Gradient Boosting Regressor, Ridge, </a:t>
            </a:r>
            <a:r>
              <a:rPr lang="en-CA" sz="1800" dirty="0" err="1">
                <a:solidFill>
                  <a:srgbClr val="002060"/>
                </a:solidFill>
                <a:latin typeface="Segoe UI" panose="020B0502040204020203" pitchFamily="34" charset="0"/>
                <a:cs typeface="Segoe UI" panose="020B0502040204020203" pitchFamily="34" charset="0"/>
              </a:rPr>
              <a:t>train_test_split</a:t>
            </a:r>
            <a:r>
              <a:rPr lang="en-CA" sz="1800" dirty="0">
                <a:solidFill>
                  <a:srgbClr val="002060"/>
                </a:solidFill>
                <a:latin typeface="Segoe UI" panose="020B0502040204020203" pitchFamily="34" charset="0"/>
                <a:cs typeface="Segoe UI" panose="020B0502040204020203" pitchFamily="34" charset="0"/>
              </a:rPr>
              <a:t>, Standard Scaler, Pipeline, Polynomial Features, metrics, </a:t>
            </a:r>
            <a:r>
              <a:rPr lang="en-CA" sz="1800" dirty="0" err="1">
                <a:solidFill>
                  <a:srgbClr val="002060"/>
                </a:solidFill>
                <a:latin typeface="Segoe UI" panose="020B0502040204020203" pitchFamily="34" charset="0"/>
                <a:cs typeface="Segoe UI" panose="020B0502040204020203" pitchFamily="34" charset="0"/>
              </a:rPr>
              <a:t>permutation_importance</a:t>
            </a:r>
            <a:endParaRPr lang="en-CA" sz="1800" dirty="0">
              <a:solidFill>
                <a:srgbClr val="002060"/>
              </a:solidFill>
              <a:latin typeface="Segoe UI" panose="020B0502040204020203" pitchFamily="34" charset="0"/>
              <a:cs typeface="Segoe UI" panose="020B0502040204020203" pitchFamily="34" charset="0"/>
            </a:endParaRPr>
          </a:p>
          <a:p>
            <a:pPr marL="285750" indent="-285750">
              <a:spcAft>
                <a:spcPts val="600"/>
              </a:spcAft>
              <a:buFont typeface="Arial" panose="020B0604020202020204" pitchFamily="34" charset="0"/>
              <a:buChar char="•"/>
            </a:pPr>
            <a:r>
              <a:rPr lang="en-CA" sz="1800" dirty="0" err="1">
                <a:solidFill>
                  <a:srgbClr val="002060"/>
                </a:solidFill>
                <a:latin typeface="Segoe UI" panose="020B0502040204020203" pitchFamily="34" charset="0"/>
                <a:cs typeface="Segoe UI" panose="020B0502040204020203" pitchFamily="34" charset="0"/>
              </a:rPr>
              <a:t>xgboost</a:t>
            </a:r>
            <a:r>
              <a:rPr lang="en-CA" sz="1800" dirty="0">
                <a:solidFill>
                  <a:srgbClr val="002060"/>
                </a:solidFill>
                <a:latin typeface="Segoe UI" panose="020B0502040204020203" pitchFamily="34" charset="0"/>
                <a:cs typeface="Segoe UI" panose="020B0502040204020203" pitchFamily="34" charset="0"/>
              </a:rPr>
              <a:t> – </a:t>
            </a:r>
            <a:r>
              <a:rPr lang="en-CA" sz="1800" dirty="0" err="1">
                <a:solidFill>
                  <a:srgbClr val="002060"/>
                </a:solidFill>
                <a:latin typeface="Segoe UI" panose="020B0502040204020203" pitchFamily="34" charset="0"/>
                <a:cs typeface="Segoe UI" panose="020B0502040204020203" pitchFamily="34" charset="0"/>
              </a:rPr>
              <a:t>XGBoost</a:t>
            </a:r>
            <a:r>
              <a:rPr lang="en-CA" sz="1800" dirty="0">
                <a:solidFill>
                  <a:srgbClr val="002060"/>
                </a:solidFill>
                <a:latin typeface="Segoe UI" panose="020B0502040204020203" pitchFamily="34" charset="0"/>
                <a:cs typeface="Segoe UI" panose="020B0502040204020203" pitchFamily="34" charset="0"/>
              </a:rPr>
              <a:t> Regressor</a:t>
            </a:r>
          </a:p>
          <a:p>
            <a:pPr marL="285750" indent="-285750">
              <a:spcAft>
                <a:spcPts val="600"/>
              </a:spcAft>
              <a:buFont typeface="Arial" panose="020B0604020202020204" pitchFamily="34" charset="0"/>
              <a:buChar char="•"/>
            </a:pPr>
            <a:r>
              <a:rPr lang="en-CA" sz="1800" dirty="0" err="1">
                <a:solidFill>
                  <a:srgbClr val="002060"/>
                </a:solidFill>
                <a:latin typeface="Segoe UI" panose="020B0502040204020203" pitchFamily="34" charset="0"/>
                <a:cs typeface="Segoe UI" panose="020B0502040204020203" pitchFamily="34" charset="0"/>
              </a:rPr>
              <a:t>scipy.stats</a:t>
            </a:r>
            <a:r>
              <a:rPr lang="en-CA" sz="1800" dirty="0">
                <a:solidFill>
                  <a:srgbClr val="002060"/>
                </a:solidFill>
                <a:latin typeface="Segoe UI" panose="020B0502040204020203" pitchFamily="34" charset="0"/>
                <a:cs typeface="Segoe UI" panose="020B0502040204020203" pitchFamily="34" charset="0"/>
              </a:rPr>
              <a:t> – Pearson correlation</a:t>
            </a:r>
          </a:p>
          <a:p>
            <a:pPr marL="285750" indent="-285750">
              <a:spcAft>
                <a:spcPts val="600"/>
              </a:spcAft>
              <a:buFont typeface="Arial" panose="020B0604020202020204" pitchFamily="34" charset="0"/>
              <a:buChar char="•"/>
            </a:pPr>
            <a:r>
              <a:rPr lang="en-CA" sz="1800" dirty="0">
                <a:solidFill>
                  <a:srgbClr val="002060"/>
                </a:solidFill>
                <a:latin typeface="Segoe UI" panose="020B0502040204020203" pitchFamily="34" charset="0"/>
                <a:cs typeface="Segoe UI" panose="020B0502040204020203" pitchFamily="34" charset="0"/>
              </a:rPr>
              <a:t>tabulate – console formatting</a:t>
            </a:r>
          </a:p>
          <a:p>
            <a:pPr marL="285750" indent="-285750">
              <a:spcAft>
                <a:spcPts val="600"/>
              </a:spcAft>
              <a:buFont typeface="Arial" panose="020B0604020202020204" pitchFamily="34" charset="0"/>
              <a:buChar char="•"/>
            </a:pPr>
            <a:r>
              <a:rPr lang="en-CA" sz="1800" dirty="0" err="1">
                <a:solidFill>
                  <a:srgbClr val="002060"/>
                </a:solidFill>
                <a:latin typeface="Segoe UI" panose="020B0502040204020203" pitchFamily="34" charset="0"/>
                <a:cs typeface="Segoe UI" panose="020B0502040204020203" pitchFamily="34" charset="0"/>
              </a:rPr>
              <a:t>tensorflow.keras</a:t>
            </a:r>
            <a:r>
              <a:rPr lang="en-CA" sz="1800" dirty="0">
                <a:solidFill>
                  <a:srgbClr val="002060"/>
                </a:solidFill>
                <a:latin typeface="Segoe UI" panose="020B0502040204020203" pitchFamily="34" charset="0"/>
                <a:cs typeface="Segoe UI" panose="020B0502040204020203" pitchFamily="34" charset="0"/>
              </a:rPr>
              <a:t> (LSTM used but Dropped)</a:t>
            </a:r>
          </a:p>
        </p:txBody>
      </p:sp>
    </p:spTree>
    <p:extLst>
      <p:ext uri="{BB962C8B-B14F-4D97-AF65-F5344CB8AC3E}">
        <p14:creationId xmlns:p14="http://schemas.microsoft.com/office/powerpoint/2010/main" val="15731539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C16190B2-1576-96CF-0D92-5CB77E3111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21EFED-30A1-41FA-96FB-607118779E29}"/>
              </a:ext>
            </a:extLst>
          </p:cNvPr>
          <p:cNvSpPr>
            <a:spLocks noGrp="1"/>
          </p:cNvSpPr>
          <p:nvPr>
            <p:ph type="title"/>
          </p:nvPr>
        </p:nvSpPr>
        <p:spPr/>
        <p:txBody>
          <a:bodyPr/>
          <a:lstStyle/>
          <a:p>
            <a:r>
              <a:rPr lang="en-CA" b="1" dirty="0">
                <a:solidFill>
                  <a:srgbClr val="002060"/>
                </a:solidFill>
                <a:latin typeface="Segoe UI" panose="020B0502040204020203" pitchFamily="34" charset="0"/>
                <a:cs typeface="Segoe UI" panose="020B0502040204020203" pitchFamily="34" charset="0"/>
              </a:rPr>
              <a:t>Appendix B: Files &amp; Scripts Used</a:t>
            </a:r>
          </a:p>
        </p:txBody>
      </p:sp>
      <p:sp>
        <p:nvSpPr>
          <p:cNvPr id="4" name="TextBox 3">
            <a:extLst>
              <a:ext uri="{FF2B5EF4-FFF2-40B4-BE49-F238E27FC236}">
                <a16:creationId xmlns:a16="http://schemas.microsoft.com/office/drawing/2014/main" id="{73ADD9B0-85AF-5F54-0FDB-73C6D89B2CED}"/>
              </a:ext>
            </a:extLst>
          </p:cNvPr>
          <p:cNvSpPr txBox="1"/>
          <p:nvPr/>
        </p:nvSpPr>
        <p:spPr>
          <a:xfrm>
            <a:off x="1047750" y="2214694"/>
            <a:ext cx="9867900" cy="3754874"/>
          </a:xfrm>
          <a:prstGeom prst="rect">
            <a:avLst/>
          </a:prstGeom>
          <a:noFill/>
        </p:spPr>
        <p:txBody>
          <a:bodyPr wrap="square" rtlCol="0">
            <a:spAutoFit/>
          </a:bodyPr>
          <a:lstStyle/>
          <a:p>
            <a:pPr marL="285750" indent="-285750">
              <a:spcAft>
                <a:spcPts val="600"/>
              </a:spcAft>
              <a:buFont typeface="Arial" panose="020B0604020202020204" pitchFamily="34" charset="0"/>
              <a:buChar char="•"/>
            </a:pPr>
            <a:r>
              <a:rPr lang="en-CA" dirty="0">
                <a:solidFill>
                  <a:srgbClr val="002060"/>
                </a:solidFill>
                <a:latin typeface="Segoe UI" panose="020B0502040204020203" pitchFamily="34" charset="0"/>
                <a:cs typeface="Segoe UI" panose="020B0502040204020203" pitchFamily="34" charset="0"/>
              </a:rPr>
              <a:t>industry_analysis.py, top_3_companiesofsectors.py – </a:t>
            </a:r>
            <a:r>
              <a:rPr lang="en-CA" b="1" dirty="0">
                <a:solidFill>
                  <a:srgbClr val="002060"/>
                </a:solidFill>
                <a:latin typeface="Segoe UI" panose="020B0502040204020203" pitchFamily="34" charset="0"/>
                <a:cs typeface="Segoe UI" panose="020B0502040204020203" pitchFamily="34" charset="0"/>
              </a:rPr>
              <a:t>Industry/Company Selection</a:t>
            </a:r>
          </a:p>
          <a:p>
            <a:pPr marL="285750" indent="-285750">
              <a:spcAft>
                <a:spcPts val="600"/>
              </a:spcAft>
              <a:buFont typeface="Arial" panose="020B0604020202020204" pitchFamily="34" charset="0"/>
              <a:buChar char="•"/>
            </a:pPr>
            <a:r>
              <a:rPr lang="en-CA" dirty="0">
                <a:solidFill>
                  <a:srgbClr val="002060"/>
                </a:solidFill>
                <a:latin typeface="Segoe UI" panose="020B0502040204020203" pitchFamily="34" charset="0"/>
                <a:cs typeface="Segoe UI" panose="020B0502040204020203" pitchFamily="34" charset="0"/>
              </a:rPr>
              <a:t>3.Apple_5yr_historicdata.py – </a:t>
            </a:r>
            <a:r>
              <a:rPr lang="en-CA" b="1" dirty="0">
                <a:solidFill>
                  <a:srgbClr val="002060"/>
                </a:solidFill>
                <a:latin typeface="Segoe UI" panose="020B0502040204020203" pitchFamily="34" charset="0"/>
                <a:cs typeface="Segoe UI" panose="020B0502040204020203" pitchFamily="34" charset="0"/>
              </a:rPr>
              <a:t>Historical Stock Retrieval</a:t>
            </a:r>
          </a:p>
          <a:p>
            <a:pPr marL="285750" indent="-285750">
              <a:spcAft>
                <a:spcPts val="600"/>
              </a:spcAft>
              <a:buFont typeface="Arial" panose="020B0604020202020204" pitchFamily="34" charset="0"/>
              <a:buChar char="•"/>
            </a:pPr>
            <a:r>
              <a:rPr lang="en-CA" dirty="0">
                <a:solidFill>
                  <a:srgbClr val="002060"/>
                </a:solidFill>
                <a:latin typeface="Segoe UI" panose="020B0502040204020203" pitchFamily="34" charset="0"/>
                <a:cs typeface="Segoe UI" panose="020B0502040204020203" pitchFamily="34" charset="0"/>
              </a:rPr>
              <a:t>4.A_AppleNews_Queries_RSS.py, 4.B_AppleNews_Scrape_NewsAPI.py, 4.C_AppleNews_Scrape_Yfinance.py, 4.D_AppleNews_GoogleRSS.py – </a:t>
            </a:r>
            <a:r>
              <a:rPr lang="en-CA" b="1" dirty="0">
                <a:solidFill>
                  <a:srgbClr val="002060"/>
                </a:solidFill>
                <a:latin typeface="Segoe UI" panose="020B0502040204020203" pitchFamily="34" charset="0"/>
                <a:cs typeface="Segoe UI" panose="020B0502040204020203" pitchFamily="34" charset="0"/>
              </a:rPr>
              <a:t>News Scraping</a:t>
            </a:r>
          </a:p>
          <a:p>
            <a:pPr marL="285750" indent="-285750">
              <a:spcAft>
                <a:spcPts val="600"/>
              </a:spcAft>
              <a:buFont typeface="Arial" panose="020B0604020202020204" pitchFamily="34" charset="0"/>
              <a:buChar char="•"/>
            </a:pPr>
            <a:r>
              <a:rPr lang="en-CA" dirty="0">
                <a:solidFill>
                  <a:srgbClr val="002060"/>
                </a:solidFill>
                <a:latin typeface="Segoe UI" panose="020B0502040204020203" pitchFamily="34" charset="0"/>
                <a:cs typeface="Segoe UI" panose="020B0502040204020203" pitchFamily="34" charset="0"/>
              </a:rPr>
              <a:t>5.C_OpenAI_Google_Rss.py, 5.E_Generate_Summary.py – </a:t>
            </a:r>
            <a:r>
              <a:rPr lang="en-CA" b="1" dirty="0">
                <a:solidFill>
                  <a:srgbClr val="002060"/>
                </a:solidFill>
                <a:latin typeface="Segoe UI" panose="020B0502040204020203" pitchFamily="34" charset="0"/>
                <a:cs typeface="Segoe UI" panose="020B0502040204020203" pitchFamily="34" charset="0"/>
              </a:rPr>
              <a:t>GPT Enrichment</a:t>
            </a:r>
          </a:p>
          <a:p>
            <a:pPr marL="285750" indent="-285750">
              <a:spcAft>
                <a:spcPts val="600"/>
              </a:spcAft>
              <a:buFont typeface="Arial" panose="020B0604020202020204" pitchFamily="34" charset="0"/>
              <a:buChar char="•"/>
            </a:pPr>
            <a:r>
              <a:rPr lang="en-CA" dirty="0">
                <a:solidFill>
                  <a:srgbClr val="002060"/>
                </a:solidFill>
                <a:latin typeface="Segoe UI" panose="020B0502040204020203" pitchFamily="34" charset="0"/>
                <a:cs typeface="Segoe UI" panose="020B0502040204020203" pitchFamily="34" charset="0"/>
              </a:rPr>
              <a:t>5.A_Preprocessing.py, 6.C_Drop_in_Audit.py, 6.D_Correlation_Analysis.py – </a:t>
            </a:r>
            <a:r>
              <a:rPr lang="en-CA" b="1" dirty="0">
                <a:solidFill>
                  <a:srgbClr val="002060"/>
                </a:solidFill>
                <a:latin typeface="Segoe UI" panose="020B0502040204020203" pitchFamily="34" charset="0"/>
                <a:cs typeface="Segoe UI" panose="020B0502040204020203" pitchFamily="34" charset="0"/>
              </a:rPr>
              <a:t>Cleaning, Feature Selection</a:t>
            </a:r>
          </a:p>
          <a:p>
            <a:pPr marL="285750" indent="-285750">
              <a:spcAft>
                <a:spcPts val="600"/>
              </a:spcAft>
              <a:buFont typeface="Arial" panose="020B0604020202020204" pitchFamily="34" charset="0"/>
              <a:buChar char="•"/>
            </a:pPr>
            <a:r>
              <a:rPr lang="en-CA" dirty="0">
                <a:solidFill>
                  <a:srgbClr val="002060"/>
                </a:solidFill>
                <a:latin typeface="Segoe UI" panose="020B0502040204020203" pitchFamily="34" charset="0"/>
                <a:cs typeface="Segoe UI" panose="020B0502040204020203" pitchFamily="34" charset="0"/>
              </a:rPr>
              <a:t>6.B_Keywords_Evaluation.py, 5.B_Topic_Modeling_BERTopic.py – </a:t>
            </a:r>
            <a:r>
              <a:rPr lang="en-CA" b="1" dirty="0" err="1">
                <a:solidFill>
                  <a:srgbClr val="002060"/>
                </a:solidFill>
                <a:latin typeface="Segoe UI" panose="020B0502040204020203" pitchFamily="34" charset="0"/>
                <a:cs typeface="Segoe UI" panose="020B0502040204020203" pitchFamily="34" charset="0"/>
              </a:rPr>
              <a:t>BERTopic</a:t>
            </a:r>
            <a:r>
              <a:rPr lang="en-CA" b="1" dirty="0">
                <a:solidFill>
                  <a:srgbClr val="002060"/>
                </a:solidFill>
                <a:latin typeface="Segoe UI" panose="020B0502040204020203" pitchFamily="34" charset="0"/>
                <a:cs typeface="Segoe UI" panose="020B0502040204020203" pitchFamily="34" charset="0"/>
              </a:rPr>
              <a:t> &amp; NLP</a:t>
            </a:r>
          </a:p>
          <a:p>
            <a:pPr marL="285750" indent="-285750">
              <a:spcAft>
                <a:spcPts val="600"/>
              </a:spcAft>
              <a:buFont typeface="Arial" panose="020B0604020202020204" pitchFamily="34" charset="0"/>
              <a:buChar char="•"/>
            </a:pPr>
            <a:r>
              <a:rPr lang="en-CA" dirty="0">
                <a:solidFill>
                  <a:srgbClr val="002060"/>
                </a:solidFill>
                <a:latin typeface="Segoe UI" panose="020B0502040204020203" pitchFamily="34" charset="0"/>
                <a:cs typeface="Segoe UI" panose="020B0502040204020203" pitchFamily="34" charset="0"/>
              </a:rPr>
              <a:t>9.A_Merge_news_and_data.py – </a:t>
            </a:r>
            <a:r>
              <a:rPr lang="en-CA" b="1" dirty="0">
                <a:solidFill>
                  <a:srgbClr val="002060"/>
                </a:solidFill>
                <a:latin typeface="Segoe UI" panose="020B0502040204020203" pitchFamily="34" charset="0"/>
                <a:cs typeface="Segoe UI" panose="020B0502040204020203" pitchFamily="34" charset="0"/>
              </a:rPr>
              <a:t>Feature Integration</a:t>
            </a:r>
          </a:p>
          <a:p>
            <a:pPr marL="285750" indent="-285750">
              <a:spcAft>
                <a:spcPts val="600"/>
              </a:spcAft>
              <a:buFont typeface="Arial" panose="020B0604020202020204" pitchFamily="34" charset="0"/>
              <a:buChar char="•"/>
            </a:pPr>
            <a:r>
              <a:rPr lang="en-CA" dirty="0">
                <a:solidFill>
                  <a:srgbClr val="002060"/>
                </a:solidFill>
                <a:latin typeface="Segoe UI" panose="020B0502040204020203" pitchFamily="34" charset="0"/>
                <a:cs typeface="Segoe UI" panose="020B0502040204020203" pitchFamily="34" charset="0"/>
              </a:rPr>
              <a:t>10.apple_stock_ml.ipynb – </a:t>
            </a:r>
            <a:r>
              <a:rPr lang="en-CA" b="1" dirty="0">
                <a:solidFill>
                  <a:srgbClr val="002060"/>
                </a:solidFill>
                <a:latin typeface="Segoe UI" panose="020B0502040204020203" pitchFamily="34" charset="0"/>
                <a:cs typeface="Segoe UI" panose="020B0502040204020203" pitchFamily="34" charset="0"/>
              </a:rPr>
              <a:t>All ML Models Evaluation</a:t>
            </a:r>
          </a:p>
          <a:p>
            <a:pPr marL="285750" indent="-285750">
              <a:spcAft>
                <a:spcPts val="600"/>
              </a:spcAft>
              <a:buFont typeface="Arial" panose="020B0604020202020204" pitchFamily="34" charset="0"/>
              <a:buChar char="•"/>
            </a:pPr>
            <a:r>
              <a:rPr lang="en-CA" dirty="0">
                <a:solidFill>
                  <a:srgbClr val="002060"/>
                </a:solidFill>
                <a:latin typeface="Segoe UI" panose="020B0502040204020203" pitchFamily="34" charset="0"/>
                <a:cs typeface="Segoe UI" panose="020B0502040204020203" pitchFamily="34" charset="0"/>
              </a:rPr>
              <a:t>APPLE_Dashboard.py – </a:t>
            </a:r>
            <a:r>
              <a:rPr lang="en-CA" b="1" dirty="0" err="1">
                <a:solidFill>
                  <a:srgbClr val="002060"/>
                </a:solidFill>
                <a:latin typeface="Segoe UI" panose="020B0502040204020203" pitchFamily="34" charset="0"/>
                <a:cs typeface="Segoe UI" panose="020B0502040204020203" pitchFamily="34" charset="0"/>
              </a:rPr>
              <a:t>Streamlit</a:t>
            </a:r>
            <a:r>
              <a:rPr lang="en-CA" b="1" dirty="0">
                <a:solidFill>
                  <a:srgbClr val="002060"/>
                </a:solidFill>
                <a:latin typeface="Segoe UI" panose="020B0502040204020203" pitchFamily="34" charset="0"/>
                <a:cs typeface="Segoe UI" panose="020B0502040204020203" pitchFamily="34" charset="0"/>
              </a:rPr>
              <a:t> Visualization</a:t>
            </a:r>
          </a:p>
        </p:txBody>
      </p:sp>
    </p:spTree>
    <p:extLst>
      <p:ext uri="{BB962C8B-B14F-4D97-AF65-F5344CB8AC3E}">
        <p14:creationId xmlns:p14="http://schemas.microsoft.com/office/powerpoint/2010/main" val="118197210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740C07BE-F27D-B7ED-A074-6106C396DC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F43C27-1D69-7A77-F684-4B409FE98205}"/>
              </a:ext>
            </a:extLst>
          </p:cNvPr>
          <p:cNvSpPr>
            <a:spLocks noGrp="1"/>
          </p:cNvSpPr>
          <p:nvPr>
            <p:ph type="title"/>
          </p:nvPr>
        </p:nvSpPr>
        <p:spPr/>
        <p:txBody>
          <a:bodyPr/>
          <a:lstStyle/>
          <a:p>
            <a:r>
              <a:rPr lang="en-CA" b="1" dirty="0">
                <a:solidFill>
                  <a:srgbClr val="002060"/>
                </a:solidFill>
                <a:latin typeface="Segoe UI" panose="020B0502040204020203" pitchFamily="34" charset="0"/>
                <a:cs typeface="Segoe UI" panose="020B0502040204020203" pitchFamily="34" charset="0"/>
              </a:rPr>
              <a:t>Appendix C: Evaluation Metrics Used, References &amp; Citation Sources </a:t>
            </a:r>
          </a:p>
        </p:txBody>
      </p:sp>
      <p:sp>
        <p:nvSpPr>
          <p:cNvPr id="5" name="TextBox 4">
            <a:extLst>
              <a:ext uri="{FF2B5EF4-FFF2-40B4-BE49-F238E27FC236}">
                <a16:creationId xmlns:a16="http://schemas.microsoft.com/office/drawing/2014/main" id="{E1EDF2B4-8989-4DE6-D2AD-7EDA6FA8707A}"/>
              </a:ext>
            </a:extLst>
          </p:cNvPr>
          <p:cNvSpPr txBox="1"/>
          <p:nvPr/>
        </p:nvSpPr>
        <p:spPr>
          <a:xfrm>
            <a:off x="981075" y="2423054"/>
            <a:ext cx="6505575" cy="3816429"/>
          </a:xfrm>
          <a:prstGeom prst="rect">
            <a:avLst/>
          </a:prstGeom>
          <a:noFill/>
        </p:spPr>
        <p:txBody>
          <a:bodyPr wrap="square" rtlCol="0">
            <a:spAutoFit/>
          </a:bodyPr>
          <a:lstStyle/>
          <a:p>
            <a:pPr marL="0" indent="0">
              <a:spcAft>
                <a:spcPts val="600"/>
              </a:spcAft>
              <a:buNone/>
            </a:pPr>
            <a:r>
              <a:rPr lang="en-US" sz="1400" b="1" dirty="0">
                <a:solidFill>
                  <a:srgbClr val="002060"/>
                </a:solidFill>
                <a:latin typeface="Segoe UI" panose="020B0502040204020203" pitchFamily="34" charset="0"/>
                <a:cs typeface="Segoe UI" panose="020B0502040204020203" pitchFamily="34" charset="0"/>
              </a:rPr>
              <a:t>Data Sources</a:t>
            </a:r>
          </a:p>
          <a:p>
            <a:pPr>
              <a:spcAft>
                <a:spcPts val="600"/>
              </a:spcAft>
            </a:pPr>
            <a:r>
              <a:rPr lang="en-US" sz="1400" dirty="0">
                <a:solidFill>
                  <a:srgbClr val="002060"/>
                </a:solidFill>
                <a:latin typeface="Segoe UI" panose="020B0502040204020203" pitchFamily="34" charset="0"/>
                <a:cs typeface="Segoe UI" panose="020B0502040204020203" pitchFamily="34" charset="0"/>
              </a:rPr>
              <a:t>Yahoo Finance (</a:t>
            </a:r>
            <a:r>
              <a:rPr lang="en-US" sz="1400" dirty="0" err="1">
                <a:solidFill>
                  <a:srgbClr val="002060"/>
                </a:solidFill>
                <a:latin typeface="Segoe UI" panose="020B0502040204020203" pitchFamily="34" charset="0"/>
                <a:cs typeface="Segoe UI" panose="020B0502040204020203" pitchFamily="34" charset="0"/>
              </a:rPr>
              <a:t>yfinance</a:t>
            </a:r>
            <a:r>
              <a:rPr lang="en-US" sz="1400" dirty="0">
                <a:solidFill>
                  <a:srgbClr val="002060"/>
                </a:solidFill>
                <a:latin typeface="Segoe UI" panose="020B0502040204020203" pitchFamily="34" charset="0"/>
                <a:cs typeface="Segoe UI" panose="020B0502040204020203" pitchFamily="34" charset="0"/>
              </a:rPr>
              <a:t>) – Stock prices, historical OHLC</a:t>
            </a:r>
          </a:p>
          <a:p>
            <a:pPr>
              <a:spcAft>
                <a:spcPts val="600"/>
              </a:spcAft>
            </a:pPr>
            <a:r>
              <a:rPr lang="en-US" sz="1400" dirty="0">
                <a:solidFill>
                  <a:srgbClr val="002060"/>
                </a:solidFill>
                <a:latin typeface="Segoe UI" panose="020B0502040204020203" pitchFamily="34" charset="0"/>
                <a:cs typeface="Segoe UI" panose="020B0502040204020203" pitchFamily="34" charset="0"/>
                <a:hlinkClick r:id="rId2"/>
              </a:rPr>
              <a:t>https://finance.yahoo.com/</a:t>
            </a:r>
            <a:endParaRPr lang="en-US" sz="1400" dirty="0">
              <a:solidFill>
                <a:srgbClr val="002060"/>
              </a:solidFill>
              <a:latin typeface="Segoe UI" panose="020B0502040204020203" pitchFamily="34" charset="0"/>
              <a:cs typeface="Segoe UI" panose="020B0502040204020203" pitchFamily="34" charset="0"/>
            </a:endParaRPr>
          </a:p>
          <a:p>
            <a:pPr>
              <a:spcAft>
                <a:spcPts val="600"/>
              </a:spcAft>
            </a:pPr>
            <a:r>
              <a:rPr lang="en-US" sz="1400" dirty="0">
                <a:solidFill>
                  <a:srgbClr val="002060"/>
                </a:solidFill>
                <a:latin typeface="Segoe UI" panose="020B0502040204020203" pitchFamily="34" charset="0"/>
                <a:cs typeface="Segoe UI" panose="020B0502040204020203" pitchFamily="34" charset="0"/>
              </a:rPr>
              <a:t>Financial Modeling Prep (FMP API) – Sector &amp; industry data</a:t>
            </a:r>
          </a:p>
          <a:p>
            <a:pPr>
              <a:spcAft>
                <a:spcPts val="600"/>
              </a:spcAft>
            </a:pPr>
            <a:r>
              <a:rPr lang="en-US" sz="1400" dirty="0">
                <a:solidFill>
                  <a:srgbClr val="002060"/>
                </a:solidFill>
                <a:latin typeface="Segoe UI" panose="020B0502040204020203" pitchFamily="34" charset="0"/>
                <a:cs typeface="Segoe UI" panose="020B0502040204020203" pitchFamily="34" charset="0"/>
                <a:hlinkClick r:id="rId3"/>
              </a:rPr>
              <a:t>https://financialmodelingprep.com/</a:t>
            </a:r>
            <a:endParaRPr lang="en-US" sz="1400" dirty="0">
              <a:solidFill>
                <a:srgbClr val="002060"/>
              </a:solidFill>
              <a:latin typeface="Segoe UI" panose="020B0502040204020203" pitchFamily="34" charset="0"/>
              <a:cs typeface="Segoe UI" panose="020B0502040204020203" pitchFamily="34" charset="0"/>
            </a:endParaRPr>
          </a:p>
          <a:p>
            <a:pPr>
              <a:spcAft>
                <a:spcPts val="600"/>
              </a:spcAft>
            </a:pPr>
            <a:r>
              <a:rPr lang="en-US" sz="1400" dirty="0">
                <a:solidFill>
                  <a:srgbClr val="002060"/>
                </a:solidFill>
                <a:latin typeface="Segoe UI" panose="020B0502040204020203" pitchFamily="34" charset="0"/>
                <a:cs typeface="Segoe UI" panose="020B0502040204020203" pitchFamily="34" charset="0"/>
              </a:rPr>
              <a:t>NewsAPI.org – Apple-related news</a:t>
            </a:r>
          </a:p>
          <a:p>
            <a:pPr>
              <a:spcAft>
                <a:spcPts val="600"/>
              </a:spcAft>
            </a:pPr>
            <a:r>
              <a:rPr lang="en-US" sz="1400" dirty="0">
                <a:solidFill>
                  <a:srgbClr val="002060"/>
                </a:solidFill>
                <a:latin typeface="Segoe UI" panose="020B0502040204020203" pitchFamily="34" charset="0"/>
                <a:cs typeface="Segoe UI" panose="020B0502040204020203" pitchFamily="34" charset="0"/>
                <a:hlinkClick r:id="rId4"/>
              </a:rPr>
              <a:t>https://newsapi.org/docs</a:t>
            </a:r>
            <a:endParaRPr lang="en-US" sz="1400" dirty="0">
              <a:solidFill>
                <a:srgbClr val="002060"/>
              </a:solidFill>
              <a:latin typeface="Segoe UI" panose="020B0502040204020203" pitchFamily="34" charset="0"/>
              <a:cs typeface="Segoe UI" panose="020B0502040204020203" pitchFamily="34" charset="0"/>
            </a:endParaRPr>
          </a:p>
          <a:p>
            <a:pPr>
              <a:spcAft>
                <a:spcPts val="600"/>
              </a:spcAft>
            </a:pPr>
            <a:r>
              <a:rPr lang="en-US" sz="1400" dirty="0">
                <a:solidFill>
                  <a:srgbClr val="002060"/>
                </a:solidFill>
                <a:latin typeface="Segoe UI" panose="020B0502040204020203" pitchFamily="34" charset="0"/>
                <a:cs typeface="Segoe UI" panose="020B0502040204020203" pitchFamily="34" charset="0"/>
              </a:rPr>
              <a:t>Google News RSS – Headline news for Apple</a:t>
            </a:r>
          </a:p>
          <a:p>
            <a:pPr>
              <a:spcAft>
                <a:spcPts val="600"/>
              </a:spcAft>
            </a:pPr>
            <a:r>
              <a:rPr lang="en-US" sz="1400" dirty="0">
                <a:solidFill>
                  <a:srgbClr val="002060"/>
                </a:solidFill>
                <a:latin typeface="Segoe UI" panose="020B0502040204020203" pitchFamily="34" charset="0"/>
                <a:cs typeface="Segoe UI" panose="020B0502040204020203" pitchFamily="34" charset="0"/>
                <a:hlinkClick r:id="rId5"/>
              </a:rPr>
              <a:t>https://news.google.com/rss</a:t>
            </a:r>
            <a:endParaRPr lang="en-US" sz="1400" dirty="0">
              <a:solidFill>
                <a:srgbClr val="002060"/>
              </a:solidFill>
              <a:latin typeface="Segoe UI" panose="020B0502040204020203" pitchFamily="34" charset="0"/>
              <a:cs typeface="Segoe UI" panose="020B0502040204020203" pitchFamily="34" charset="0"/>
            </a:endParaRPr>
          </a:p>
          <a:p>
            <a:pPr>
              <a:spcAft>
                <a:spcPts val="600"/>
              </a:spcAft>
            </a:pPr>
            <a:r>
              <a:rPr lang="en-US" sz="1400" dirty="0">
                <a:solidFill>
                  <a:srgbClr val="002060"/>
                </a:solidFill>
                <a:latin typeface="Segoe UI" panose="020B0502040204020203" pitchFamily="34" charset="0"/>
                <a:cs typeface="Segoe UI" panose="020B0502040204020203" pitchFamily="34" charset="0"/>
              </a:rPr>
              <a:t>Google Custom Search + </a:t>
            </a:r>
            <a:r>
              <a:rPr lang="en-US" sz="1400" dirty="0" err="1">
                <a:solidFill>
                  <a:srgbClr val="002060"/>
                </a:solidFill>
                <a:latin typeface="Segoe UI" panose="020B0502040204020203" pitchFamily="34" charset="0"/>
                <a:cs typeface="Segoe UI" panose="020B0502040204020203" pitchFamily="34" charset="0"/>
              </a:rPr>
              <a:t>BeautifulSoup</a:t>
            </a:r>
            <a:r>
              <a:rPr lang="en-US" sz="1400" dirty="0">
                <a:solidFill>
                  <a:srgbClr val="002060"/>
                </a:solidFill>
                <a:latin typeface="Segoe UI" panose="020B0502040204020203" pitchFamily="34" charset="0"/>
                <a:cs typeface="Segoe UI" panose="020B0502040204020203" pitchFamily="34" charset="0"/>
              </a:rPr>
              <a:t> – Used for scraping titles/snippets</a:t>
            </a:r>
          </a:p>
          <a:p>
            <a:pPr>
              <a:spcAft>
                <a:spcPts val="600"/>
              </a:spcAft>
            </a:pPr>
            <a:r>
              <a:rPr lang="en-US" sz="1400" dirty="0">
                <a:solidFill>
                  <a:srgbClr val="002060"/>
                </a:solidFill>
                <a:latin typeface="Segoe UI" panose="020B0502040204020203" pitchFamily="34" charset="0"/>
                <a:cs typeface="Segoe UI" panose="020B0502040204020203" pitchFamily="34" charset="0"/>
                <a:hlinkClick r:id="rId6"/>
              </a:rPr>
              <a:t>https://programmablesearchengine.google.com/</a:t>
            </a:r>
            <a:endParaRPr lang="en-US" sz="1400" dirty="0">
              <a:solidFill>
                <a:srgbClr val="002060"/>
              </a:solidFill>
              <a:latin typeface="Segoe UI" panose="020B0502040204020203" pitchFamily="34" charset="0"/>
              <a:cs typeface="Segoe UI" panose="020B0502040204020203" pitchFamily="34" charset="0"/>
            </a:endParaRPr>
          </a:p>
          <a:p>
            <a:pPr>
              <a:spcAft>
                <a:spcPts val="600"/>
              </a:spcAft>
            </a:pPr>
            <a:r>
              <a:rPr lang="en-US" sz="1400" dirty="0">
                <a:solidFill>
                  <a:srgbClr val="002060"/>
                </a:solidFill>
                <a:latin typeface="Segoe UI" panose="020B0502040204020203" pitchFamily="34" charset="0"/>
                <a:cs typeface="Segoe UI" panose="020B0502040204020203" pitchFamily="34" charset="0"/>
              </a:rPr>
              <a:t>Yahoo Finance News (web scraped)</a:t>
            </a:r>
          </a:p>
          <a:p>
            <a:pPr>
              <a:spcAft>
                <a:spcPts val="600"/>
              </a:spcAft>
            </a:pPr>
            <a:r>
              <a:rPr lang="en-US" sz="1400" dirty="0">
                <a:solidFill>
                  <a:srgbClr val="002060"/>
                </a:solidFill>
                <a:latin typeface="Segoe UI" panose="020B0502040204020203" pitchFamily="34" charset="0"/>
                <a:cs typeface="Segoe UI" panose="020B0502040204020203" pitchFamily="34" charset="0"/>
                <a:hlinkClick r:id="rId7"/>
              </a:rPr>
              <a:t>https://finance.yahoo.com/news/</a:t>
            </a:r>
            <a:endParaRPr lang="en-CA" sz="1400" dirty="0"/>
          </a:p>
        </p:txBody>
      </p:sp>
      <p:sp>
        <p:nvSpPr>
          <p:cNvPr id="6" name="TextBox 5">
            <a:extLst>
              <a:ext uri="{FF2B5EF4-FFF2-40B4-BE49-F238E27FC236}">
                <a16:creationId xmlns:a16="http://schemas.microsoft.com/office/drawing/2014/main" id="{20BDE0F9-2DC7-CA82-2E7D-87ED0FF44424}"/>
              </a:ext>
            </a:extLst>
          </p:cNvPr>
          <p:cNvSpPr txBox="1"/>
          <p:nvPr/>
        </p:nvSpPr>
        <p:spPr>
          <a:xfrm>
            <a:off x="7353300" y="2453754"/>
            <a:ext cx="4315450" cy="1615827"/>
          </a:xfrm>
          <a:prstGeom prst="rect">
            <a:avLst/>
          </a:prstGeom>
          <a:noFill/>
        </p:spPr>
        <p:txBody>
          <a:bodyPr wrap="square" rtlCol="0">
            <a:spAutoFit/>
          </a:bodyPr>
          <a:lstStyle/>
          <a:p>
            <a:pPr>
              <a:spcAft>
                <a:spcPts val="600"/>
              </a:spcAft>
            </a:pPr>
            <a:r>
              <a:rPr lang="en-CA" sz="1400" dirty="0">
                <a:solidFill>
                  <a:srgbClr val="002060"/>
                </a:solidFill>
                <a:latin typeface="Segoe UI" panose="020B0502040204020203" pitchFamily="34" charset="0"/>
                <a:cs typeface="Segoe UI" panose="020B0502040204020203" pitchFamily="34" charset="0"/>
              </a:rPr>
              <a:t>R² Score – Regression model fit</a:t>
            </a:r>
          </a:p>
          <a:p>
            <a:pPr>
              <a:spcAft>
                <a:spcPts val="600"/>
              </a:spcAft>
            </a:pPr>
            <a:r>
              <a:rPr lang="en-CA" sz="1400" dirty="0">
                <a:solidFill>
                  <a:srgbClr val="002060"/>
                </a:solidFill>
                <a:latin typeface="Segoe UI" panose="020B0502040204020203" pitchFamily="34" charset="0"/>
                <a:cs typeface="Segoe UI" panose="020B0502040204020203" pitchFamily="34" charset="0"/>
              </a:rPr>
              <a:t>MAE (Mean Absolute Error) – Avg error magnitude</a:t>
            </a:r>
          </a:p>
          <a:p>
            <a:pPr>
              <a:spcAft>
                <a:spcPts val="600"/>
              </a:spcAft>
            </a:pPr>
            <a:r>
              <a:rPr lang="en-CA" sz="1400" dirty="0">
                <a:solidFill>
                  <a:srgbClr val="002060"/>
                </a:solidFill>
                <a:latin typeface="Segoe UI" panose="020B0502040204020203" pitchFamily="34" charset="0"/>
                <a:cs typeface="Segoe UI" panose="020B0502040204020203" pitchFamily="34" charset="0"/>
              </a:rPr>
              <a:t>RMSE (Root Mean Squared Error) – Penalizes large errors</a:t>
            </a:r>
          </a:p>
          <a:p>
            <a:pPr>
              <a:spcAft>
                <a:spcPts val="600"/>
              </a:spcAft>
            </a:pPr>
            <a:r>
              <a:rPr lang="en-CA" sz="1400" dirty="0">
                <a:solidFill>
                  <a:srgbClr val="002060"/>
                </a:solidFill>
                <a:latin typeface="Segoe UI" panose="020B0502040204020203" pitchFamily="34" charset="0"/>
                <a:cs typeface="Segoe UI" panose="020B0502040204020203" pitchFamily="34" charset="0"/>
              </a:rPr>
              <a:t>Directional Accuracy – Up/Down prediction accuracy from log-based price change</a:t>
            </a:r>
          </a:p>
        </p:txBody>
      </p:sp>
    </p:spTree>
    <p:extLst>
      <p:ext uri="{BB962C8B-B14F-4D97-AF65-F5344CB8AC3E}">
        <p14:creationId xmlns:p14="http://schemas.microsoft.com/office/powerpoint/2010/main" val="312931034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theme/theme1.xml><?xml version="1.0" encoding="utf-8"?>
<a:theme xmlns:a="http://schemas.openxmlformats.org/drawingml/2006/main" name="IBM">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BM" id="{81100464-0C2D-41A9-B08B-1177A1C27694}" vid="{1D09D9ED-FA91-4546-9CF0-27FD5E5232FF}"/>
    </a:ext>
  </a:extLst>
</a:theme>
</file>

<file path=ppt/theme/theme2.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FE6963C8AC645478B4A5795D778B6C2" ma:contentTypeVersion="13" ma:contentTypeDescription="Create a new document." ma:contentTypeScope="" ma:versionID="a892bf970fdd3e36fd8bfadba3b1ccb7">
  <xsd:schema xmlns:xsd="http://www.w3.org/2001/XMLSchema" xmlns:xs="http://www.w3.org/2001/XMLSchema" xmlns:p="http://schemas.microsoft.com/office/2006/metadata/properties" xmlns:ns3="3a70f286-7d5b-431f-bc4f-ad53fc51d742" xmlns:ns4="07d7af1a-b99a-4857-a72e-22c026a7d62a" targetNamespace="http://schemas.microsoft.com/office/2006/metadata/properties" ma:root="true" ma:fieldsID="9af066ef2695184499328c41eab209ef" ns3:_="" ns4:_="">
    <xsd:import namespace="3a70f286-7d5b-431f-bc4f-ad53fc51d742"/>
    <xsd:import namespace="07d7af1a-b99a-4857-a72e-22c026a7d62a"/>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ObjectDetectorVersions" minOccurs="0"/>
                <xsd:element ref="ns3:_activity" minOccurs="0"/>
                <xsd:element ref="ns4:SharedWithUsers" minOccurs="0"/>
                <xsd:element ref="ns4:SharedWithDetails" minOccurs="0"/>
                <xsd:element ref="ns4:SharingHintHash" minOccurs="0"/>
                <xsd:element ref="ns3:MediaServiceDateTaken"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70f286-7d5b-431f-bc4f-ad53fc51d7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_activity" ma:index="12" nillable="true" ma:displayName="_activity" ma:hidden="true" ma:internalName="_activity">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SystemTags" ma:index="17" nillable="true" ma:displayName="MediaServiceSystemTags" ma:hidden="true" ma:internalName="MediaServiceSystemTags" ma:readOnly="true">
      <xsd:simpleType>
        <xsd:restriction base="dms:Note"/>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7d7af1a-b99a-4857-a72e-22c026a7d62a"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SharingHintHash" ma:index="15"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3a70f286-7d5b-431f-bc4f-ad53fc51d742"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372A406-5F3A-46E2-9F28-C727EB38979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a70f286-7d5b-431f-bc4f-ad53fc51d742"/>
    <ds:schemaRef ds:uri="07d7af1a-b99a-4857-a72e-22c026a7d62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984AE85-F8B8-4556-8725-F711E712B8DA}">
  <ds:schemaRefs>
    <ds:schemaRef ds:uri="3a70f286-7d5b-431f-bc4f-ad53fc51d742"/>
    <ds:schemaRef ds:uri="http://purl.org/dc/dcmitype/"/>
    <ds:schemaRef ds:uri="http://schemas.microsoft.com/office/2006/documentManagement/types"/>
    <ds:schemaRef ds:uri="http://purl.org/dc/elements/1.1/"/>
    <ds:schemaRef ds:uri="http://schemas.openxmlformats.org/package/2006/metadata/core-properties"/>
    <ds:schemaRef ds:uri="http://schemas.microsoft.com/office/2006/metadata/properties"/>
    <ds:schemaRef ds:uri="http://schemas.microsoft.com/office/infopath/2007/PartnerControls"/>
    <ds:schemaRef ds:uri="07d7af1a-b99a-4857-a72e-22c026a7d62a"/>
    <ds:schemaRef ds:uri="http://www.w3.org/XML/1998/namespace"/>
    <ds:schemaRef ds:uri="http://purl.org/dc/terms/"/>
  </ds:schemaRefs>
</ds:datastoreItem>
</file>

<file path=customXml/itemProps3.xml><?xml version="1.0" encoding="utf-8"?>
<ds:datastoreItem xmlns:ds="http://schemas.openxmlformats.org/officeDocument/2006/customXml" ds:itemID="{F159CF55-B771-4C9F-86F1-B712233B473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IBM</Template>
  <TotalTime>672</TotalTime>
  <Words>2289</Words>
  <Application>Microsoft Office PowerPoint</Application>
  <PresentationFormat>Widescreen</PresentationFormat>
  <Paragraphs>285</Paragraphs>
  <Slides>30</Slides>
  <Notes>6</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30</vt:i4>
      </vt:variant>
    </vt:vector>
  </HeadingPairs>
  <TitlesOfParts>
    <vt:vector size="39" baseType="lpstr">
      <vt:lpstr>Abadi</vt:lpstr>
      <vt:lpstr>Aptos</vt:lpstr>
      <vt:lpstr>Arial</vt:lpstr>
      <vt:lpstr>IBM Plex Mono SemiBold</vt:lpstr>
      <vt:lpstr>Segoe UI</vt:lpstr>
      <vt:lpstr>Segoe UI Semibold</vt:lpstr>
      <vt:lpstr>Tw Cen MT</vt:lpstr>
      <vt:lpstr>IBM</vt:lpstr>
      <vt:lpstr>Droplet</vt:lpstr>
      <vt:lpstr>CSIS-4260  Special  Topic in Data Analytics</vt:lpstr>
      <vt:lpstr>Table of content</vt:lpstr>
      <vt:lpstr>Project Introduction (Industry &amp; Market Background)</vt:lpstr>
      <vt:lpstr>WHY APPLE INC STOCK?</vt:lpstr>
      <vt:lpstr>Data Collections &amp; Processing</vt:lpstr>
      <vt:lpstr>How are Data collected and Processed?</vt:lpstr>
      <vt:lpstr>How are Data collected and Processed?</vt:lpstr>
      <vt:lpstr>Stocks Data Analysis</vt:lpstr>
      <vt:lpstr>Technical Indicators Data Evaluation</vt:lpstr>
      <vt:lpstr>Articles Data Evaluation and Bertopic Modeling</vt:lpstr>
      <vt:lpstr>Con’t Articles Data Evaluation and Sentiment analysis</vt:lpstr>
      <vt:lpstr>Stock Price prediction with Machine Learning(APPLE INC)</vt:lpstr>
      <vt:lpstr>Libraries Used in Machine Learning</vt:lpstr>
      <vt:lpstr>Processing of Data Before Training</vt:lpstr>
      <vt:lpstr>Correlation on Heatmap</vt:lpstr>
      <vt:lpstr>Feature Importance &amp; Permutation Importance</vt:lpstr>
      <vt:lpstr>Algorithm and Model Training</vt:lpstr>
      <vt:lpstr>Target Variable &amp; Model Performance Explanation</vt:lpstr>
      <vt:lpstr>Random Forest Regressor Performance</vt:lpstr>
      <vt:lpstr>XGBoost Regressor Performance</vt:lpstr>
      <vt:lpstr>Gradient Regressor Performance</vt:lpstr>
      <vt:lpstr>Ridge Regressor Performance</vt:lpstr>
      <vt:lpstr>Linear Regression with Polynomial Performance</vt:lpstr>
      <vt:lpstr>Insight of Model Performances and Interactive Dashboard</vt:lpstr>
      <vt:lpstr>Model Performances &amp; Conclusion</vt:lpstr>
      <vt:lpstr>Dashboard</vt:lpstr>
      <vt:lpstr>References</vt:lpstr>
      <vt:lpstr>Appendix A: Tools, Libraries &amp; Models</vt:lpstr>
      <vt:lpstr>Appendix B: Files &amp; Scripts Used</vt:lpstr>
      <vt:lpstr>Appendix C: Evaluation Metrics Used, References &amp; Citation Sources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May Pyae Phyo Thaw, '</dc:creator>
  <cp:lastModifiedBy>May Pyae Phyo Thaw, '</cp:lastModifiedBy>
  <cp:revision>1</cp:revision>
  <dcterms:created xsi:type="dcterms:W3CDTF">2025-04-10T21:32:17Z</dcterms:created>
  <dcterms:modified xsi:type="dcterms:W3CDTF">2025-04-11T09:14:18Z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0x0101003FE6963C8AC645478B4A5795D778B6C2</vt:lpwstr>
  </property>
</Properties>
</file>