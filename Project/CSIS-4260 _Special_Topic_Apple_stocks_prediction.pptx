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2" r:id="rId4"/>
    <p:sldMasterId id="2147483805" r:id="rId5"/>
  </p:sldMasterIdLst>
  <p:notesMasterIdLst>
    <p:notesMasterId r:id="rId28"/>
  </p:notesMasterIdLst>
  <p:sldIdLst>
    <p:sldId id="256" r:id="rId6"/>
    <p:sldId id="257" r:id="rId7"/>
    <p:sldId id="260" r:id="rId8"/>
    <p:sldId id="258" r:id="rId9"/>
    <p:sldId id="259" r:id="rId10"/>
    <p:sldId id="261" r:id="rId11"/>
    <p:sldId id="262" r:id="rId12"/>
    <p:sldId id="264" r:id="rId13"/>
    <p:sldId id="265" r:id="rId14"/>
    <p:sldId id="266" r:id="rId15"/>
    <p:sldId id="267" r:id="rId16"/>
    <p:sldId id="268" r:id="rId17"/>
    <p:sldId id="269" r:id="rId18"/>
    <p:sldId id="270" r:id="rId19"/>
    <p:sldId id="271" r:id="rId20"/>
    <p:sldId id="272" r:id="rId21"/>
    <p:sldId id="274" r:id="rId22"/>
    <p:sldId id="273" r:id="rId23"/>
    <p:sldId id="275" r:id="rId24"/>
    <p:sldId id="276" r:id="rId25"/>
    <p:sldId id="277" r:id="rId26"/>
    <p:sldId id="278"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CC"/>
    <a:srgbClr val="FFCCFF"/>
    <a:srgbClr val="9966FF"/>
    <a:srgbClr val="FF00FF"/>
    <a:srgbClr val="FF5050"/>
    <a:srgbClr val="FFFF99"/>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7C8A2B-5CF5-4B01-A5AD-C37A4993D11E}" v="1709" dt="2025-04-11T07:26:12.2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1" d="100"/>
          <a:sy n="101" d="100"/>
        </p:scale>
        <p:origin x="91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viewProps" Target="viewProps.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yo Thaw" userId="16eb5ffc8e637809" providerId="LiveId" clId="{297C8A2B-5CF5-4B01-A5AD-C37A4993D11E}"/>
    <pc:docChg chg="undo custSel addSld delSld modSld sldOrd">
      <pc:chgData name="Phyo Thaw" userId="16eb5ffc8e637809" providerId="LiveId" clId="{297C8A2B-5CF5-4B01-A5AD-C37A4993D11E}" dt="2025-04-11T07:47:45.837" v="4985" actId="13926"/>
      <pc:docMkLst>
        <pc:docMk/>
      </pc:docMkLst>
      <pc:sldChg chg="modSp mod">
        <pc:chgData name="Phyo Thaw" userId="16eb5ffc8e637809" providerId="LiveId" clId="{297C8A2B-5CF5-4B01-A5AD-C37A4993D11E}" dt="2025-04-11T05:00:50.391" v="2070" actId="20577"/>
        <pc:sldMkLst>
          <pc:docMk/>
          <pc:sldMk cId="790619647" sldId="257"/>
        </pc:sldMkLst>
        <pc:graphicFrameChg chg="modGraphic">
          <ac:chgData name="Phyo Thaw" userId="16eb5ffc8e637809" providerId="LiveId" clId="{297C8A2B-5CF5-4B01-A5AD-C37A4993D11E}" dt="2025-04-11T05:00:50.391" v="2070" actId="20577"/>
          <ac:graphicFrameMkLst>
            <pc:docMk/>
            <pc:sldMk cId="790619647" sldId="257"/>
            <ac:graphicFrameMk id="7" creationId="{7E64A1DD-75AC-7723-B507-1C3CC5E7CB4F}"/>
          </ac:graphicFrameMkLst>
        </pc:graphicFrameChg>
      </pc:sldChg>
      <pc:sldChg chg="modSp mod ord">
        <pc:chgData name="Phyo Thaw" userId="16eb5ffc8e637809" providerId="LiveId" clId="{297C8A2B-5CF5-4B01-A5AD-C37A4993D11E}" dt="2025-04-11T04:51:00.654" v="2007" actId="404"/>
        <pc:sldMkLst>
          <pc:docMk/>
          <pc:sldMk cId="3581310764" sldId="258"/>
        </pc:sldMkLst>
        <pc:spChg chg="mod">
          <ac:chgData name="Phyo Thaw" userId="16eb5ffc8e637809" providerId="LiveId" clId="{297C8A2B-5CF5-4B01-A5AD-C37A4993D11E}" dt="2025-04-11T04:51:00.654" v="2007" actId="404"/>
          <ac:spMkLst>
            <pc:docMk/>
            <pc:sldMk cId="3581310764" sldId="258"/>
            <ac:spMk id="2" creationId="{2609DD81-1BF6-A8FF-1D18-F4A1EC0CEB56}"/>
          </ac:spMkLst>
        </pc:spChg>
        <pc:spChg chg="mod">
          <ac:chgData name="Phyo Thaw" userId="16eb5ffc8e637809" providerId="LiveId" clId="{297C8A2B-5CF5-4B01-A5AD-C37A4993D11E}" dt="2025-04-11T01:12:12.299" v="23" actId="404"/>
          <ac:spMkLst>
            <pc:docMk/>
            <pc:sldMk cId="3581310764" sldId="258"/>
            <ac:spMk id="22" creationId="{E8BCAD0C-29B0-C786-9661-087F30760D16}"/>
          </ac:spMkLst>
        </pc:spChg>
      </pc:sldChg>
      <pc:sldChg chg="addSp delSp modSp add mod setBg modClrScheme addAnim modAnim setClrOvrMap delDesignElem chgLayout">
        <pc:chgData name="Phyo Thaw" userId="16eb5ffc8e637809" providerId="LiveId" clId="{297C8A2B-5CF5-4B01-A5AD-C37A4993D11E}" dt="2025-04-11T06:02:32.154" v="3221" actId="26606"/>
        <pc:sldMkLst>
          <pc:docMk/>
          <pc:sldMk cId="1839634042" sldId="259"/>
        </pc:sldMkLst>
        <pc:spChg chg="mod ord">
          <ac:chgData name="Phyo Thaw" userId="16eb5ffc8e637809" providerId="LiveId" clId="{297C8A2B-5CF5-4B01-A5AD-C37A4993D11E}" dt="2025-04-11T03:46:30.916" v="925" actId="20577"/>
          <ac:spMkLst>
            <pc:docMk/>
            <pc:sldMk cId="1839634042" sldId="259"/>
            <ac:spMk id="2" creationId="{02460E68-F3AF-45FD-F008-12972670F3CA}"/>
          </ac:spMkLst>
        </pc:spChg>
        <pc:spChg chg="add del mod">
          <ac:chgData name="Phyo Thaw" userId="16eb5ffc8e637809" providerId="LiveId" clId="{297C8A2B-5CF5-4B01-A5AD-C37A4993D11E}" dt="2025-04-11T01:11:16.801" v="17" actId="700"/>
          <ac:spMkLst>
            <pc:docMk/>
            <pc:sldMk cId="1839634042" sldId="259"/>
            <ac:spMk id="4" creationId="{21FA5697-C7FE-CD7D-096E-B18151037970}"/>
          </ac:spMkLst>
        </pc:spChg>
        <pc:spChg chg="add del">
          <ac:chgData name="Phyo Thaw" userId="16eb5ffc8e637809" providerId="LiveId" clId="{297C8A2B-5CF5-4B01-A5AD-C37A4993D11E}" dt="2025-04-11T01:11:52.006" v="21" actId="26606"/>
          <ac:spMkLst>
            <pc:docMk/>
            <pc:sldMk cId="1839634042" sldId="259"/>
            <ac:spMk id="12" creationId="{B40FCD49-2060-48B9-8212-8A5F1DF4726F}"/>
          </ac:spMkLst>
        </pc:spChg>
        <pc:spChg chg="add">
          <ac:chgData name="Phyo Thaw" userId="16eb5ffc8e637809" providerId="LiveId" clId="{297C8A2B-5CF5-4B01-A5AD-C37A4993D11E}" dt="2025-04-11T06:02:32.154" v="3221" actId="26606"/>
          <ac:spMkLst>
            <pc:docMk/>
            <pc:sldMk cId="1839634042" sldId="259"/>
            <ac:spMk id="13" creationId="{B40FCD49-2060-48B9-8212-8A5F1DF4726F}"/>
          </ac:spMkLst>
        </pc:spChg>
        <pc:spChg chg="add del">
          <ac:chgData name="Phyo Thaw" userId="16eb5ffc8e637809" providerId="LiveId" clId="{297C8A2B-5CF5-4B01-A5AD-C37A4993D11E}" dt="2025-04-11T01:12:01.944" v="22" actId="26606"/>
          <ac:spMkLst>
            <pc:docMk/>
            <pc:sldMk cId="1839634042" sldId="259"/>
            <ac:spMk id="23" creationId="{B40FCD49-2060-48B9-8212-8A5F1DF4726F}"/>
          </ac:spMkLst>
        </pc:spChg>
        <pc:spChg chg="add del">
          <ac:chgData name="Phyo Thaw" userId="16eb5ffc8e637809" providerId="LiveId" clId="{297C8A2B-5CF5-4B01-A5AD-C37A4993D11E}" dt="2025-04-11T06:02:24.570" v="3220"/>
          <ac:spMkLst>
            <pc:docMk/>
            <pc:sldMk cId="1839634042" sldId="259"/>
            <ac:spMk id="36" creationId="{B40FCD49-2060-48B9-8212-8A5F1DF4726F}"/>
          </ac:spMkLst>
        </pc:spChg>
        <pc:graphicFrameChg chg="del">
          <ac:chgData name="Phyo Thaw" userId="16eb5ffc8e637809" providerId="LiveId" clId="{297C8A2B-5CF5-4B01-A5AD-C37A4993D11E}" dt="2025-04-11T01:08:52.581" v="3" actId="478"/>
          <ac:graphicFrameMkLst>
            <pc:docMk/>
            <pc:sldMk cId="1839634042" sldId="259"/>
            <ac:graphicFrameMk id="7" creationId="{6DA4F065-E7A0-C0F5-D2BD-F89DE42D745C}"/>
          </ac:graphicFrameMkLst>
        </pc:graphicFrameChg>
        <pc:picChg chg="add mod">
          <ac:chgData name="Phyo Thaw" userId="16eb5ffc8e637809" providerId="LiveId" clId="{297C8A2B-5CF5-4B01-A5AD-C37A4993D11E}" dt="2025-04-11T01:12:01.944" v="22" actId="26606"/>
          <ac:picMkLst>
            <pc:docMk/>
            <pc:sldMk cId="1839634042" sldId="259"/>
            <ac:picMk id="5" creationId="{73FD68BE-2896-7CEC-E897-1A1B429CC332}"/>
          </ac:picMkLst>
        </pc:picChg>
        <pc:picChg chg="add del">
          <ac:chgData name="Phyo Thaw" userId="16eb5ffc8e637809" providerId="LiveId" clId="{297C8A2B-5CF5-4B01-A5AD-C37A4993D11E}" dt="2025-04-11T01:11:52.006" v="21" actId="26606"/>
          <ac:picMkLst>
            <pc:docMk/>
            <pc:sldMk cId="1839634042" sldId="259"/>
            <ac:picMk id="8" creationId="{22790EC5-ACA7-4536-8066-B60199F3C6DF}"/>
          </ac:picMkLst>
        </pc:picChg>
        <pc:picChg chg="add">
          <ac:chgData name="Phyo Thaw" userId="16eb5ffc8e637809" providerId="LiveId" clId="{297C8A2B-5CF5-4B01-A5AD-C37A4993D11E}" dt="2025-04-11T06:02:32.154" v="3221" actId="26606"/>
          <ac:picMkLst>
            <pc:docMk/>
            <pc:sldMk cId="1839634042" sldId="259"/>
            <ac:picMk id="9" creationId="{22790EC5-ACA7-4536-8066-B60199F3C6DF}"/>
          </ac:picMkLst>
        </pc:picChg>
        <pc:picChg chg="add del">
          <ac:chgData name="Phyo Thaw" userId="16eb5ffc8e637809" providerId="LiveId" clId="{297C8A2B-5CF5-4B01-A5AD-C37A4993D11E}" dt="2025-04-11T01:11:52.006" v="21" actId="26606"/>
          <ac:picMkLst>
            <pc:docMk/>
            <pc:sldMk cId="1839634042" sldId="259"/>
            <ac:picMk id="10" creationId="{CAD20AEA-7CAF-4A83-BE2E-EAF010B8B7FC}"/>
          </ac:picMkLst>
        </pc:picChg>
        <pc:picChg chg="add">
          <ac:chgData name="Phyo Thaw" userId="16eb5ffc8e637809" providerId="LiveId" clId="{297C8A2B-5CF5-4B01-A5AD-C37A4993D11E}" dt="2025-04-11T06:02:32.154" v="3221" actId="26606"/>
          <ac:picMkLst>
            <pc:docMk/>
            <pc:sldMk cId="1839634042" sldId="259"/>
            <ac:picMk id="11" creationId="{CAD20AEA-7CAF-4A83-BE2E-EAF010B8B7FC}"/>
          </ac:picMkLst>
        </pc:picChg>
        <pc:picChg chg="add del">
          <ac:chgData name="Phyo Thaw" userId="16eb5ffc8e637809" providerId="LiveId" clId="{297C8A2B-5CF5-4B01-A5AD-C37A4993D11E}" dt="2025-04-11T01:11:52.006" v="21" actId="26606"/>
          <ac:picMkLst>
            <pc:docMk/>
            <pc:sldMk cId="1839634042" sldId="259"/>
            <ac:picMk id="14" creationId="{83A45DCD-B5FB-4A86-88D2-91088C7FFC5F}"/>
          </ac:picMkLst>
        </pc:picChg>
        <pc:picChg chg="add">
          <ac:chgData name="Phyo Thaw" userId="16eb5ffc8e637809" providerId="LiveId" clId="{297C8A2B-5CF5-4B01-A5AD-C37A4993D11E}" dt="2025-04-11T06:02:32.154" v="3221" actId="26606"/>
          <ac:picMkLst>
            <pc:docMk/>
            <pc:sldMk cId="1839634042" sldId="259"/>
            <ac:picMk id="16" creationId="{83A45DCD-B5FB-4A86-88D2-91088C7FFC5F}"/>
          </ac:picMkLst>
        </pc:picChg>
        <pc:picChg chg="add del">
          <ac:chgData name="Phyo Thaw" userId="16eb5ffc8e637809" providerId="LiveId" clId="{297C8A2B-5CF5-4B01-A5AD-C37A4993D11E}" dt="2025-04-11T01:12:01.944" v="22" actId="26606"/>
          <ac:picMkLst>
            <pc:docMk/>
            <pc:sldMk cId="1839634042" sldId="259"/>
            <ac:picMk id="19" creationId="{22790EC5-ACA7-4536-8066-B60199F3C6DF}"/>
          </ac:picMkLst>
        </pc:picChg>
        <pc:picChg chg="add del">
          <ac:chgData name="Phyo Thaw" userId="16eb5ffc8e637809" providerId="LiveId" clId="{297C8A2B-5CF5-4B01-A5AD-C37A4993D11E}" dt="2025-04-11T01:12:01.944" v="22" actId="26606"/>
          <ac:picMkLst>
            <pc:docMk/>
            <pc:sldMk cId="1839634042" sldId="259"/>
            <ac:picMk id="21" creationId="{CAD20AEA-7CAF-4A83-BE2E-EAF010B8B7FC}"/>
          </ac:picMkLst>
        </pc:picChg>
        <pc:picChg chg="add del">
          <ac:chgData name="Phyo Thaw" userId="16eb5ffc8e637809" providerId="LiveId" clId="{297C8A2B-5CF5-4B01-A5AD-C37A4993D11E}" dt="2025-04-11T01:12:01.944" v="22" actId="26606"/>
          <ac:picMkLst>
            <pc:docMk/>
            <pc:sldMk cId="1839634042" sldId="259"/>
            <ac:picMk id="25" creationId="{DA70F40A-D18F-4F05-A106-6D2CB24DC79A}"/>
          </ac:picMkLst>
        </pc:picChg>
        <pc:picChg chg="add del">
          <ac:chgData name="Phyo Thaw" userId="16eb5ffc8e637809" providerId="LiveId" clId="{297C8A2B-5CF5-4B01-A5AD-C37A4993D11E}" dt="2025-04-11T01:12:01.944" v="22" actId="26606"/>
          <ac:picMkLst>
            <pc:docMk/>
            <pc:sldMk cId="1839634042" sldId="259"/>
            <ac:picMk id="27" creationId="{83A45DCD-B5FB-4A86-88D2-91088C7FFC5F}"/>
          </ac:picMkLst>
        </pc:picChg>
        <pc:picChg chg="add del">
          <ac:chgData name="Phyo Thaw" userId="16eb5ffc8e637809" providerId="LiveId" clId="{297C8A2B-5CF5-4B01-A5AD-C37A4993D11E}" dt="2025-04-11T06:02:24.570" v="3220"/>
          <ac:picMkLst>
            <pc:docMk/>
            <pc:sldMk cId="1839634042" sldId="259"/>
            <ac:picMk id="32" creationId="{22790EC5-ACA7-4536-8066-B60199F3C6DF}"/>
          </ac:picMkLst>
        </pc:picChg>
        <pc:picChg chg="add del">
          <ac:chgData name="Phyo Thaw" userId="16eb5ffc8e637809" providerId="LiveId" clId="{297C8A2B-5CF5-4B01-A5AD-C37A4993D11E}" dt="2025-04-11T06:02:24.570" v="3220"/>
          <ac:picMkLst>
            <pc:docMk/>
            <pc:sldMk cId="1839634042" sldId="259"/>
            <ac:picMk id="34" creationId="{CAD20AEA-7CAF-4A83-BE2E-EAF010B8B7FC}"/>
          </ac:picMkLst>
        </pc:picChg>
        <pc:picChg chg="add del">
          <ac:chgData name="Phyo Thaw" userId="16eb5ffc8e637809" providerId="LiveId" clId="{297C8A2B-5CF5-4B01-A5AD-C37A4993D11E}" dt="2025-04-11T06:02:24.570" v="3220"/>
          <ac:picMkLst>
            <pc:docMk/>
            <pc:sldMk cId="1839634042" sldId="259"/>
            <ac:picMk id="38" creationId="{83A45DCD-B5FB-4A86-88D2-91088C7FFC5F}"/>
          </ac:picMkLst>
        </pc:picChg>
      </pc:sldChg>
      <pc:sldChg chg="addSp delSp modSp new mod setBg modClrScheme addAnim modAnim setClrOvrMap delDesignElem chgLayout">
        <pc:chgData name="Phyo Thaw" userId="16eb5ffc8e637809" providerId="LiveId" clId="{297C8A2B-5CF5-4B01-A5AD-C37A4993D11E}" dt="2025-04-11T06:02:36.024" v="3222" actId="26606"/>
        <pc:sldMkLst>
          <pc:docMk/>
          <pc:sldMk cId="1554897167" sldId="260"/>
        </pc:sldMkLst>
        <pc:spChg chg="mod ord">
          <ac:chgData name="Phyo Thaw" userId="16eb5ffc8e637809" providerId="LiveId" clId="{297C8A2B-5CF5-4B01-A5AD-C37A4993D11E}" dt="2025-04-11T01:11:00.468" v="15" actId="113"/>
          <ac:spMkLst>
            <pc:docMk/>
            <pc:sldMk cId="1554897167" sldId="260"/>
            <ac:spMk id="2" creationId="{472557E0-0189-7BCF-4F5F-C12BDBC891E0}"/>
          </ac:spMkLst>
        </pc:spChg>
        <pc:spChg chg="del">
          <ac:chgData name="Phyo Thaw" userId="16eb5ffc8e637809" providerId="LiveId" clId="{297C8A2B-5CF5-4B01-A5AD-C37A4993D11E}" dt="2025-04-11T01:10:20.978" v="8" actId="700"/>
          <ac:spMkLst>
            <pc:docMk/>
            <pc:sldMk cId="1554897167" sldId="260"/>
            <ac:spMk id="3" creationId="{B63CECBC-0C26-A03A-F5D9-6B272713DAD9}"/>
          </ac:spMkLst>
        </pc:spChg>
        <pc:spChg chg="add del">
          <ac:chgData name="Phyo Thaw" userId="16eb5ffc8e637809" providerId="LiveId" clId="{297C8A2B-5CF5-4B01-A5AD-C37A4993D11E}" dt="2025-04-11T01:10:50.702" v="12" actId="26606"/>
          <ac:spMkLst>
            <pc:docMk/>
            <pc:sldMk cId="1554897167" sldId="260"/>
            <ac:spMk id="11" creationId="{864672EB-02A8-48AB-BCFB-00B78DBA6A1E}"/>
          </ac:spMkLst>
        </pc:spChg>
        <pc:spChg chg="add del">
          <ac:chgData name="Phyo Thaw" userId="16eb5ffc8e637809" providerId="LiveId" clId="{297C8A2B-5CF5-4B01-A5AD-C37A4993D11E}" dt="2025-04-11T01:10:48.894" v="10" actId="26606"/>
          <ac:spMkLst>
            <pc:docMk/>
            <pc:sldMk cId="1554897167" sldId="260"/>
            <ac:spMk id="12" creationId="{B40FCD49-2060-48B9-8212-8A5F1DF4726F}"/>
          </ac:spMkLst>
        </pc:spChg>
        <pc:spChg chg="add del">
          <ac:chgData name="Phyo Thaw" userId="16eb5ffc8e637809" providerId="LiveId" clId="{297C8A2B-5CF5-4B01-A5AD-C37A4993D11E}" dt="2025-04-11T01:10:50.702" v="12" actId="26606"/>
          <ac:spMkLst>
            <pc:docMk/>
            <pc:sldMk cId="1554897167" sldId="260"/>
            <ac:spMk id="13" creationId="{7255A803-13A1-44E9-ACA9-889A5CC39BB5}"/>
          </ac:spMkLst>
        </pc:spChg>
        <pc:spChg chg="add del">
          <ac:chgData name="Phyo Thaw" userId="16eb5ffc8e637809" providerId="LiveId" clId="{297C8A2B-5CF5-4B01-A5AD-C37A4993D11E}" dt="2025-04-11T01:10:50.702" v="12" actId="26606"/>
          <ac:spMkLst>
            <pc:docMk/>
            <pc:sldMk cId="1554897167" sldId="260"/>
            <ac:spMk id="15" creationId="{BC82C52F-0333-430E-AF00-FA48A518A1A5}"/>
          </ac:spMkLst>
        </pc:spChg>
        <pc:spChg chg="add del">
          <ac:chgData name="Phyo Thaw" userId="16eb5ffc8e637809" providerId="LiveId" clId="{297C8A2B-5CF5-4B01-A5AD-C37A4993D11E}" dt="2025-04-11T06:02:24.570" v="3220"/>
          <ac:spMkLst>
            <pc:docMk/>
            <pc:sldMk cId="1554897167" sldId="260"/>
            <ac:spMk id="27" creationId="{B40FCD49-2060-48B9-8212-8A5F1DF4726F}"/>
          </ac:spMkLst>
        </pc:spChg>
        <pc:spChg chg="add">
          <ac:chgData name="Phyo Thaw" userId="16eb5ffc8e637809" providerId="LiveId" clId="{297C8A2B-5CF5-4B01-A5AD-C37A4993D11E}" dt="2025-04-11T06:02:36.024" v="3222" actId="26606"/>
          <ac:spMkLst>
            <pc:docMk/>
            <pc:sldMk cId="1554897167" sldId="260"/>
            <ac:spMk id="37" creationId="{B40FCD49-2060-48B9-8212-8A5F1DF4726F}"/>
          </ac:spMkLst>
        </pc:spChg>
        <pc:picChg chg="add del">
          <ac:chgData name="Phyo Thaw" userId="16eb5ffc8e637809" providerId="LiveId" clId="{297C8A2B-5CF5-4B01-A5AD-C37A4993D11E}" dt="2025-04-11T01:10:48.894" v="10" actId="26606"/>
          <ac:picMkLst>
            <pc:docMk/>
            <pc:sldMk cId="1554897167" sldId="260"/>
            <ac:picMk id="4" creationId="{05D6F025-F1FF-5787-136D-A977D2D70751}"/>
          </ac:picMkLst>
        </pc:picChg>
        <pc:picChg chg="add del">
          <ac:chgData name="Phyo Thaw" userId="16eb5ffc8e637809" providerId="LiveId" clId="{297C8A2B-5CF5-4B01-A5AD-C37A4993D11E}" dt="2025-04-11T01:10:50.702" v="12" actId="26606"/>
          <ac:picMkLst>
            <pc:docMk/>
            <pc:sldMk cId="1554897167" sldId="260"/>
            <ac:picMk id="7" creationId="{9A0F0AC6-A89F-416B-9FA4-48E664065E73}"/>
          </ac:picMkLst>
        </pc:picChg>
        <pc:picChg chg="add del">
          <ac:chgData name="Phyo Thaw" userId="16eb5ffc8e637809" providerId="LiveId" clId="{297C8A2B-5CF5-4B01-A5AD-C37A4993D11E}" dt="2025-04-11T01:10:48.894" v="10" actId="26606"/>
          <ac:picMkLst>
            <pc:docMk/>
            <pc:sldMk cId="1554897167" sldId="260"/>
            <ac:picMk id="8" creationId="{22790EC5-ACA7-4536-8066-B60199F3C6DF}"/>
          </ac:picMkLst>
        </pc:picChg>
        <pc:picChg chg="add del">
          <ac:chgData name="Phyo Thaw" userId="16eb5ffc8e637809" providerId="LiveId" clId="{297C8A2B-5CF5-4B01-A5AD-C37A4993D11E}" dt="2025-04-11T01:10:50.702" v="12" actId="26606"/>
          <ac:picMkLst>
            <pc:docMk/>
            <pc:sldMk cId="1554897167" sldId="260"/>
            <ac:picMk id="9" creationId="{C31AA009-40AD-4098-8AE7-680CA35C6EAA}"/>
          </ac:picMkLst>
        </pc:picChg>
        <pc:picChg chg="add del">
          <ac:chgData name="Phyo Thaw" userId="16eb5ffc8e637809" providerId="LiveId" clId="{297C8A2B-5CF5-4B01-A5AD-C37A4993D11E}" dt="2025-04-11T01:10:48.894" v="10" actId="26606"/>
          <ac:picMkLst>
            <pc:docMk/>
            <pc:sldMk cId="1554897167" sldId="260"/>
            <ac:picMk id="10" creationId="{CAD20AEA-7CAF-4A83-BE2E-EAF010B8B7FC}"/>
          </ac:picMkLst>
        </pc:picChg>
        <pc:picChg chg="add del">
          <ac:chgData name="Phyo Thaw" userId="16eb5ffc8e637809" providerId="LiveId" clId="{297C8A2B-5CF5-4B01-A5AD-C37A4993D11E}" dt="2025-04-11T01:10:48.894" v="10" actId="26606"/>
          <ac:picMkLst>
            <pc:docMk/>
            <pc:sldMk cId="1554897167" sldId="260"/>
            <ac:picMk id="14" creationId="{DA70F40A-D18F-4F05-A106-6D2CB24DC79A}"/>
          </ac:picMkLst>
        </pc:picChg>
        <pc:picChg chg="add del">
          <ac:chgData name="Phyo Thaw" userId="16eb5ffc8e637809" providerId="LiveId" clId="{297C8A2B-5CF5-4B01-A5AD-C37A4993D11E}" dt="2025-04-11T01:10:48.894" v="10" actId="26606"/>
          <ac:picMkLst>
            <pc:docMk/>
            <pc:sldMk cId="1554897167" sldId="260"/>
            <ac:picMk id="16" creationId="{83A45DCD-B5FB-4A86-88D2-91088C7FFC5F}"/>
          </ac:picMkLst>
        </pc:picChg>
        <pc:picChg chg="add del">
          <ac:chgData name="Phyo Thaw" userId="16eb5ffc8e637809" providerId="LiveId" clId="{297C8A2B-5CF5-4B01-A5AD-C37A4993D11E}" dt="2025-04-11T01:10:50.702" v="12" actId="26606"/>
          <ac:picMkLst>
            <pc:docMk/>
            <pc:sldMk cId="1554897167" sldId="260"/>
            <ac:picMk id="17" creationId="{BE9CCFFE-A385-4D35-8504-960F050EF7F8}"/>
          </ac:picMkLst>
        </pc:picChg>
        <pc:picChg chg="add del">
          <ac:chgData name="Phyo Thaw" userId="16eb5ffc8e637809" providerId="LiveId" clId="{297C8A2B-5CF5-4B01-A5AD-C37A4993D11E}" dt="2025-04-11T01:10:50.702" v="12" actId="26606"/>
          <ac:picMkLst>
            <pc:docMk/>
            <pc:sldMk cId="1554897167" sldId="260"/>
            <ac:picMk id="19" creationId="{1AD41804-3572-46FD-8124-D3079B642712}"/>
          </ac:picMkLst>
        </pc:picChg>
        <pc:picChg chg="add del">
          <ac:chgData name="Phyo Thaw" userId="16eb5ffc8e637809" providerId="LiveId" clId="{297C8A2B-5CF5-4B01-A5AD-C37A4993D11E}" dt="2025-04-11T01:10:50.702" v="12" actId="26606"/>
          <ac:picMkLst>
            <pc:docMk/>
            <pc:sldMk cId="1554897167" sldId="260"/>
            <ac:picMk id="21" creationId="{5316A1D8-3445-4B94-B595-2285C05EEEBE}"/>
          </ac:picMkLst>
        </pc:picChg>
        <pc:picChg chg="add del">
          <ac:chgData name="Phyo Thaw" userId="16eb5ffc8e637809" providerId="LiveId" clId="{297C8A2B-5CF5-4B01-A5AD-C37A4993D11E}" dt="2025-04-11T01:10:50.702" v="12" actId="26606"/>
          <ac:picMkLst>
            <pc:docMk/>
            <pc:sldMk cId="1554897167" sldId="260"/>
            <ac:picMk id="23" creationId="{2FA7483C-C90B-453F-AB53-60D8FDE6D3F6}"/>
          </ac:picMkLst>
        </pc:picChg>
        <pc:picChg chg="add del">
          <ac:chgData name="Phyo Thaw" userId="16eb5ffc8e637809" providerId="LiveId" clId="{297C8A2B-5CF5-4B01-A5AD-C37A4993D11E}" dt="2025-04-11T06:02:24.570" v="3220"/>
          <ac:picMkLst>
            <pc:docMk/>
            <pc:sldMk cId="1554897167" sldId="260"/>
            <ac:picMk id="25" creationId="{22790EC5-ACA7-4536-8066-B60199F3C6DF}"/>
          </ac:picMkLst>
        </pc:picChg>
        <pc:picChg chg="add del">
          <ac:chgData name="Phyo Thaw" userId="16eb5ffc8e637809" providerId="LiveId" clId="{297C8A2B-5CF5-4B01-A5AD-C37A4993D11E}" dt="2025-04-11T06:02:24.570" v="3220"/>
          <ac:picMkLst>
            <pc:docMk/>
            <pc:sldMk cId="1554897167" sldId="260"/>
            <ac:picMk id="26" creationId="{CAD20AEA-7CAF-4A83-BE2E-EAF010B8B7FC}"/>
          </ac:picMkLst>
        </pc:picChg>
        <pc:picChg chg="add mod">
          <ac:chgData name="Phyo Thaw" userId="16eb5ffc8e637809" providerId="LiveId" clId="{297C8A2B-5CF5-4B01-A5AD-C37A4993D11E}" dt="2025-04-11T06:02:36.024" v="3222" actId="26606"/>
          <ac:picMkLst>
            <pc:docMk/>
            <pc:sldMk cId="1554897167" sldId="260"/>
            <ac:picMk id="28" creationId="{2126AE83-241C-AB90-135F-A76E65887E25}"/>
          </ac:picMkLst>
        </pc:picChg>
        <pc:picChg chg="add del">
          <ac:chgData name="Phyo Thaw" userId="16eb5ffc8e637809" providerId="LiveId" clId="{297C8A2B-5CF5-4B01-A5AD-C37A4993D11E}" dt="2025-04-11T06:02:24.570" v="3220"/>
          <ac:picMkLst>
            <pc:docMk/>
            <pc:sldMk cId="1554897167" sldId="260"/>
            <ac:picMk id="29" creationId="{83A45DCD-B5FB-4A86-88D2-91088C7FFC5F}"/>
          </ac:picMkLst>
        </pc:picChg>
        <pc:picChg chg="add">
          <ac:chgData name="Phyo Thaw" userId="16eb5ffc8e637809" providerId="LiveId" clId="{297C8A2B-5CF5-4B01-A5AD-C37A4993D11E}" dt="2025-04-11T06:02:36.024" v="3222" actId="26606"/>
          <ac:picMkLst>
            <pc:docMk/>
            <pc:sldMk cId="1554897167" sldId="260"/>
            <ac:picMk id="33" creationId="{22790EC5-ACA7-4536-8066-B60199F3C6DF}"/>
          </ac:picMkLst>
        </pc:picChg>
        <pc:picChg chg="add">
          <ac:chgData name="Phyo Thaw" userId="16eb5ffc8e637809" providerId="LiveId" clId="{297C8A2B-5CF5-4B01-A5AD-C37A4993D11E}" dt="2025-04-11T06:02:36.024" v="3222" actId="26606"/>
          <ac:picMkLst>
            <pc:docMk/>
            <pc:sldMk cId="1554897167" sldId="260"/>
            <ac:picMk id="35" creationId="{CAD20AEA-7CAF-4A83-BE2E-EAF010B8B7FC}"/>
          </ac:picMkLst>
        </pc:picChg>
        <pc:picChg chg="add">
          <ac:chgData name="Phyo Thaw" userId="16eb5ffc8e637809" providerId="LiveId" clId="{297C8A2B-5CF5-4B01-A5AD-C37A4993D11E}" dt="2025-04-11T06:02:36.024" v="3222" actId="26606"/>
          <ac:picMkLst>
            <pc:docMk/>
            <pc:sldMk cId="1554897167" sldId="260"/>
            <ac:picMk id="39" creationId="{83A45DCD-B5FB-4A86-88D2-91088C7FFC5F}"/>
          </ac:picMkLst>
        </pc:picChg>
      </pc:sldChg>
      <pc:sldChg chg="addSp delSp modSp add mod ord modAnim">
        <pc:chgData name="Phyo Thaw" userId="16eb5ffc8e637809" providerId="LiveId" clId="{297C8A2B-5CF5-4B01-A5AD-C37A4993D11E}" dt="2025-04-11T05:18:36.097" v="2404"/>
        <pc:sldMkLst>
          <pc:docMk/>
          <pc:sldMk cId="4055311837" sldId="261"/>
        </pc:sldMkLst>
        <pc:spChg chg="mod">
          <ac:chgData name="Phyo Thaw" userId="16eb5ffc8e637809" providerId="LiveId" clId="{297C8A2B-5CF5-4B01-A5AD-C37A4993D11E}" dt="2025-04-11T04:50:51.641" v="2005" actId="404"/>
          <ac:spMkLst>
            <pc:docMk/>
            <pc:sldMk cId="4055311837" sldId="261"/>
            <ac:spMk id="2" creationId="{11BD80A4-8D34-8974-139F-4BA87D88EE73}"/>
          </ac:spMkLst>
        </pc:spChg>
        <pc:spChg chg="add del mod">
          <ac:chgData name="Phyo Thaw" userId="16eb5ffc8e637809" providerId="LiveId" clId="{297C8A2B-5CF5-4B01-A5AD-C37A4993D11E}" dt="2025-04-11T03:02:36.442" v="365" actId="478"/>
          <ac:spMkLst>
            <pc:docMk/>
            <pc:sldMk cId="4055311837" sldId="261"/>
            <ac:spMk id="4" creationId="{9E58C699-010F-C6B5-E873-F1C9EE2C0267}"/>
          </ac:spMkLst>
        </pc:spChg>
        <pc:spChg chg="add mod ord">
          <ac:chgData name="Phyo Thaw" userId="16eb5ffc8e637809" providerId="LiveId" clId="{297C8A2B-5CF5-4B01-A5AD-C37A4993D11E}" dt="2025-04-11T03:09:06.809" v="464" actId="339"/>
          <ac:spMkLst>
            <pc:docMk/>
            <pc:sldMk cId="4055311837" sldId="261"/>
            <ac:spMk id="5" creationId="{1FA68B9B-5D1A-EF96-324D-BA9CCE2A5D7D}"/>
          </ac:spMkLst>
        </pc:spChg>
        <pc:spChg chg="add mod ord">
          <ac:chgData name="Phyo Thaw" userId="16eb5ffc8e637809" providerId="LiveId" clId="{297C8A2B-5CF5-4B01-A5AD-C37A4993D11E}" dt="2025-04-11T03:09:06.809" v="464" actId="339"/>
          <ac:spMkLst>
            <pc:docMk/>
            <pc:sldMk cId="4055311837" sldId="261"/>
            <ac:spMk id="6" creationId="{933F988F-3AC3-7EF3-2286-97B5505F47B2}"/>
          </ac:spMkLst>
        </pc:spChg>
        <pc:spChg chg="add mod ord">
          <ac:chgData name="Phyo Thaw" userId="16eb5ffc8e637809" providerId="LiveId" clId="{297C8A2B-5CF5-4B01-A5AD-C37A4993D11E}" dt="2025-04-11T03:09:06.809" v="464" actId="339"/>
          <ac:spMkLst>
            <pc:docMk/>
            <pc:sldMk cId="4055311837" sldId="261"/>
            <ac:spMk id="8" creationId="{201AFAC2-762B-AFD8-7CF2-400B009C882A}"/>
          </ac:spMkLst>
        </pc:spChg>
        <pc:spChg chg="add mod ord">
          <ac:chgData name="Phyo Thaw" userId="16eb5ffc8e637809" providerId="LiveId" clId="{297C8A2B-5CF5-4B01-A5AD-C37A4993D11E}" dt="2025-04-11T03:09:06.809" v="464" actId="339"/>
          <ac:spMkLst>
            <pc:docMk/>
            <pc:sldMk cId="4055311837" sldId="261"/>
            <ac:spMk id="9" creationId="{3020C0B2-2823-6D4D-2C9C-994077E88DF6}"/>
          </ac:spMkLst>
        </pc:spChg>
        <pc:spChg chg="add mod ord">
          <ac:chgData name="Phyo Thaw" userId="16eb5ffc8e637809" providerId="LiveId" clId="{297C8A2B-5CF5-4B01-A5AD-C37A4993D11E}" dt="2025-04-11T03:09:06.809" v="464" actId="339"/>
          <ac:spMkLst>
            <pc:docMk/>
            <pc:sldMk cId="4055311837" sldId="261"/>
            <ac:spMk id="10" creationId="{7FDF2D57-AC2B-295A-E6FA-589472BE4BE6}"/>
          </ac:spMkLst>
        </pc:spChg>
        <pc:spChg chg="add mod ord">
          <ac:chgData name="Phyo Thaw" userId="16eb5ffc8e637809" providerId="LiveId" clId="{297C8A2B-5CF5-4B01-A5AD-C37A4993D11E}" dt="2025-04-11T03:09:06.809" v="464" actId="339"/>
          <ac:spMkLst>
            <pc:docMk/>
            <pc:sldMk cId="4055311837" sldId="261"/>
            <ac:spMk id="11" creationId="{32481C14-6FA5-E6B5-81B0-3ED55C6F6AD1}"/>
          </ac:spMkLst>
        </pc:spChg>
        <pc:spChg chg="add mod ord">
          <ac:chgData name="Phyo Thaw" userId="16eb5ffc8e637809" providerId="LiveId" clId="{297C8A2B-5CF5-4B01-A5AD-C37A4993D11E}" dt="2025-04-11T03:09:06.809" v="464" actId="339"/>
          <ac:spMkLst>
            <pc:docMk/>
            <pc:sldMk cId="4055311837" sldId="261"/>
            <ac:spMk id="12" creationId="{BA9273F1-7F8A-6DA6-66D4-70B9E312A089}"/>
          </ac:spMkLst>
        </pc:spChg>
        <pc:spChg chg="add mod ord">
          <ac:chgData name="Phyo Thaw" userId="16eb5ffc8e637809" providerId="LiveId" clId="{297C8A2B-5CF5-4B01-A5AD-C37A4993D11E}" dt="2025-04-11T03:09:06.809" v="464" actId="339"/>
          <ac:spMkLst>
            <pc:docMk/>
            <pc:sldMk cId="4055311837" sldId="261"/>
            <ac:spMk id="13" creationId="{3B97020E-4164-1918-30C3-026AA6EC496E}"/>
          </ac:spMkLst>
        </pc:spChg>
        <pc:spChg chg="add mod ord">
          <ac:chgData name="Phyo Thaw" userId="16eb5ffc8e637809" providerId="LiveId" clId="{297C8A2B-5CF5-4B01-A5AD-C37A4993D11E}" dt="2025-04-11T03:09:06.809" v="464" actId="339"/>
          <ac:spMkLst>
            <pc:docMk/>
            <pc:sldMk cId="4055311837" sldId="261"/>
            <ac:spMk id="14" creationId="{8020F613-368D-63D0-8636-CBF544F062CA}"/>
          </ac:spMkLst>
        </pc:spChg>
        <pc:spChg chg="add mod">
          <ac:chgData name="Phyo Thaw" userId="16eb5ffc8e637809" providerId="LiveId" clId="{297C8A2B-5CF5-4B01-A5AD-C37A4993D11E}" dt="2025-04-11T03:09:25.946" v="465" actId="339"/>
          <ac:spMkLst>
            <pc:docMk/>
            <pc:sldMk cId="4055311837" sldId="261"/>
            <ac:spMk id="15" creationId="{8E875958-0928-89FA-34C3-6843A5825CE7}"/>
          </ac:spMkLst>
        </pc:spChg>
        <pc:spChg chg="add mod">
          <ac:chgData name="Phyo Thaw" userId="16eb5ffc8e637809" providerId="LiveId" clId="{297C8A2B-5CF5-4B01-A5AD-C37A4993D11E}" dt="2025-04-11T03:09:43.199" v="466" actId="1076"/>
          <ac:spMkLst>
            <pc:docMk/>
            <pc:sldMk cId="4055311837" sldId="261"/>
            <ac:spMk id="16" creationId="{93DBF36B-D751-5788-62D1-7EFA1CC9DF79}"/>
          </ac:spMkLst>
        </pc:spChg>
        <pc:spChg chg="add mod">
          <ac:chgData name="Phyo Thaw" userId="16eb5ffc8e637809" providerId="LiveId" clId="{297C8A2B-5CF5-4B01-A5AD-C37A4993D11E}" dt="2025-04-11T02:44:03.193" v="242" actId="1076"/>
          <ac:spMkLst>
            <pc:docMk/>
            <pc:sldMk cId="4055311837" sldId="261"/>
            <ac:spMk id="17" creationId="{1EDDC720-C5CB-6A6B-4E20-FB0E9027320D}"/>
          </ac:spMkLst>
        </pc:spChg>
        <pc:spChg chg="add mod">
          <ac:chgData name="Phyo Thaw" userId="16eb5ffc8e637809" providerId="LiveId" clId="{297C8A2B-5CF5-4B01-A5AD-C37A4993D11E}" dt="2025-04-11T02:44:11.165" v="246" actId="1076"/>
          <ac:spMkLst>
            <pc:docMk/>
            <pc:sldMk cId="4055311837" sldId="261"/>
            <ac:spMk id="18" creationId="{31669AB2-76D4-91A0-D7EE-3BC5F266A0C2}"/>
          </ac:spMkLst>
        </pc:spChg>
        <pc:spChg chg="add mod">
          <ac:chgData name="Phyo Thaw" userId="16eb5ffc8e637809" providerId="LiveId" clId="{297C8A2B-5CF5-4B01-A5AD-C37A4993D11E}" dt="2025-04-11T03:09:25.946" v="465" actId="339"/>
          <ac:spMkLst>
            <pc:docMk/>
            <pc:sldMk cId="4055311837" sldId="261"/>
            <ac:spMk id="19" creationId="{83BDDC24-A3DC-0014-D8F8-271586C0EC0D}"/>
          </ac:spMkLst>
        </pc:spChg>
        <pc:spChg chg="add mod">
          <ac:chgData name="Phyo Thaw" userId="16eb5ffc8e637809" providerId="LiveId" clId="{297C8A2B-5CF5-4B01-A5AD-C37A4993D11E}" dt="2025-04-11T03:09:46.703" v="467" actId="1076"/>
          <ac:spMkLst>
            <pc:docMk/>
            <pc:sldMk cId="4055311837" sldId="261"/>
            <ac:spMk id="20" creationId="{F456896E-6781-CD3B-5D87-7D690DC6BB50}"/>
          </ac:spMkLst>
        </pc:spChg>
        <pc:spChg chg="add mod">
          <ac:chgData name="Phyo Thaw" userId="16eb5ffc8e637809" providerId="LiveId" clId="{297C8A2B-5CF5-4B01-A5AD-C37A4993D11E}" dt="2025-04-11T03:09:25.946" v="465" actId="339"/>
          <ac:spMkLst>
            <pc:docMk/>
            <pc:sldMk cId="4055311837" sldId="261"/>
            <ac:spMk id="21" creationId="{44E24796-698A-9DD1-5512-58ECF346A9D9}"/>
          </ac:spMkLst>
        </pc:spChg>
        <pc:spChg chg="add mod">
          <ac:chgData name="Phyo Thaw" userId="16eb5ffc8e637809" providerId="LiveId" clId="{297C8A2B-5CF5-4B01-A5AD-C37A4993D11E}" dt="2025-04-11T03:09:25.946" v="465" actId="339"/>
          <ac:spMkLst>
            <pc:docMk/>
            <pc:sldMk cId="4055311837" sldId="261"/>
            <ac:spMk id="22" creationId="{8CD190D7-097A-BE7F-4C14-4C51D08B17DC}"/>
          </ac:spMkLst>
        </pc:spChg>
        <pc:spChg chg="add mod">
          <ac:chgData name="Phyo Thaw" userId="16eb5ffc8e637809" providerId="LiveId" clId="{297C8A2B-5CF5-4B01-A5AD-C37A4993D11E}" dt="2025-04-11T02:48:45.235" v="284" actId="1076"/>
          <ac:spMkLst>
            <pc:docMk/>
            <pc:sldMk cId="4055311837" sldId="261"/>
            <ac:spMk id="23" creationId="{8C6DC199-4871-8046-9B81-3A5770DB8050}"/>
          </ac:spMkLst>
        </pc:spChg>
        <pc:spChg chg="add mod">
          <ac:chgData name="Phyo Thaw" userId="16eb5ffc8e637809" providerId="LiveId" clId="{297C8A2B-5CF5-4B01-A5AD-C37A4993D11E}" dt="2025-04-11T03:09:25.946" v="465" actId="339"/>
          <ac:spMkLst>
            <pc:docMk/>
            <pc:sldMk cId="4055311837" sldId="261"/>
            <ac:spMk id="24" creationId="{C8CE696A-4B50-E59C-2262-9D2B90D1C403}"/>
          </ac:spMkLst>
        </pc:spChg>
        <pc:spChg chg="add mod">
          <ac:chgData name="Phyo Thaw" userId="16eb5ffc8e637809" providerId="LiveId" clId="{297C8A2B-5CF5-4B01-A5AD-C37A4993D11E}" dt="2025-04-11T02:49:45.492" v="292" actId="14100"/>
          <ac:spMkLst>
            <pc:docMk/>
            <pc:sldMk cId="4055311837" sldId="261"/>
            <ac:spMk id="25" creationId="{D7F8F2B8-4FA0-874D-0307-4BB496E5FBDF}"/>
          </ac:spMkLst>
        </pc:spChg>
        <pc:spChg chg="add mod">
          <ac:chgData name="Phyo Thaw" userId="16eb5ffc8e637809" providerId="LiveId" clId="{297C8A2B-5CF5-4B01-A5AD-C37A4993D11E}" dt="2025-04-11T03:03:06.205" v="368" actId="688"/>
          <ac:spMkLst>
            <pc:docMk/>
            <pc:sldMk cId="4055311837" sldId="261"/>
            <ac:spMk id="26" creationId="{46AC54E9-C851-1D1E-FAC2-C5A5F2129BAF}"/>
          </ac:spMkLst>
        </pc:spChg>
        <pc:spChg chg="add mod">
          <ac:chgData name="Phyo Thaw" userId="16eb5ffc8e637809" providerId="LiveId" clId="{297C8A2B-5CF5-4B01-A5AD-C37A4993D11E}" dt="2025-04-11T03:09:25.946" v="465" actId="339"/>
          <ac:spMkLst>
            <pc:docMk/>
            <pc:sldMk cId="4055311837" sldId="261"/>
            <ac:spMk id="27" creationId="{571F5E96-8E77-212E-288E-5A1DA518D73F}"/>
          </ac:spMkLst>
        </pc:spChg>
        <pc:spChg chg="add mod">
          <ac:chgData name="Phyo Thaw" userId="16eb5ffc8e637809" providerId="LiveId" clId="{297C8A2B-5CF5-4B01-A5AD-C37A4993D11E}" dt="2025-04-11T03:09:25.946" v="465" actId="339"/>
          <ac:spMkLst>
            <pc:docMk/>
            <pc:sldMk cId="4055311837" sldId="261"/>
            <ac:spMk id="28" creationId="{64745E14-EEEF-50C7-9698-DE06AE9F8447}"/>
          </ac:spMkLst>
        </pc:spChg>
        <pc:spChg chg="add mod">
          <ac:chgData name="Phyo Thaw" userId="16eb5ffc8e637809" providerId="LiveId" clId="{297C8A2B-5CF5-4B01-A5AD-C37A4993D11E}" dt="2025-04-11T03:09:25.946" v="465" actId="339"/>
          <ac:spMkLst>
            <pc:docMk/>
            <pc:sldMk cId="4055311837" sldId="261"/>
            <ac:spMk id="29" creationId="{648EE9EE-8106-6D80-B65A-A74590715EEF}"/>
          </ac:spMkLst>
        </pc:spChg>
        <pc:spChg chg="add mod">
          <ac:chgData name="Phyo Thaw" userId="16eb5ffc8e637809" providerId="LiveId" clId="{297C8A2B-5CF5-4B01-A5AD-C37A4993D11E}" dt="2025-04-11T03:09:06.809" v="464" actId="339"/>
          <ac:spMkLst>
            <pc:docMk/>
            <pc:sldMk cId="4055311837" sldId="261"/>
            <ac:spMk id="30" creationId="{21930734-2D68-2DF0-BFAD-F9C865EEBDFE}"/>
          </ac:spMkLst>
        </pc:spChg>
        <pc:spChg chg="add mod">
          <ac:chgData name="Phyo Thaw" userId="16eb5ffc8e637809" providerId="LiveId" clId="{297C8A2B-5CF5-4B01-A5AD-C37A4993D11E}" dt="2025-04-11T02:52:24.095" v="309" actId="1076"/>
          <ac:spMkLst>
            <pc:docMk/>
            <pc:sldMk cId="4055311837" sldId="261"/>
            <ac:spMk id="31" creationId="{9C1029FC-5F38-9A7E-58C5-78DD006BB95B}"/>
          </ac:spMkLst>
        </pc:spChg>
        <pc:spChg chg="add mod">
          <ac:chgData name="Phyo Thaw" userId="16eb5ffc8e637809" providerId="LiveId" clId="{297C8A2B-5CF5-4B01-A5AD-C37A4993D11E}" dt="2025-04-11T03:43:46.399" v="771" actId="404"/>
          <ac:spMkLst>
            <pc:docMk/>
            <pc:sldMk cId="4055311837" sldId="261"/>
            <ac:spMk id="32" creationId="{5C5FA906-A7EA-602A-5F31-61C0E20B0A3F}"/>
          </ac:spMkLst>
        </pc:spChg>
        <pc:spChg chg="add mod">
          <ac:chgData name="Phyo Thaw" userId="16eb5ffc8e637809" providerId="LiveId" clId="{297C8A2B-5CF5-4B01-A5AD-C37A4993D11E}" dt="2025-04-11T03:43:43.516" v="770" actId="404"/>
          <ac:spMkLst>
            <pc:docMk/>
            <pc:sldMk cId="4055311837" sldId="261"/>
            <ac:spMk id="34" creationId="{9CE2A7A6-82FE-D6D6-B586-2E2117EB2148}"/>
          </ac:spMkLst>
        </pc:spChg>
        <pc:spChg chg="add mod">
          <ac:chgData name="Phyo Thaw" userId="16eb5ffc8e637809" providerId="LiveId" clId="{297C8A2B-5CF5-4B01-A5AD-C37A4993D11E}" dt="2025-04-11T04:39:17.021" v="1764" actId="403"/>
          <ac:spMkLst>
            <pc:docMk/>
            <pc:sldMk cId="4055311837" sldId="261"/>
            <ac:spMk id="36" creationId="{8C30C907-E0BE-3CE1-FECB-8504EDED574C}"/>
          </ac:spMkLst>
        </pc:spChg>
        <pc:spChg chg="add mod">
          <ac:chgData name="Phyo Thaw" userId="16eb5ffc8e637809" providerId="LiveId" clId="{297C8A2B-5CF5-4B01-A5AD-C37A4993D11E}" dt="2025-04-11T03:52:14.854" v="972" actId="20577"/>
          <ac:spMkLst>
            <pc:docMk/>
            <pc:sldMk cId="4055311837" sldId="261"/>
            <ac:spMk id="37" creationId="{E103CFB1-9D82-B224-6BC2-420EEF813B5D}"/>
          </ac:spMkLst>
        </pc:spChg>
        <pc:spChg chg="add mod">
          <ac:chgData name="Phyo Thaw" userId="16eb5ffc8e637809" providerId="LiveId" clId="{297C8A2B-5CF5-4B01-A5AD-C37A4993D11E}" dt="2025-04-11T03:52:42.549" v="982" actId="20577"/>
          <ac:spMkLst>
            <pc:docMk/>
            <pc:sldMk cId="4055311837" sldId="261"/>
            <ac:spMk id="38" creationId="{812BAF1F-ADAC-EA88-9886-41B1AB2939E5}"/>
          </ac:spMkLst>
        </pc:spChg>
        <pc:graphicFrameChg chg="del">
          <ac:chgData name="Phyo Thaw" userId="16eb5ffc8e637809" providerId="LiveId" clId="{297C8A2B-5CF5-4B01-A5AD-C37A4993D11E}" dt="2025-04-11T01:12:34.493" v="27" actId="478"/>
          <ac:graphicFrameMkLst>
            <pc:docMk/>
            <pc:sldMk cId="4055311837" sldId="261"/>
            <ac:graphicFrameMk id="7" creationId="{ABADC8EF-CABC-277E-7FCA-88F1C8439C8D}"/>
          </ac:graphicFrameMkLst>
        </pc:graphicFrameChg>
        <pc:graphicFrameChg chg="add mod modGraphic">
          <ac:chgData name="Phyo Thaw" userId="16eb5ffc8e637809" providerId="LiveId" clId="{297C8A2B-5CF5-4B01-A5AD-C37A4993D11E}" dt="2025-04-11T04:07:50.246" v="1341" actId="15174"/>
          <ac:graphicFrameMkLst>
            <pc:docMk/>
            <pc:sldMk cId="4055311837" sldId="261"/>
            <ac:graphicFrameMk id="35" creationId="{82A95439-9920-72B1-176A-D8AA3C0F9C3B}"/>
          </ac:graphicFrameMkLst>
        </pc:graphicFrameChg>
        <pc:picChg chg="add mod">
          <ac:chgData name="Phyo Thaw" userId="16eb5ffc8e637809" providerId="LiveId" clId="{297C8A2B-5CF5-4B01-A5AD-C37A4993D11E}" dt="2025-04-11T03:39:39.967" v="660" actId="1076"/>
          <ac:picMkLst>
            <pc:docMk/>
            <pc:sldMk cId="4055311837" sldId="261"/>
            <ac:picMk id="33" creationId="{A0E2482E-1D1A-BB7B-C25C-F222537FD8A4}"/>
          </ac:picMkLst>
        </pc:picChg>
        <pc:picChg chg="add mod">
          <ac:chgData name="Phyo Thaw" userId="16eb5ffc8e637809" providerId="LiveId" clId="{297C8A2B-5CF5-4B01-A5AD-C37A4993D11E}" dt="2025-04-11T02:54:11.047" v="328" actId="1076"/>
          <ac:picMkLst>
            <pc:docMk/>
            <pc:sldMk cId="4055311837" sldId="261"/>
            <ac:picMk id="5122" creationId="{C643BF2F-1C07-D88C-D5EA-7CDC04769DAC}"/>
          </ac:picMkLst>
        </pc:picChg>
        <pc:picChg chg="add mod">
          <ac:chgData name="Phyo Thaw" userId="16eb5ffc8e637809" providerId="LiveId" clId="{297C8A2B-5CF5-4B01-A5AD-C37A4993D11E}" dt="2025-04-11T03:39:39.967" v="660" actId="1076"/>
          <ac:picMkLst>
            <pc:docMk/>
            <pc:sldMk cId="4055311837" sldId="261"/>
            <ac:picMk id="5124" creationId="{062EEB7A-1CFC-A902-134B-F185282711AF}"/>
          </ac:picMkLst>
        </pc:picChg>
        <pc:picChg chg="add mod">
          <ac:chgData name="Phyo Thaw" userId="16eb5ffc8e637809" providerId="LiveId" clId="{297C8A2B-5CF5-4B01-A5AD-C37A4993D11E}" dt="2025-04-11T03:39:39.967" v="660" actId="1076"/>
          <ac:picMkLst>
            <pc:docMk/>
            <pc:sldMk cId="4055311837" sldId="261"/>
            <ac:picMk id="5126" creationId="{30D2AE1D-ECCE-435D-430A-84C5FF73260A}"/>
          </ac:picMkLst>
        </pc:picChg>
        <pc:picChg chg="add mod">
          <ac:chgData name="Phyo Thaw" userId="16eb5ffc8e637809" providerId="LiveId" clId="{297C8A2B-5CF5-4B01-A5AD-C37A4993D11E}" dt="2025-04-11T03:39:39.967" v="660" actId="1076"/>
          <ac:picMkLst>
            <pc:docMk/>
            <pc:sldMk cId="4055311837" sldId="261"/>
            <ac:picMk id="5128" creationId="{EB56DBF3-99B7-6064-6F82-74190CC60378}"/>
          </ac:picMkLst>
        </pc:picChg>
      </pc:sldChg>
      <pc:sldChg chg="addSp delSp modSp add mod modAnim">
        <pc:chgData name="Phyo Thaw" userId="16eb5ffc8e637809" providerId="LiveId" clId="{297C8A2B-5CF5-4B01-A5AD-C37A4993D11E}" dt="2025-04-11T06:24:34.732" v="3383" actId="20577"/>
        <pc:sldMkLst>
          <pc:docMk/>
          <pc:sldMk cId="1377090451" sldId="262"/>
        </pc:sldMkLst>
        <pc:spChg chg="mod">
          <ac:chgData name="Phyo Thaw" userId="16eb5ffc8e637809" providerId="LiveId" clId="{297C8A2B-5CF5-4B01-A5AD-C37A4993D11E}" dt="2025-04-11T04:51:15.267" v="2025" actId="404"/>
          <ac:spMkLst>
            <pc:docMk/>
            <pc:sldMk cId="1377090451" sldId="262"/>
            <ac:spMk id="2" creationId="{9EB80EB9-A3C8-660A-EA6E-FA53C2B836B4}"/>
          </ac:spMkLst>
        </pc:spChg>
        <pc:spChg chg="add mod">
          <ac:chgData name="Phyo Thaw" userId="16eb5ffc8e637809" providerId="LiveId" clId="{297C8A2B-5CF5-4B01-A5AD-C37A4993D11E}" dt="2025-04-11T03:58:02.944" v="1032" actId="1076"/>
          <ac:spMkLst>
            <pc:docMk/>
            <pc:sldMk cId="1377090451" sldId="262"/>
            <ac:spMk id="4" creationId="{89D7B8AB-9B65-6A8A-1C15-26BD8F45619A}"/>
          </ac:spMkLst>
        </pc:spChg>
        <pc:spChg chg="mod">
          <ac:chgData name="Phyo Thaw" userId="16eb5ffc8e637809" providerId="LiveId" clId="{297C8A2B-5CF5-4B01-A5AD-C37A4993D11E}" dt="2025-04-11T04:13:23.541" v="1391"/>
          <ac:spMkLst>
            <pc:docMk/>
            <pc:sldMk cId="1377090451" sldId="262"/>
            <ac:spMk id="5" creationId="{96861EBE-03A3-FF0D-F701-C8E9B253FDB1}"/>
          </ac:spMkLst>
        </pc:spChg>
        <pc:spChg chg="mod">
          <ac:chgData name="Phyo Thaw" userId="16eb5ffc8e637809" providerId="LiveId" clId="{297C8A2B-5CF5-4B01-A5AD-C37A4993D11E}" dt="2025-04-11T04:13:26.852" v="1394"/>
          <ac:spMkLst>
            <pc:docMk/>
            <pc:sldMk cId="1377090451" sldId="262"/>
            <ac:spMk id="6" creationId="{20B201C8-E9C9-CD15-AA08-EEEEBB9D3471}"/>
          </ac:spMkLst>
        </pc:spChg>
        <pc:spChg chg="add mod">
          <ac:chgData name="Phyo Thaw" userId="16eb5ffc8e637809" providerId="LiveId" clId="{297C8A2B-5CF5-4B01-A5AD-C37A4993D11E}" dt="2025-04-11T04:10:24.133" v="1351" actId="1076"/>
          <ac:spMkLst>
            <pc:docMk/>
            <pc:sldMk cId="1377090451" sldId="262"/>
            <ac:spMk id="7" creationId="{8090421F-E209-3851-2E03-3F23C80A48D1}"/>
          </ac:spMkLst>
        </pc:spChg>
        <pc:spChg chg="mod">
          <ac:chgData name="Phyo Thaw" userId="16eb5ffc8e637809" providerId="LiveId" clId="{297C8A2B-5CF5-4B01-A5AD-C37A4993D11E}" dt="2025-04-11T04:13:27.472" v="1395"/>
          <ac:spMkLst>
            <pc:docMk/>
            <pc:sldMk cId="1377090451" sldId="262"/>
            <ac:spMk id="8" creationId="{56EA6C54-1DBB-7B30-D4C3-E6C80B9058F1}"/>
          </ac:spMkLst>
        </pc:spChg>
        <pc:spChg chg="mod">
          <ac:chgData name="Phyo Thaw" userId="16eb5ffc8e637809" providerId="LiveId" clId="{297C8A2B-5CF5-4B01-A5AD-C37A4993D11E}" dt="2025-04-11T04:13:28.063" v="1396"/>
          <ac:spMkLst>
            <pc:docMk/>
            <pc:sldMk cId="1377090451" sldId="262"/>
            <ac:spMk id="9" creationId="{D73574C5-2420-11C4-FA77-A0851A95D000}"/>
          </ac:spMkLst>
        </pc:spChg>
        <pc:spChg chg="mod">
          <ac:chgData name="Phyo Thaw" userId="16eb5ffc8e637809" providerId="LiveId" clId="{297C8A2B-5CF5-4B01-A5AD-C37A4993D11E}" dt="2025-04-11T04:13:28.643" v="1397"/>
          <ac:spMkLst>
            <pc:docMk/>
            <pc:sldMk cId="1377090451" sldId="262"/>
            <ac:spMk id="10" creationId="{44614054-142D-CD3A-BCC3-92D54FE693F6}"/>
          </ac:spMkLst>
        </pc:spChg>
        <pc:spChg chg="mod">
          <ac:chgData name="Phyo Thaw" userId="16eb5ffc8e637809" providerId="LiveId" clId="{297C8A2B-5CF5-4B01-A5AD-C37A4993D11E}" dt="2025-04-11T04:13:29.139" v="1398"/>
          <ac:spMkLst>
            <pc:docMk/>
            <pc:sldMk cId="1377090451" sldId="262"/>
            <ac:spMk id="11" creationId="{28819C0E-8CF4-F8CC-F3BD-35A4D6D4DF9C}"/>
          </ac:spMkLst>
        </pc:spChg>
        <pc:spChg chg="mod">
          <ac:chgData name="Phyo Thaw" userId="16eb5ffc8e637809" providerId="LiveId" clId="{297C8A2B-5CF5-4B01-A5AD-C37A4993D11E}" dt="2025-04-11T04:13:29.778" v="1399"/>
          <ac:spMkLst>
            <pc:docMk/>
            <pc:sldMk cId="1377090451" sldId="262"/>
            <ac:spMk id="12" creationId="{AE035340-730E-C034-D6F1-6616CF583A45}"/>
          </ac:spMkLst>
        </pc:spChg>
        <pc:spChg chg="mod">
          <ac:chgData name="Phyo Thaw" userId="16eb5ffc8e637809" providerId="LiveId" clId="{297C8A2B-5CF5-4B01-A5AD-C37A4993D11E}" dt="2025-04-11T04:13:30.265" v="1400"/>
          <ac:spMkLst>
            <pc:docMk/>
            <pc:sldMk cId="1377090451" sldId="262"/>
            <ac:spMk id="13" creationId="{0F693390-7696-30A9-FCA7-5CFE202E11A3}"/>
          </ac:spMkLst>
        </pc:spChg>
        <pc:spChg chg="mod">
          <ac:chgData name="Phyo Thaw" userId="16eb5ffc8e637809" providerId="LiveId" clId="{297C8A2B-5CF5-4B01-A5AD-C37A4993D11E}" dt="2025-04-11T04:13:30.700" v="1401"/>
          <ac:spMkLst>
            <pc:docMk/>
            <pc:sldMk cId="1377090451" sldId="262"/>
            <ac:spMk id="14" creationId="{BB988A99-F014-DB45-87E1-70CA727129A4}"/>
          </ac:spMkLst>
        </pc:spChg>
        <pc:spChg chg="mod">
          <ac:chgData name="Phyo Thaw" userId="16eb5ffc8e637809" providerId="LiveId" clId="{297C8A2B-5CF5-4B01-A5AD-C37A4993D11E}" dt="2025-04-11T04:10:35.250" v="1352" actId="1076"/>
          <ac:spMkLst>
            <pc:docMk/>
            <pc:sldMk cId="1377090451" sldId="262"/>
            <ac:spMk id="15" creationId="{25E9649C-6023-9A1A-5CCD-94DB8FC63AB1}"/>
          </ac:spMkLst>
        </pc:spChg>
        <pc:spChg chg="mod">
          <ac:chgData name="Phyo Thaw" userId="16eb5ffc8e637809" providerId="LiveId" clId="{297C8A2B-5CF5-4B01-A5AD-C37A4993D11E}" dt="2025-04-11T04:10:48.130" v="1354" actId="1076"/>
          <ac:spMkLst>
            <pc:docMk/>
            <pc:sldMk cId="1377090451" sldId="262"/>
            <ac:spMk id="16" creationId="{52CCEBAC-BE26-B44B-12F4-BDAFA209A75F}"/>
          </ac:spMkLst>
        </pc:spChg>
        <pc:spChg chg="add del mod">
          <ac:chgData name="Phyo Thaw" userId="16eb5ffc8e637809" providerId="LiveId" clId="{297C8A2B-5CF5-4B01-A5AD-C37A4993D11E}" dt="2025-04-11T03:57:40.173" v="1026" actId="478"/>
          <ac:spMkLst>
            <pc:docMk/>
            <pc:sldMk cId="1377090451" sldId="262"/>
            <ac:spMk id="17" creationId="{6A5CE3F1-9328-2B06-DE79-8134CFF67C1F}"/>
          </ac:spMkLst>
        </pc:spChg>
        <pc:spChg chg="add del mod">
          <ac:chgData name="Phyo Thaw" userId="16eb5ffc8e637809" providerId="LiveId" clId="{297C8A2B-5CF5-4B01-A5AD-C37A4993D11E}" dt="2025-04-11T04:01:28.745" v="1044"/>
          <ac:spMkLst>
            <pc:docMk/>
            <pc:sldMk cId="1377090451" sldId="262"/>
            <ac:spMk id="18" creationId="{C892C570-4D32-847D-DB68-C5EEC6F00F8F}"/>
          </ac:spMkLst>
        </pc:spChg>
        <pc:spChg chg="mod">
          <ac:chgData name="Phyo Thaw" userId="16eb5ffc8e637809" providerId="LiveId" clId="{297C8A2B-5CF5-4B01-A5AD-C37A4993D11E}" dt="2025-04-11T04:10:35.250" v="1352" actId="1076"/>
          <ac:spMkLst>
            <pc:docMk/>
            <pc:sldMk cId="1377090451" sldId="262"/>
            <ac:spMk id="19" creationId="{08C9108D-CB58-AA96-CA57-4CF600300FC7}"/>
          </ac:spMkLst>
        </pc:spChg>
        <pc:spChg chg="mod">
          <ac:chgData name="Phyo Thaw" userId="16eb5ffc8e637809" providerId="LiveId" clId="{297C8A2B-5CF5-4B01-A5AD-C37A4993D11E}" dt="2025-04-11T04:10:40.201" v="1353" actId="1076"/>
          <ac:spMkLst>
            <pc:docMk/>
            <pc:sldMk cId="1377090451" sldId="262"/>
            <ac:spMk id="20" creationId="{30CBFD3E-707F-36A5-E08A-040D935FEC80}"/>
          </ac:spMkLst>
        </pc:spChg>
        <pc:spChg chg="mod">
          <ac:chgData name="Phyo Thaw" userId="16eb5ffc8e637809" providerId="LiveId" clId="{297C8A2B-5CF5-4B01-A5AD-C37A4993D11E}" dt="2025-04-11T04:10:35.250" v="1352" actId="1076"/>
          <ac:spMkLst>
            <pc:docMk/>
            <pc:sldMk cId="1377090451" sldId="262"/>
            <ac:spMk id="21" creationId="{F5B9733C-4C4A-DA3E-2DFA-52BF4B3CBF6B}"/>
          </ac:spMkLst>
        </pc:spChg>
        <pc:spChg chg="mod">
          <ac:chgData name="Phyo Thaw" userId="16eb5ffc8e637809" providerId="LiveId" clId="{297C8A2B-5CF5-4B01-A5AD-C37A4993D11E}" dt="2025-04-11T04:10:35.250" v="1352" actId="1076"/>
          <ac:spMkLst>
            <pc:docMk/>
            <pc:sldMk cId="1377090451" sldId="262"/>
            <ac:spMk id="22" creationId="{4B64FB26-3082-BD60-407E-F4C31743EC98}"/>
          </ac:spMkLst>
        </pc:spChg>
        <pc:spChg chg="mod">
          <ac:chgData name="Phyo Thaw" userId="16eb5ffc8e637809" providerId="LiveId" clId="{297C8A2B-5CF5-4B01-A5AD-C37A4993D11E}" dt="2025-04-11T04:10:35.250" v="1352" actId="1076"/>
          <ac:spMkLst>
            <pc:docMk/>
            <pc:sldMk cId="1377090451" sldId="262"/>
            <ac:spMk id="23" creationId="{D97AA189-2CB0-3D24-9E34-B7BB949F0B50}"/>
          </ac:spMkLst>
        </pc:spChg>
        <pc:spChg chg="mod">
          <ac:chgData name="Phyo Thaw" userId="16eb5ffc8e637809" providerId="LiveId" clId="{297C8A2B-5CF5-4B01-A5AD-C37A4993D11E}" dt="2025-04-11T04:10:35.250" v="1352" actId="1076"/>
          <ac:spMkLst>
            <pc:docMk/>
            <pc:sldMk cId="1377090451" sldId="262"/>
            <ac:spMk id="24" creationId="{12BAA782-AD44-E739-8ECA-C08749FDE00C}"/>
          </ac:spMkLst>
        </pc:spChg>
        <pc:spChg chg="del">
          <ac:chgData name="Phyo Thaw" userId="16eb5ffc8e637809" providerId="LiveId" clId="{297C8A2B-5CF5-4B01-A5AD-C37A4993D11E}" dt="2025-04-11T03:20:22.046" v="559" actId="478"/>
          <ac:spMkLst>
            <pc:docMk/>
            <pc:sldMk cId="1377090451" sldId="262"/>
            <ac:spMk id="25" creationId="{DE419447-EB9C-3169-8959-2416898E08E2}"/>
          </ac:spMkLst>
        </pc:spChg>
        <pc:spChg chg="del">
          <ac:chgData name="Phyo Thaw" userId="16eb5ffc8e637809" providerId="LiveId" clId="{297C8A2B-5CF5-4B01-A5AD-C37A4993D11E}" dt="2025-04-11T03:20:22.046" v="559" actId="478"/>
          <ac:spMkLst>
            <pc:docMk/>
            <pc:sldMk cId="1377090451" sldId="262"/>
            <ac:spMk id="26" creationId="{A39780CB-0827-C5DA-62B9-6980E9A0B75B}"/>
          </ac:spMkLst>
        </pc:spChg>
        <pc:spChg chg="mod">
          <ac:chgData name="Phyo Thaw" userId="16eb5ffc8e637809" providerId="LiveId" clId="{297C8A2B-5CF5-4B01-A5AD-C37A4993D11E}" dt="2025-04-11T04:10:35.250" v="1352" actId="1076"/>
          <ac:spMkLst>
            <pc:docMk/>
            <pc:sldMk cId="1377090451" sldId="262"/>
            <ac:spMk id="27" creationId="{73E05278-DA6E-7809-3385-EAE06C577679}"/>
          </ac:spMkLst>
        </pc:spChg>
        <pc:spChg chg="mod">
          <ac:chgData name="Phyo Thaw" userId="16eb5ffc8e637809" providerId="LiveId" clId="{297C8A2B-5CF5-4B01-A5AD-C37A4993D11E}" dt="2025-04-11T04:10:35.250" v="1352" actId="1076"/>
          <ac:spMkLst>
            <pc:docMk/>
            <pc:sldMk cId="1377090451" sldId="262"/>
            <ac:spMk id="28" creationId="{0405380F-8746-CACF-F06F-F02669828237}"/>
          </ac:spMkLst>
        </pc:spChg>
        <pc:spChg chg="mod">
          <ac:chgData name="Phyo Thaw" userId="16eb5ffc8e637809" providerId="LiveId" clId="{297C8A2B-5CF5-4B01-A5AD-C37A4993D11E}" dt="2025-04-11T03:22:32.248" v="589" actId="1076"/>
          <ac:spMkLst>
            <pc:docMk/>
            <pc:sldMk cId="1377090451" sldId="262"/>
            <ac:spMk id="29" creationId="{49327954-9B5C-A41B-65B7-923B4FB0F27C}"/>
          </ac:spMkLst>
        </pc:spChg>
        <pc:spChg chg="mod ord">
          <ac:chgData name="Phyo Thaw" userId="16eb5ffc8e637809" providerId="LiveId" clId="{297C8A2B-5CF5-4B01-A5AD-C37A4993D11E}" dt="2025-04-11T04:13:32.228" v="1404"/>
          <ac:spMkLst>
            <pc:docMk/>
            <pc:sldMk cId="1377090451" sldId="262"/>
            <ac:spMk id="30" creationId="{2415C456-BEE3-59AF-D6AA-A2975B9D7DD9}"/>
          </ac:spMkLst>
        </pc:spChg>
        <pc:spChg chg="mod ord">
          <ac:chgData name="Phyo Thaw" userId="16eb5ffc8e637809" providerId="LiveId" clId="{297C8A2B-5CF5-4B01-A5AD-C37A4993D11E}" dt="2025-04-11T04:13:32.756" v="1405"/>
          <ac:spMkLst>
            <pc:docMk/>
            <pc:sldMk cId="1377090451" sldId="262"/>
            <ac:spMk id="31" creationId="{51B1C533-49CB-C9D1-7600-AEE2E9B82ED8}"/>
          </ac:spMkLst>
        </pc:spChg>
        <pc:spChg chg="del">
          <ac:chgData name="Phyo Thaw" userId="16eb5ffc8e637809" providerId="LiveId" clId="{297C8A2B-5CF5-4B01-A5AD-C37A4993D11E}" dt="2025-04-11T03:20:22.046" v="559" actId="478"/>
          <ac:spMkLst>
            <pc:docMk/>
            <pc:sldMk cId="1377090451" sldId="262"/>
            <ac:spMk id="32" creationId="{AE17DCFF-2208-D452-FA0C-82CDFA5563F7}"/>
          </ac:spMkLst>
        </pc:spChg>
        <pc:spChg chg="del">
          <ac:chgData name="Phyo Thaw" userId="16eb5ffc8e637809" providerId="LiveId" clId="{297C8A2B-5CF5-4B01-A5AD-C37A4993D11E}" dt="2025-04-11T03:20:22.046" v="559" actId="478"/>
          <ac:spMkLst>
            <pc:docMk/>
            <pc:sldMk cId="1377090451" sldId="262"/>
            <ac:spMk id="34" creationId="{A3E06700-D0E3-200D-CCC2-B98769E8F378}"/>
          </ac:spMkLst>
        </pc:spChg>
        <pc:spChg chg="add mod ord">
          <ac:chgData name="Phyo Thaw" userId="16eb5ffc8e637809" providerId="LiveId" clId="{297C8A2B-5CF5-4B01-A5AD-C37A4993D11E}" dt="2025-04-11T04:30:56.698" v="1712" actId="113"/>
          <ac:spMkLst>
            <pc:docMk/>
            <pc:sldMk cId="1377090451" sldId="262"/>
            <ac:spMk id="35" creationId="{E635F329-5022-960D-A9E3-888FC7D45E04}"/>
          </ac:spMkLst>
        </pc:spChg>
        <pc:spChg chg="add mod ord">
          <ac:chgData name="Phyo Thaw" userId="16eb5ffc8e637809" providerId="LiveId" clId="{297C8A2B-5CF5-4B01-A5AD-C37A4993D11E}" dt="2025-04-11T04:13:31.166" v="1402"/>
          <ac:spMkLst>
            <pc:docMk/>
            <pc:sldMk cId="1377090451" sldId="262"/>
            <ac:spMk id="37" creationId="{7078BA16-D6B8-283D-B1B6-21CA19796B2C}"/>
          </ac:spMkLst>
        </pc:spChg>
        <pc:spChg chg="add mod ord">
          <ac:chgData name="Phyo Thaw" userId="16eb5ffc8e637809" providerId="LiveId" clId="{297C8A2B-5CF5-4B01-A5AD-C37A4993D11E}" dt="2025-04-11T04:13:31.748" v="1403"/>
          <ac:spMkLst>
            <pc:docMk/>
            <pc:sldMk cId="1377090451" sldId="262"/>
            <ac:spMk id="38" creationId="{C1558119-971A-2DB8-1AD5-FAB232731C51}"/>
          </ac:spMkLst>
        </pc:spChg>
        <pc:spChg chg="add mod">
          <ac:chgData name="Phyo Thaw" userId="16eb5ffc8e637809" providerId="LiveId" clId="{297C8A2B-5CF5-4B01-A5AD-C37A4993D11E}" dt="2025-04-11T05:10:19.194" v="2247" actId="20577"/>
          <ac:spMkLst>
            <pc:docMk/>
            <pc:sldMk cId="1377090451" sldId="262"/>
            <ac:spMk id="39" creationId="{C4B5B27C-6931-A0E5-F7D0-23CB3CC8734B}"/>
          </ac:spMkLst>
        </pc:spChg>
        <pc:spChg chg="add mod">
          <ac:chgData name="Phyo Thaw" userId="16eb5ffc8e637809" providerId="LiveId" clId="{297C8A2B-5CF5-4B01-A5AD-C37A4993D11E}" dt="2025-04-11T04:32:04.536" v="1741" actId="207"/>
          <ac:spMkLst>
            <pc:docMk/>
            <pc:sldMk cId="1377090451" sldId="262"/>
            <ac:spMk id="40" creationId="{F1468797-8BBD-C995-1454-C9E3AFB07C11}"/>
          </ac:spMkLst>
        </pc:spChg>
        <pc:spChg chg="add mod">
          <ac:chgData name="Phyo Thaw" userId="16eb5ffc8e637809" providerId="LiveId" clId="{297C8A2B-5CF5-4B01-A5AD-C37A4993D11E}" dt="2025-04-11T05:12:41.624" v="2385" actId="1038"/>
          <ac:spMkLst>
            <pc:docMk/>
            <pc:sldMk cId="1377090451" sldId="262"/>
            <ac:spMk id="41" creationId="{03D10B2F-F9AA-0B50-CF60-7E840FD436C2}"/>
          </ac:spMkLst>
        </pc:spChg>
        <pc:grpChg chg="add mod">
          <ac:chgData name="Phyo Thaw" userId="16eb5ffc8e637809" providerId="LiveId" clId="{297C8A2B-5CF5-4B01-A5AD-C37A4993D11E}" dt="2025-04-11T04:10:24.133" v="1351" actId="1076"/>
          <ac:grpSpMkLst>
            <pc:docMk/>
            <pc:sldMk cId="1377090451" sldId="262"/>
            <ac:grpSpMk id="36" creationId="{38EA8E6A-0077-ECD6-2773-7BFFC2257C11}"/>
          </ac:grpSpMkLst>
        </pc:grpChg>
        <pc:graphicFrameChg chg="add mod modGraphic">
          <ac:chgData name="Phyo Thaw" userId="16eb5ffc8e637809" providerId="LiveId" clId="{297C8A2B-5CF5-4B01-A5AD-C37A4993D11E}" dt="2025-04-11T06:24:34.732" v="3383" actId="20577"/>
          <ac:graphicFrameMkLst>
            <pc:docMk/>
            <pc:sldMk cId="1377090451" sldId="262"/>
            <ac:graphicFrameMk id="3" creationId="{38A9408B-A273-CD1C-A71A-8C8C3AD894A5}"/>
          </ac:graphicFrameMkLst>
        </pc:graphicFrameChg>
        <pc:picChg chg="del">
          <ac:chgData name="Phyo Thaw" userId="16eb5ffc8e637809" providerId="LiveId" clId="{297C8A2B-5CF5-4B01-A5AD-C37A4993D11E}" dt="2025-04-11T03:20:22.046" v="559" actId="478"/>
          <ac:picMkLst>
            <pc:docMk/>
            <pc:sldMk cId="1377090451" sldId="262"/>
            <ac:picMk id="33" creationId="{387D4619-AEAD-2010-72B0-A307A533E9D6}"/>
          </ac:picMkLst>
        </pc:picChg>
        <pc:picChg chg="mod">
          <ac:chgData name="Phyo Thaw" userId="16eb5ffc8e637809" providerId="LiveId" clId="{297C8A2B-5CF5-4B01-A5AD-C37A4993D11E}" dt="2025-04-11T04:17:52.692" v="1438" actId="732"/>
          <ac:picMkLst>
            <pc:docMk/>
            <pc:sldMk cId="1377090451" sldId="262"/>
            <ac:picMk id="5122" creationId="{2228C760-A421-FB9A-EC28-F813D9FC9E26}"/>
          </ac:picMkLst>
        </pc:picChg>
        <pc:picChg chg="del">
          <ac:chgData name="Phyo Thaw" userId="16eb5ffc8e637809" providerId="LiveId" clId="{297C8A2B-5CF5-4B01-A5AD-C37A4993D11E}" dt="2025-04-11T03:20:22.046" v="559" actId="478"/>
          <ac:picMkLst>
            <pc:docMk/>
            <pc:sldMk cId="1377090451" sldId="262"/>
            <ac:picMk id="5124" creationId="{141F3381-6B10-FD05-8C12-1DF0E5235169}"/>
          </ac:picMkLst>
        </pc:picChg>
        <pc:picChg chg="del">
          <ac:chgData name="Phyo Thaw" userId="16eb5ffc8e637809" providerId="LiveId" clId="{297C8A2B-5CF5-4B01-A5AD-C37A4993D11E}" dt="2025-04-11T03:20:22.046" v="559" actId="478"/>
          <ac:picMkLst>
            <pc:docMk/>
            <pc:sldMk cId="1377090451" sldId="262"/>
            <ac:picMk id="5126" creationId="{DBA6A2CA-A8F2-012A-8AC8-6E208F8372A1}"/>
          </ac:picMkLst>
        </pc:picChg>
        <pc:picChg chg="del">
          <ac:chgData name="Phyo Thaw" userId="16eb5ffc8e637809" providerId="LiveId" clId="{297C8A2B-5CF5-4B01-A5AD-C37A4993D11E}" dt="2025-04-11T03:20:22.046" v="559" actId="478"/>
          <ac:picMkLst>
            <pc:docMk/>
            <pc:sldMk cId="1377090451" sldId="262"/>
            <ac:picMk id="5128" creationId="{8AB0F56F-24BB-8764-5932-6D4AC85DC34D}"/>
          </ac:picMkLst>
        </pc:picChg>
        <pc:picChg chg="add del mod">
          <ac:chgData name="Phyo Thaw" userId="16eb5ffc8e637809" providerId="LiveId" clId="{297C8A2B-5CF5-4B01-A5AD-C37A4993D11E}" dt="2025-04-11T04:07:07.988" v="1332" actId="478"/>
          <ac:picMkLst>
            <pc:docMk/>
            <pc:sldMk cId="1377090451" sldId="262"/>
            <ac:picMk id="6146" creationId="{A58D3F6B-BA2D-02A1-76A5-866B4AAC7E03}"/>
          </ac:picMkLst>
        </pc:picChg>
        <pc:picChg chg="add mod">
          <ac:chgData name="Phyo Thaw" userId="16eb5ffc8e637809" providerId="LiveId" clId="{297C8A2B-5CF5-4B01-A5AD-C37A4993D11E}" dt="2025-04-11T04:10:24.133" v="1351" actId="1076"/>
          <ac:picMkLst>
            <pc:docMk/>
            <pc:sldMk cId="1377090451" sldId="262"/>
            <ac:picMk id="6148" creationId="{35DF4A64-6298-B1B7-C981-8462A87F057A}"/>
          </ac:picMkLst>
        </pc:picChg>
      </pc:sldChg>
      <pc:sldChg chg="add del setBg">
        <pc:chgData name="Phyo Thaw" userId="16eb5ffc8e637809" providerId="LiveId" clId="{297C8A2B-5CF5-4B01-A5AD-C37A4993D11E}" dt="2025-04-11T03:20:08.128" v="557"/>
        <pc:sldMkLst>
          <pc:docMk/>
          <pc:sldMk cId="2888480249" sldId="262"/>
        </pc:sldMkLst>
      </pc:sldChg>
      <pc:sldChg chg="addSp delSp modSp add del mod ord setBg setClrOvrMap">
        <pc:chgData name="Phyo Thaw" userId="16eb5ffc8e637809" providerId="LiveId" clId="{297C8A2B-5CF5-4B01-A5AD-C37A4993D11E}" dt="2025-04-11T05:03:53.582" v="2153" actId="47"/>
        <pc:sldMkLst>
          <pc:docMk/>
          <pc:sldMk cId="1824734412" sldId="263"/>
        </pc:sldMkLst>
        <pc:spChg chg="mod">
          <ac:chgData name="Phyo Thaw" userId="16eb5ffc8e637809" providerId="LiveId" clId="{297C8A2B-5CF5-4B01-A5AD-C37A4993D11E}" dt="2025-04-11T05:03:29.451" v="2125" actId="26606"/>
          <ac:spMkLst>
            <pc:docMk/>
            <pc:sldMk cId="1824734412" sldId="263"/>
            <ac:spMk id="2" creationId="{68766900-2DC7-9A12-A7F6-BD90CCBE72F9}"/>
          </ac:spMkLst>
        </pc:spChg>
        <pc:spChg chg="del">
          <ac:chgData name="Phyo Thaw" userId="16eb5ffc8e637809" providerId="LiveId" clId="{297C8A2B-5CF5-4B01-A5AD-C37A4993D11E}" dt="2025-04-11T05:01:58.201" v="2082" actId="26606"/>
          <ac:spMkLst>
            <pc:docMk/>
            <pc:sldMk cId="1824734412" sldId="263"/>
            <ac:spMk id="36" creationId="{63655C85-8B77-732A-8168-ADF9BD48F20B}"/>
          </ac:spMkLst>
        </pc:spChg>
        <pc:spChg chg="add del">
          <ac:chgData name="Phyo Thaw" userId="16eb5ffc8e637809" providerId="LiveId" clId="{297C8A2B-5CF5-4B01-A5AD-C37A4993D11E}" dt="2025-04-11T05:02:47.544" v="2101" actId="26606"/>
          <ac:spMkLst>
            <pc:docMk/>
            <pc:sldMk cId="1824734412" sldId="263"/>
            <ac:spMk id="47" creationId="{B40FCD49-2060-48B9-8212-8A5F1DF4726F}"/>
          </ac:spMkLst>
        </pc:spChg>
        <pc:spChg chg="add del">
          <ac:chgData name="Phyo Thaw" userId="16eb5ffc8e637809" providerId="LiveId" clId="{297C8A2B-5CF5-4B01-A5AD-C37A4993D11E}" dt="2025-04-11T05:02:41.386" v="2098" actId="26606"/>
          <ac:spMkLst>
            <pc:docMk/>
            <pc:sldMk cId="1824734412" sldId="263"/>
            <ac:spMk id="60" creationId="{4E50CAEE-CAC0-4F18-9593-F09A3338C1A8}"/>
          </ac:spMkLst>
        </pc:spChg>
        <pc:spChg chg="add del">
          <ac:chgData name="Phyo Thaw" userId="16eb5ffc8e637809" providerId="LiveId" clId="{297C8A2B-5CF5-4B01-A5AD-C37A4993D11E}" dt="2025-04-11T05:02:47.461" v="2100" actId="26606"/>
          <ac:spMkLst>
            <pc:docMk/>
            <pc:sldMk cId="1824734412" sldId="263"/>
            <ac:spMk id="72" creationId="{37CCBFA6-32E5-4FFD-A52A-9EA1CBF9D49D}"/>
          </ac:spMkLst>
        </pc:spChg>
        <pc:spChg chg="add del">
          <ac:chgData name="Phyo Thaw" userId="16eb5ffc8e637809" providerId="LiveId" clId="{297C8A2B-5CF5-4B01-A5AD-C37A4993D11E}" dt="2025-04-11T05:02:47.461" v="2100" actId="26606"/>
          <ac:spMkLst>
            <pc:docMk/>
            <pc:sldMk cId="1824734412" sldId="263"/>
            <ac:spMk id="74" creationId="{88C8491E-818C-4AE7-BBAA-80BE32FD99EB}"/>
          </ac:spMkLst>
        </pc:spChg>
        <pc:spChg chg="add del">
          <ac:chgData name="Phyo Thaw" userId="16eb5ffc8e637809" providerId="LiveId" clId="{297C8A2B-5CF5-4B01-A5AD-C37A4993D11E}" dt="2025-04-11T05:03:29.451" v="2125" actId="26606"/>
          <ac:spMkLst>
            <pc:docMk/>
            <pc:sldMk cId="1824734412" sldId="263"/>
            <ac:spMk id="78" creationId="{864672EB-02A8-48AB-BCFB-00B78DBA6A1E}"/>
          </ac:spMkLst>
        </pc:spChg>
        <pc:spChg chg="add del">
          <ac:chgData name="Phyo Thaw" userId="16eb5ffc8e637809" providerId="LiveId" clId="{297C8A2B-5CF5-4B01-A5AD-C37A4993D11E}" dt="2025-04-11T05:03:29.451" v="2125" actId="26606"/>
          <ac:spMkLst>
            <pc:docMk/>
            <pc:sldMk cId="1824734412" sldId="263"/>
            <ac:spMk id="79" creationId="{7255A803-13A1-44E9-ACA9-889A5CC39BB5}"/>
          </ac:spMkLst>
        </pc:spChg>
        <pc:spChg chg="add del">
          <ac:chgData name="Phyo Thaw" userId="16eb5ffc8e637809" providerId="LiveId" clId="{297C8A2B-5CF5-4B01-A5AD-C37A4993D11E}" dt="2025-04-11T05:03:29.451" v="2125" actId="26606"/>
          <ac:spMkLst>
            <pc:docMk/>
            <pc:sldMk cId="1824734412" sldId="263"/>
            <ac:spMk id="80" creationId="{BC82C52F-0333-430E-AF00-FA48A518A1A5}"/>
          </ac:spMkLst>
        </pc:spChg>
        <pc:spChg chg="add del">
          <ac:chgData name="Phyo Thaw" userId="16eb5ffc8e637809" providerId="LiveId" clId="{297C8A2B-5CF5-4B01-A5AD-C37A4993D11E}" dt="2025-04-11T05:03:29.410" v="2124" actId="26606"/>
          <ac:spMkLst>
            <pc:docMk/>
            <pc:sldMk cId="1824734412" sldId="263"/>
            <ac:spMk id="93" creationId="{7B6FBACC-399D-45DD-933F-127688C092C1}"/>
          </ac:spMkLst>
        </pc:spChg>
        <pc:spChg chg="add">
          <ac:chgData name="Phyo Thaw" userId="16eb5ffc8e637809" providerId="LiveId" clId="{297C8A2B-5CF5-4B01-A5AD-C37A4993D11E}" dt="2025-04-11T05:03:29.451" v="2125" actId="26606"/>
          <ac:spMkLst>
            <pc:docMk/>
            <pc:sldMk cId="1824734412" sldId="263"/>
            <ac:spMk id="97" creationId="{A4921F60-5118-4274-90FB-B9934DC833E8}"/>
          </ac:spMkLst>
        </pc:spChg>
        <pc:picChg chg="del mod">
          <ac:chgData name="Phyo Thaw" userId="16eb5ffc8e637809" providerId="LiveId" clId="{297C8A2B-5CF5-4B01-A5AD-C37A4993D11E}" dt="2025-04-11T05:02:07.151" v="2083" actId="478"/>
          <ac:picMkLst>
            <pc:docMk/>
            <pc:sldMk cId="1824734412" sldId="263"/>
            <ac:picMk id="5" creationId="{AF9721E8-DB90-AACA-2238-F2A2B1AE34CF}"/>
          </ac:picMkLst>
        </pc:picChg>
        <pc:picChg chg="del">
          <ac:chgData name="Phyo Thaw" userId="16eb5ffc8e637809" providerId="LiveId" clId="{297C8A2B-5CF5-4B01-A5AD-C37A4993D11E}" dt="2025-04-11T05:01:58.201" v="2082" actId="26606"/>
          <ac:picMkLst>
            <pc:docMk/>
            <pc:sldMk cId="1824734412" sldId="263"/>
            <ac:picMk id="32" creationId="{9A3E52DE-B21B-D70C-DD12-56DF7D42CB81}"/>
          </ac:picMkLst>
        </pc:picChg>
        <pc:picChg chg="del">
          <ac:chgData name="Phyo Thaw" userId="16eb5ffc8e637809" providerId="LiveId" clId="{297C8A2B-5CF5-4B01-A5AD-C37A4993D11E}" dt="2025-04-11T05:01:58.201" v="2082" actId="26606"/>
          <ac:picMkLst>
            <pc:docMk/>
            <pc:sldMk cId="1824734412" sldId="263"/>
            <ac:picMk id="34" creationId="{27BF3F43-E8F2-CC1A-EEA1-AF723CDA9359}"/>
          </ac:picMkLst>
        </pc:picChg>
        <pc:picChg chg="del">
          <ac:chgData name="Phyo Thaw" userId="16eb5ffc8e637809" providerId="LiveId" clId="{297C8A2B-5CF5-4B01-A5AD-C37A4993D11E}" dt="2025-04-11T05:01:58.201" v="2082" actId="26606"/>
          <ac:picMkLst>
            <pc:docMk/>
            <pc:sldMk cId="1824734412" sldId="263"/>
            <ac:picMk id="38" creationId="{3D453F01-E00A-6EB2-33E2-6DC93A4A2D1A}"/>
          </ac:picMkLst>
        </pc:picChg>
        <pc:picChg chg="add del">
          <ac:chgData name="Phyo Thaw" userId="16eb5ffc8e637809" providerId="LiveId" clId="{297C8A2B-5CF5-4B01-A5AD-C37A4993D11E}" dt="2025-04-11T05:02:47.461" v="2100" actId="26606"/>
          <ac:picMkLst>
            <pc:docMk/>
            <pc:sldMk cId="1824734412" sldId="263"/>
            <ac:picMk id="43" creationId="{22790EC5-ACA7-4536-8066-B60199F3C6DF}"/>
          </ac:picMkLst>
        </pc:picChg>
        <pc:picChg chg="add del">
          <ac:chgData name="Phyo Thaw" userId="16eb5ffc8e637809" providerId="LiveId" clId="{297C8A2B-5CF5-4B01-A5AD-C37A4993D11E}" dt="2025-04-11T05:02:47.461" v="2100" actId="26606"/>
          <ac:picMkLst>
            <pc:docMk/>
            <pc:sldMk cId="1824734412" sldId="263"/>
            <ac:picMk id="45" creationId="{CAD20AEA-7CAF-4A83-BE2E-EAF010B8B7FC}"/>
          </ac:picMkLst>
        </pc:picChg>
        <pc:picChg chg="add del">
          <ac:chgData name="Phyo Thaw" userId="16eb5ffc8e637809" providerId="LiveId" clId="{297C8A2B-5CF5-4B01-A5AD-C37A4993D11E}" dt="2025-04-11T05:02:47.461" v="2100" actId="26606"/>
          <ac:picMkLst>
            <pc:docMk/>
            <pc:sldMk cId="1824734412" sldId="263"/>
            <ac:picMk id="49" creationId="{DA70F40A-D18F-4F05-A106-6D2CB24DC79A}"/>
          </ac:picMkLst>
        </pc:picChg>
        <pc:picChg chg="add del">
          <ac:chgData name="Phyo Thaw" userId="16eb5ffc8e637809" providerId="LiveId" clId="{297C8A2B-5CF5-4B01-A5AD-C37A4993D11E}" dt="2025-04-11T05:02:47.544" v="2101" actId="26606"/>
          <ac:picMkLst>
            <pc:docMk/>
            <pc:sldMk cId="1824734412" sldId="263"/>
            <ac:picMk id="51" creationId="{83A45DCD-B5FB-4A86-88D2-91088C7FFC5F}"/>
          </ac:picMkLst>
        </pc:picChg>
        <pc:picChg chg="add del">
          <ac:chgData name="Phyo Thaw" userId="16eb5ffc8e637809" providerId="LiveId" clId="{297C8A2B-5CF5-4B01-A5AD-C37A4993D11E}" dt="2025-04-11T05:02:41.386" v="2098" actId="26606"/>
          <ac:picMkLst>
            <pc:docMk/>
            <pc:sldMk cId="1824734412" sldId="263"/>
            <ac:picMk id="56" creationId="{9A0F0AC6-A89F-416B-9FA4-48E664065E73}"/>
          </ac:picMkLst>
        </pc:picChg>
        <pc:picChg chg="add del">
          <ac:chgData name="Phyo Thaw" userId="16eb5ffc8e637809" providerId="LiveId" clId="{297C8A2B-5CF5-4B01-A5AD-C37A4993D11E}" dt="2025-04-11T05:02:41.386" v="2098" actId="26606"/>
          <ac:picMkLst>
            <pc:docMk/>
            <pc:sldMk cId="1824734412" sldId="263"/>
            <ac:picMk id="58" creationId="{C31AA009-40AD-4098-8AE7-680CA35C6EAA}"/>
          </ac:picMkLst>
        </pc:picChg>
        <pc:picChg chg="add">
          <ac:chgData name="Phyo Thaw" userId="16eb5ffc8e637809" providerId="LiveId" clId="{297C8A2B-5CF5-4B01-A5AD-C37A4993D11E}" dt="2025-04-11T05:02:35.620" v="2097" actId="26606"/>
          <ac:picMkLst>
            <pc:docMk/>
            <pc:sldMk cId="1824734412" sldId="263"/>
            <ac:picMk id="62" creationId="{D2DA77D5-12C4-446D-AC72-A514960A553E}"/>
          </ac:picMkLst>
        </pc:picChg>
        <pc:picChg chg="add del">
          <ac:chgData name="Phyo Thaw" userId="16eb5ffc8e637809" providerId="LiveId" clId="{297C8A2B-5CF5-4B01-A5AD-C37A4993D11E}" dt="2025-04-11T05:02:41.386" v="2098" actId="26606"/>
          <ac:picMkLst>
            <pc:docMk/>
            <pc:sldMk cId="1824734412" sldId="263"/>
            <ac:picMk id="64" creationId="{19E04E4F-6B32-4651-ACE0-DACABF1FC254}"/>
          </ac:picMkLst>
        </pc:picChg>
        <pc:picChg chg="del">
          <ac:chgData name="Phyo Thaw" userId="16eb5ffc8e637809" providerId="LiveId" clId="{297C8A2B-5CF5-4B01-A5AD-C37A4993D11E}" dt="2025-04-11T05:02:41.386" v="2098" actId="26606"/>
          <ac:picMkLst>
            <pc:docMk/>
            <pc:sldMk cId="1824734412" sldId="263"/>
            <ac:picMk id="66" creationId="{13D4F2B0-7771-46FC-9763-240E8F55F14D}"/>
          </ac:picMkLst>
        </pc:picChg>
        <pc:picChg chg="add del">
          <ac:chgData name="Phyo Thaw" userId="16eb5ffc8e637809" providerId="LiveId" clId="{297C8A2B-5CF5-4B01-A5AD-C37A4993D11E}" dt="2025-04-11T05:02:41.386" v="2098" actId="26606"/>
          <ac:picMkLst>
            <pc:docMk/>
            <pc:sldMk cId="1824734412" sldId="263"/>
            <ac:picMk id="68" creationId="{6164F387-6750-4AFF-8A10-65C64D31ECA3}"/>
          </ac:picMkLst>
        </pc:picChg>
        <pc:picChg chg="add del">
          <ac:chgData name="Phyo Thaw" userId="16eb5ffc8e637809" providerId="LiveId" clId="{297C8A2B-5CF5-4B01-A5AD-C37A4993D11E}" dt="2025-04-11T05:02:47.461" v="2100" actId="26606"/>
          <ac:picMkLst>
            <pc:docMk/>
            <pc:sldMk cId="1824734412" sldId="263"/>
            <ac:picMk id="70" creationId="{9A0F0AC6-A89F-416B-9FA4-48E664065E73}"/>
          </ac:picMkLst>
        </pc:picChg>
        <pc:picChg chg="add del">
          <ac:chgData name="Phyo Thaw" userId="16eb5ffc8e637809" providerId="LiveId" clId="{297C8A2B-5CF5-4B01-A5AD-C37A4993D11E}" dt="2025-04-11T05:02:47.461" v="2100" actId="26606"/>
          <ac:picMkLst>
            <pc:docMk/>
            <pc:sldMk cId="1824734412" sldId="263"/>
            <ac:picMk id="71" creationId="{C31AA009-40AD-4098-8AE7-680CA35C6EAA}"/>
          </ac:picMkLst>
        </pc:picChg>
        <pc:picChg chg="add del">
          <ac:chgData name="Phyo Thaw" userId="16eb5ffc8e637809" providerId="LiveId" clId="{297C8A2B-5CF5-4B01-A5AD-C37A4993D11E}" dt="2025-04-11T05:02:47.461" v="2100" actId="26606"/>
          <ac:picMkLst>
            <pc:docMk/>
            <pc:sldMk cId="1824734412" sldId="263"/>
            <ac:picMk id="73" creationId="{8B3A8DA3-6E81-4BA8-A084-FE4E32A32BB6}"/>
          </ac:picMkLst>
        </pc:picChg>
        <pc:picChg chg="add del">
          <ac:chgData name="Phyo Thaw" userId="16eb5ffc8e637809" providerId="LiveId" clId="{297C8A2B-5CF5-4B01-A5AD-C37A4993D11E}" dt="2025-04-11T05:03:29.451" v="2125" actId="26606"/>
          <ac:picMkLst>
            <pc:docMk/>
            <pc:sldMk cId="1824734412" sldId="263"/>
            <ac:picMk id="76" creationId="{9A0F0AC6-A89F-416B-9FA4-48E664065E73}"/>
          </ac:picMkLst>
        </pc:picChg>
        <pc:picChg chg="add del">
          <ac:chgData name="Phyo Thaw" userId="16eb5ffc8e637809" providerId="LiveId" clId="{297C8A2B-5CF5-4B01-A5AD-C37A4993D11E}" dt="2025-04-11T05:03:27.221" v="2123" actId="26606"/>
          <ac:picMkLst>
            <pc:docMk/>
            <pc:sldMk cId="1824734412" sldId="263"/>
            <ac:picMk id="77" creationId="{C31AA009-40AD-4098-8AE7-680CA35C6EAA}"/>
          </ac:picMkLst>
        </pc:picChg>
        <pc:picChg chg="add del">
          <ac:chgData name="Phyo Thaw" userId="16eb5ffc8e637809" providerId="LiveId" clId="{297C8A2B-5CF5-4B01-A5AD-C37A4993D11E}" dt="2025-04-11T05:03:29.451" v="2125" actId="26606"/>
          <ac:picMkLst>
            <pc:docMk/>
            <pc:sldMk cId="1824734412" sldId="263"/>
            <ac:picMk id="81" creationId="{BE9CCFFE-A385-4D35-8504-960F050EF7F8}"/>
          </ac:picMkLst>
        </pc:picChg>
        <pc:picChg chg="add del">
          <ac:chgData name="Phyo Thaw" userId="16eb5ffc8e637809" providerId="LiveId" clId="{297C8A2B-5CF5-4B01-A5AD-C37A4993D11E}" dt="2025-04-11T05:03:29.451" v="2125" actId="26606"/>
          <ac:picMkLst>
            <pc:docMk/>
            <pc:sldMk cId="1824734412" sldId="263"/>
            <ac:picMk id="82" creationId="{1AD41804-3572-46FD-8124-D3079B642712}"/>
          </ac:picMkLst>
        </pc:picChg>
        <pc:picChg chg="add">
          <ac:chgData name="Phyo Thaw" userId="16eb5ffc8e637809" providerId="LiveId" clId="{297C8A2B-5CF5-4B01-A5AD-C37A4993D11E}" dt="2025-04-11T05:02:47.544" v="2101" actId="26606"/>
          <ac:picMkLst>
            <pc:docMk/>
            <pc:sldMk cId="1824734412" sldId="263"/>
            <ac:picMk id="84" creationId="{2FA7483C-C90B-453F-AB53-60D8FDE6D3F6}"/>
          </ac:picMkLst>
        </pc:picChg>
        <pc:picChg chg="del">
          <ac:chgData name="Phyo Thaw" userId="16eb5ffc8e637809" providerId="LiveId" clId="{297C8A2B-5CF5-4B01-A5AD-C37A4993D11E}" dt="2025-04-11T05:03:29.410" v="2124" actId="26606"/>
          <ac:picMkLst>
            <pc:docMk/>
            <pc:sldMk cId="1824734412" sldId="263"/>
            <ac:picMk id="89" creationId="{9A0F0AC6-A89F-416B-9FA4-48E664065E73}"/>
          </ac:picMkLst>
        </pc:picChg>
        <pc:picChg chg="add del">
          <ac:chgData name="Phyo Thaw" userId="16eb5ffc8e637809" providerId="LiveId" clId="{297C8A2B-5CF5-4B01-A5AD-C37A4993D11E}" dt="2025-04-11T05:03:29.410" v="2124" actId="26606"/>
          <ac:picMkLst>
            <pc:docMk/>
            <pc:sldMk cId="1824734412" sldId="263"/>
            <ac:picMk id="91" creationId="{C31AA009-40AD-4098-8AE7-680CA35C6EAA}"/>
          </ac:picMkLst>
        </pc:picChg>
        <pc:picChg chg="add">
          <ac:chgData name="Phyo Thaw" userId="16eb5ffc8e637809" providerId="LiveId" clId="{297C8A2B-5CF5-4B01-A5AD-C37A4993D11E}" dt="2025-04-11T05:03:29.451" v="2125" actId="26606"/>
          <ac:picMkLst>
            <pc:docMk/>
            <pc:sldMk cId="1824734412" sldId="263"/>
            <ac:picMk id="95" creationId="{9A0F0AC6-A89F-416B-9FA4-48E664065E73}"/>
          </ac:picMkLst>
        </pc:picChg>
        <pc:picChg chg="add">
          <ac:chgData name="Phyo Thaw" userId="16eb5ffc8e637809" providerId="LiveId" clId="{297C8A2B-5CF5-4B01-A5AD-C37A4993D11E}" dt="2025-04-11T05:03:29.451" v="2125" actId="26606"/>
          <ac:picMkLst>
            <pc:docMk/>
            <pc:sldMk cId="1824734412" sldId="263"/>
            <ac:picMk id="96" creationId="{C31AA009-40AD-4098-8AE7-680CA35C6EAA}"/>
          </ac:picMkLst>
        </pc:picChg>
      </pc:sldChg>
      <pc:sldChg chg="addSp delSp modSp add mod ord setBg setClrOvrMap delDesignElem">
        <pc:chgData name="Phyo Thaw" userId="16eb5ffc8e637809" providerId="LiveId" clId="{297C8A2B-5CF5-4B01-A5AD-C37A4993D11E}" dt="2025-04-11T06:02:24.570" v="3220"/>
        <pc:sldMkLst>
          <pc:docMk/>
          <pc:sldMk cId="2365509727" sldId="264"/>
        </pc:sldMkLst>
        <pc:spChg chg="mod">
          <ac:chgData name="Phyo Thaw" userId="16eb5ffc8e637809" providerId="LiveId" clId="{297C8A2B-5CF5-4B01-A5AD-C37A4993D11E}" dt="2025-04-11T05:03:49.243" v="2152" actId="20577"/>
          <ac:spMkLst>
            <pc:docMk/>
            <pc:sldMk cId="2365509727" sldId="264"/>
            <ac:spMk id="2" creationId="{7AFDB5FF-3183-5C0C-B094-CA12404C89F5}"/>
          </ac:spMkLst>
        </pc:spChg>
        <pc:spChg chg="add del mod">
          <ac:chgData name="Phyo Thaw" userId="16eb5ffc8e637809" providerId="LiveId" clId="{297C8A2B-5CF5-4B01-A5AD-C37A4993D11E}" dt="2025-04-11T05:06:34.840" v="2157" actId="14826"/>
          <ac:spMkLst>
            <pc:docMk/>
            <pc:sldMk cId="2365509727" sldId="264"/>
            <ac:spMk id="3" creationId="{4E965A1C-3DED-0398-C1A1-F76B6E1D75AE}"/>
          </ac:spMkLst>
        </pc:spChg>
        <pc:spChg chg="add del">
          <ac:chgData name="Phyo Thaw" userId="16eb5ffc8e637809" providerId="LiveId" clId="{297C8A2B-5CF5-4B01-A5AD-C37A4993D11E}" dt="2025-04-11T05:06:51.256" v="2160" actId="26606"/>
          <ac:spMkLst>
            <pc:docMk/>
            <pc:sldMk cId="2365509727" sldId="264"/>
            <ac:spMk id="27" creationId="{33079140-43D1-718D-6109-1C626DDF4163}"/>
          </ac:spMkLst>
        </pc:spChg>
        <pc:spChg chg="add del">
          <ac:chgData name="Phyo Thaw" userId="16eb5ffc8e637809" providerId="LiveId" clId="{297C8A2B-5CF5-4B01-A5AD-C37A4993D11E}" dt="2025-04-11T05:06:51.194" v="2159" actId="26606"/>
          <ac:spMkLst>
            <pc:docMk/>
            <pc:sldMk cId="2365509727" sldId="264"/>
            <ac:spMk id="38" creationId="{B40FCD49-2060-48B9-8212-8A5F1DF4726F}"/>
          </ac:spMkLst>
        </pc:spChg>
        <pc:spChg chg="add del">
          <ac:chgData name="Phyo Thaw" userId="16eb5ffc8e637809" providerId="LiveId" clId="{297C8A2B-5CF5-4B01-A5AD-C37A4993D11E}" dt="2025-04-11T06:02:24.570" v="3220"/>
          <ac:spMkLst>
            <pc:docMk/>
            <pc:sldMk cId="2365509727" sldId="264"/>
            <ac:spMk id="46" creationId="{B40FCD49-2060-48B9-8212-8A5F1DF4726F}"/>
          </ac:spMkLst>
        </pc:spChg>
        <pc:picChg chg="add del">
          <ac:chgData name="Phyo Thaw" userId="16eb5ffc8e637809" providerId="LiveId" clId="{297C8A2B-5CF5-4B01-A5AD-C37A4993D11E}" dt="2025-04-11T05:06:51.256" v="2160" actId="26606"/>
          <ac:picMkLst>
            <pc:docMk/>
            <pc:sldMk cId="2365509727" sldId="264"/>
            <ac:picMk id="25" creationId="{F4DEE6D5-E112-0E72-621A-6C7FC96051A4}"/>
          </ac:picMkLst>
        </pc:picChg>
        <pc:picChg chg="add del">
          <ac:chgData name="Phyo Thaw" userId="16eb5ffc8e637809" providerId="LiveId" clId="{297C8A2B-5CF5-4B01-A5AD-C37A4993D11E}" dt="2025-04-11T05:06:51.256" v="2160" actId="26606"/>
          <ac:picMkLst>
            <pc:docMk/>
            <pc:sldMk cId="2365509727" sldId="264"/>
            <ac:picMk id="26" creationId="{7F9F84E8-533C-491C-5E14-5BD3E7368D1C}"/>
          </ac:picMkLst>
        </pc:picChg>
        <pc:picChg chg="add del mod">
          <ac:chgData name="Phyo Thaw" userId="16eb5ffc8e637809" providerId="LiveId" clId="{297C8A2B-5CF5-4B01-A5AD-C37A4993D11E}" dt="2025-04-11T05:07:59.235" v="2164"/>
          <ac:picMkLst>
            <pc:docMk/>
            <pc:sldMk cId="2365509727" sldId="264"/>
            <ac:picMk id="28" creationId="{D8C153A4-DFB7-1A83-FBCD-7047059F15F5}"/>
          </ac:picMkLst>
        </pc:picChg>
        <pc:picChg chg="add del">
          <ac:chgData name="Phyo Thaw" userId="16eb5ffc8e637809" providerId="LiveId" clId="{297C8A2B-5CF5-4B01-A5AD-C37A4993D11E}" dt="2025-04-11T05:06:51.256" v="2160" actId="26606"/>
          <ac:picMkLst>
            <pc:docMk/>
            <pc:sldMk cId="2365509727" sldId="264"/>
            <ac:picMk id="29" creationId="{DB7A1F2B-3712-DF1F-9802-49624421C350}"/>
          </ac:picMkLst>
        </pc:picChg>
        <pc:picChg chg="add del">
          <ac:chgData name="Phyo Thaw" userId="16eb5ffc8e637809" providerId="LiveId" clId="{297C8A2B-5CF5-4B01-A5AD-C37A4993D11E}" dt="2025-04-11T05:06:51.194" v="2159" actId="26606"/>
          <ac:picMkLst>
            <pc:docMk/>
            <pc:sldMk cId="2365509727" sldId="264"/>
            <ac:picMk id="34" creationId="{22790EC5-ACA7-4536-8066-B60199F3C6DF}"/>
          </ac:picMkLst>
        </pc:picChg>
        <pc:picChg chg="add del">
          <ac:chgData name="Phyo Thaw" userId="16eb5ffc8e637809" providerId="LiveId" clId="{297C8A2B-5CF5-4B01-A5AD-C37A4993D11E}" dt="2025-04-11T05:06:51.194" v="2159" actId="26606"/>
          <ac:picMkLst>
            <pc:docMk/>
            <pc:sldMk cId="2365509727" sldId="264"/>
            <ac:picMk id="36" creationId="{CAD20AEA-7CAF-4A83-BE2E-EAF010B8B7FC}"/>
          </ac:picMkLst>
        </pc:picChg>
        <pc:picChg chg="add del">
          <ac:chgData name="Phyo Thaw" userId="16eb5ffc8e637809" providerId="LiveId" clId="{297C8A2B-5CF5-4B01-A5AD-C37A4993D11E}" dt="2025-04-11T05:06:51.194" v="2159" actId="26606"/>
          <ac:picMkLst>
            <pc:docMk/>
            <pc:sldMk cId="2365509727" sldId="264"/>
            <ac:picMk id="40" creationId="{DA70F40A-D18F-4F05-A106-6D2CB24DC79A}"/>
          </ac:picMkLst>
        </pc:picChg>
        <pc:picChg chg="add del">
          <ac:chgData name="Phyo Thaw" userId="16eb5ffc8e637809" providerId="LiveId" clId="{297C8A2B-5CF5-4B01-A5AD-C37A4993D11E}" dt="2025-04-11T05:06:51.194" v="2159" actId="26606"/>
          <ac:picMkLst>
            <pc:docMk/>
            <pc:sldMk cId="2365509727" sldId="264"/>
            <ac:picMk id="42" creationId="{83A45DCD-B5FB-4A86-88D2-91088C7FFC5F}"/>
          </ac:picMkLst>
        </pc:picChg>
        <pc:picChg chg="add del">
          <ac:chgData name="Phyo Thaw" userId="16eb5ffc8e637809" providerId="LiveId" clId="{297C8A2B-5CF5-4B01-A5AD-C37A4993D11E}" dt="2025-04-11T06:02:24.570" v="3220"/>
          <ac:picMkLst>
            <pc:docMk/>
            <pc:sldMk cId="2365509727" sldId="264"/>
            <ac:picMk id="44" creationId="{22790EC5-ACA7-4536-8066-B60199F3C6DF}"/>
          </ac:picMkLst>
        </pc:picChg>
        <pc:picChg chg="add del">
          <ac:chgData name="Phyo Thaw" userId="16eb5ffc8e637809" providerId="LiveId" clId="{297C8A2B-5CF5-4B01-A5AD-C37A4993D11E}" dt="2025-04-11T06:02:24.570" v="3220"/>
          <ac:picMkLst>
            <pc:docMk/>
            <pc:sldMk cId="2365509727" sldId="264"/>
            <ac:picMk id="45" creationId="{CAD20AEA-7CAF-4A83-BE2E-EAF010B8B7FC}"/>
          </ac:picMkLst>
        </pc:picChg>
        <pc:picChg chg="add del">
          <ac:chgData name="Phyo Thaw" userId="16eb5ffc8e637809" providerId="LiveId" clId="{297C8A2B-5CF5-4B01-A5AD-C37A4993D11E}" dt="2025-04-11T06:02:24.570" v="3220"/>
          <ac:picMkLst>
            <pc:docMk/>
            <pc:sldMk cId="2365509727" sldId="264"/>
            <ac:picMk id="47" creationId="{83A45DCD-B5FB-4A86-88D2-91088C7FFC5F}"/>
          </ac:picMkLst>
        </pc:picChg>
      </pc:sldChg>
      <pc:sldChg chg="addSp delSp modSp add mod ord modAnim">
        <pc:chgData name="Phyo Thaw" userId="16eb5ffc8e637809" providerId="LiveId" clId="{297C8A2B-5CF5-4B01-A5AD-C37A4993D11E}" dt="2025-04-11T05:33:41.288" v="2664" actId="20577"/>
        <pc:sldMkLst>
          <pc:docMk/>
          <pc:sldMk cId="2481462756" sldId="265"/>
        </pc:sldMkLst>
        <pc:spChg chg="mod">
          <ac:chgData name="Phyo Thaw" userId="16eb5ffc8e637809" providerId="LiveId" clId="{297C8A2B-5CF5-4B01-A5AD-C37A4993D11E}" dt="2025-04-11T05:33:41.288" v="2664" actId="20577"/>
          <ac:spMkLst>
            <pc:docMk/>
            <pc:sldMk cId="2481462756" sldId="265"/>
            <ac:spMk id="2" creationId="{C0EB30B1-B6F0-3D8F-A277-6C7F98B62226}"/>
          </ac:spMkLst>
        </pc:spChg>
        <pc:spChg chg="del">
          <ac:chgData name="Phyo Thaw" userId="16eb5ffc8e637809" providerId="LiveId" clId="{297C8A2B-5CF5-4B01-A5AD-C37A4993D11E}" dt="2025-04-11T05:25:58.266" v="2446" actId="478"/>
          <ac:spMkLst>
            <pc:docMk/>
            <pc:sldMk cId="2481462756" sldId="265"/>
            <ac:spMk id="5" creationId="{E9EC204E-67A9-57E4-2376-F623E656A29B}"/>
          </ac:spMkLst>
        </pc:spChg>
        <pc:spChg chg="del">
          <ac:chgData name="Phyo Thaw" userId="16eb5ffc8e637809" providerId="LiveId" clId="{297C8A2B-5CF5-4B01-A5AD-C37A4993D11E}" dt="2025-04-11T05:25:58.266" v="2446" actId="478"/>
          <ac:spMkLst>
            <pc:docMk/>
            <pc:sldMk cId="2481462756" sldId="265"/>
            <ac:spMk id="9" creationId="{4896BFC3-844D-6745-E212-BF6D4F03994B}"/>
          </ac:spMkLst>
        </pc:spChg>
        <pc:spChg chg="del">
          <ac:chgData name="Phyo Thaw" userId="16eb5ffc8e637809" providerId="LiveId" clId="{297C8A2B-5CF5-4B01-A5AD-C37A4993D11E}" dt="2025-04-11T05:25:58.266" v="2446" actId="478"/>
          <ac:spMkLst>
            <pc:docMk/>
            <pc:sldMk cId="2481462756" sldId="265"/>
            <ac:spMk id="12" creationId="{C1F417B5-0581-87E7-8070-59213483CBD3}"/>
          </ac:spMkLst>
        </pc:spChg>
        <pc:spChg chg="del">
          <ac:chgData name="Phyo Thaw" userId="16eb5ffc8e637809" providerId="LiveId" clId="{297C8A2B-5CF5-4B01-A5AD-C37A4993D11E}" dt="2025-04-11T05:25:58.266" v="2446" actId="478"/>
          <ac:spMkLst>
            <pc:docMk/>
            <pc:sldMk cId="2481462756" sldId="265"/>
            <ac:spMk id="14" creationId="{9D01FAC0-FB99-53A1-5446-24E374B04B96}"/>
          </ac:spMkLst>
        </pc:spChg>
        <pc:spChg chg="del">
          <ac:chgData name="Phyo Thaw" userId="16eb5ffc8e637809" providerId="LiveId" clId="{297C8A2B-5CF5-4B01-A5AD-C37A4993D11E}" dt="2025-04-11T05:25:58.266" v="2446" actId="478"/>
          <ac:spMkLst>
            <pc:docMk/>
            <pc:sldMk cId="2481462756" sldId="265"/>
            <ac:spMk id="15" creationId="{DE1DB62A-7C53-0509-C762-7078F5CD6ECC}"/>
          </ac:spMkLst>
        </pc:spChg>
        <pc:spChg chg="del">
          <ac:chgData name="Phyo Thaw" userId="16eb5ffc8e637809" providerId="LiveId" clId="{297C8A2B-5CF5-4B01-A5AD-C37A4993D11E}" dt="2025-04-11T05:25:58.266" v="2446" actId="478"/>
          <ac:spMkLst>
            <pc:docMk/>
            <pc:sldMk cId="2481462756" sldId="265"/>
            <ac:spMk id="19" creationId="{5B403389-BF13-50AF-4C24-5EC77152C2C4}"/>
          </ac:spMkLst>
        </pc:spChg>
        <pc:spChg chg="del">
          <ac:chgData name="Phyo Thaw" userId="16eb5ffc8e637809" providerId="LiveId" clId="{297C8A2B-5CF5-4B01-A5AD-C37A4993D11E}" dt="2025-04-11T05:25:58.266" v="2446" actId="478"/>
          <ac:spMkLst>
            <pc:docMk/>
            <pc:sldMk cId="2481462756" sldId="265"/>
            <ac:spMk id="20" creationId="{96F70227-2CED-A22D-D086-3BD42C0617C9}"/>
          </ac:spMkLst>
        </pc:spChg>
        <pc:spChg chg="del">
          <ac:chgData name="Phyo Thaw" userId="16eb5ffc8e637809" providerId="LiveId" clId="{297C8A2B-5CF5-4B01-A5AD-C37A4993D11E}" dt="2025-04-11T05:25:58.266" v="2446" actId="478"/>
          <ac:spMkLst>
            <pc:docMk/>
            <pc:sldMk cId="2481462756" sldId="265"/>
            <ac:spMk id="29" creationId="{2D67DD53-0C25-D821-7AF0-342E7912489B}"/>
          </ac:spMkLst>
        </pc:spChg>
        <pc:spChg chg="del">
          <ac:chgData name="Phyo Thaw" userId="16eb5ffc8e637809" providerId="LiveId" clId="{297C8A2B-5CF5-4B01-A5AD-C37A4993D11E}" dt="2025-04-11T05:25:58.266" v="2446" actId="478"/>
          <ac:spMkLst>
            <pc:docMk/>
            <pc:sldMk cId="2481462756" sldId="265"/>
            <ac:spMk id="30" creationId="{1A566E0B-4C79-5230-2E06-641B69E3985C}"/>
          </ac:spMkLst>
        </pc:spChg>
        <pc:spChg chg="del">
          <ac:chgData name="Phyo Thaw" userId="16eb5ffc8e637809" providerId="LiveId" clId="{297C8A2B-5CF5-4B01-A5AD-C37A4993D11E}" dt="2025-04-11T05:25:58.266" v="2446" actId="478"/>
          <ac:spMkLst>
            <pc:docMk/>
            <pc:sldMk cId="2481462756" sldId="265"/>
            <ac:spMk id="37" creationId="{D55829DC-13CB-FA08-61CC-7A177283F422}"/>
          </ac:spMkLst>
        </pc:spChg>
        <pc:picChg chg="add del mod">
          <ac:chgData name="Phyo Thaw" userId="16eb5ffc8e637809" providerId="LiveId" clId="{297C8A2B-5CF5-4B01-A5AD-C37A4993D11E}" dt="2025-04-11T05:30:08.510" v="2549" actId="478"/>
          <ac:picMkLst>
            <pc:docMk/>
            <pc:sldMk cId="2481462756" sldId="265"/>
            <ac:picMk id="18" creationId="{C9FC27E1-DDD3-FD42-11F0-B26C3EABEF2E}"/>
          </ac:picMkLst>
        </pc:picChg>
        <pc:picChg chg="add mod modCrop">
          <ac:chgData name="Phyo Thaw" userId="16eb5ffc8e637809" providerId="LiveId" clId="{297C8A2B-5CF5-4B01-A5AD-C37A4993D11E}" dt="2025-04-11T05:33:04.831" v="2642" actId="1076"/>
          <ac:picMkLst>
            <pc:docMk/>
            <pc:sldMk cId="2481462756" sldId="265"/>
            <ac:picMk id="26" creationId="{849C726A-8D3B-367D-784D-1256A5D2DF34}"/>
          </ac:picMkLst>
        </pc:picChg>
        <pc:picChg chg="add mod modCrop">
          <ac:chgData name="Phyo Thaw" userId="16eb5ffc8e637809" providerId="LiveId" clId="{297C8A2B-5CF5-4B01-A5AD-C37A4993D11E}" dt="2025-04-11T05:32:59.190" v="2636" actId="1076"/>
          <ac:picMkLst>
            <pc:docMk/>
            <pc:sldMk cId="2481462756" sldId="265"/>
            <ac:picMk id="33" creationId="{5CADFAAB-AD25-650C-DA41-FE05E01B740D}"/>
          </ac:picMkLst>
        </pc:picChg>
        <pc:picChg chg="add mod modCrop">
          <ac:chgData name="Phyo Thaw" userId="16eb5ffc8e637809" providerId="LiveId" clId="{297C8A2B-5CF5-4B01-A5AD-C37A4993D11E}" dt="2025-04-11T05:32:20.227" v="2618" actId="1076"/>
          <ac:picMkLst>
            <pc:docMk/>
            <pc:sldMk cId="2481462756" sldId="265"/>
            <ac:picMk id="42" creationId="{2620804A-E9E9-D64F-4650-8EC112E9BCDD}"/>
          </ac:picMkLst>
        </pc:picChg>
        <pc:picChg chg="add mod modCrop">
          <ac:chgData name="Phyo Thaw" userId="16eb5ffc8e637809" providerId="LiveId" clId="{297C8A2B-5CF5-4B01-A5AD-C37A4993D11E}" dt="2025-04-11T05:32:18.465" v="2617" actId="1076"/>
          <ac:picMkLst>
            <pc:docMk/>
            <pc:sldMk cId="2481462756" sldId="265"/>
            <ac:picMk id="44" creationId="{D113E314-633D-482C-4AAD-EACFFE918F21}"/>
          </ac:picMkLst>
        </pc:picChg>
        <pc:picChg chg="add mod modCrop">
          <ac:chgData name="Phyo Thaw" userId="16eb5ffc8e637809" providerId="LiveId" clId="{297C8A2B-5CF5-4B01-A5AD-C37A4993D11E}" dt="2025-04-11T05:33:16.509" v="2663" actId="1038"/>
          <ac:picMkLst>
            <pc:docMk/>
            <pc:sldMk cId="2481462756" sldId="265"/>
            <ac:picMk id="46" creationId="{B82F9F17-C961-BF92-F6EA-6334F0F52744}"/>
          </ac:picMkLst>
        </pc:picChg>
      </pc:sldChg>
      <pc:sldChg chg="new del">
        <pc:chgData name="Phyo Thaw" userId="16eb5ffc8e637809" providerId="LiveId" clId="{297C8A2B-5CF5-4B01-A5AD-C37A4993D11E}" dt="2025-04-11T05:33:58.984" v="2666" actId="47"/>
        <pc:sldMkLst>
          <pc:docMk/>
          <pc:sldMk cId="783414789" sldId="266"/>
        </pc:sldMkLst>
      </pc:sldChg>
      <pc:sldChg chg="addSp delSp modSp add mod">
        <pc:chgData name="Phyo Thaw" userId="16eb5ffc8e637809" providerId="LiveId" clId="{297C8A2B-5CF5-4B01-A5AD-C37A4993D11E}" dt="2025-04-11T06:15:43.037" v="3302" actId="1076"/>
        <pc:sldMkLst>
          <pc:docMk/>
          <pc:sldMk cId="2453959929" sldId="266"/>
        </pc:sldMkLst>
        <pc:spChg chg="mod">
          <ac:chgData name="Phyo Thaw" userId="16eb5ffc8e637809" providerId="LiveId" clId="{297C8A2B-5CF5-4B01-A5AD-C37A4993D11E}" dt="2025-04-11T05:37:19.855" v="2712" actId="20577"/>
          <ac:spMkLst>
            <pc:docMk/>
            <pc:sldMk cId="2453959929" sldId="266"/>
            <ac:spMk id="2" creationId="{E8EFA0AD-AE42-63C3-1E06-485DD4831A57}"/>
          </ac:spMkLst>
        </pc:spChg>
        <pc:spChg chg="add mod">
          <ac:chgData name="Phyo Thaw" userId="16eb5ffc8e637809" providerId="LiveId" clId="{297C8A2B-5CF5-4B01-A5AD-C37A4993D11E}" dt="2025-04-11T06:15:43.037" v="3302" actId="1076"/>
          <ac:spMkLst>
            <pc:docMk/>
            <pc:sldMk cId="2453959929" sldId="266"/>
            <ac:spMk id="17" creationId="{EB2AAF10-A03C-470C-E75D-B479E68073AF}"/>
          </ac:spMkLst>
        </pc:spChg>
        <pc:spChg chg="mod">
          <ac:chgData name="Phyo Thaw" userId="16eb5ffc8e637809" providerId="LiveId" clId="{297C8A2B-5CF5-4B01-A5AD-C37A4993D11E}" dt="2025-04-11T05:54:19.615" v="3102" actId="20577"/>
          <ac:spMkLst>
            <pc:docMk/>
            <pc:sldMk cId="2453959929" sldId="266"/>
            <ac:spMk id="41" creationId="{9FBC763C-8044-9CBE-AB52-58AE7F25E3B3}"/>
          </ac:spMkLst>
        </pc:spChg>
        <pc:picChg chg="add del mod">
          <ac:chgData name="Phyo Thaw" userId="16eb5ffc8e637809" providerId="LiveId" clId="{297C8A2B-5CF5-4B01-A5AD-C37A4993D11E}" dt="2025-04-11T05:36:51.546" v="2674" actId="478"/>
          <ac:picMkLst>
            <pc:docMk/>
            <pc:sldMk cId="2453959929" sldId="266"/>
            <ac:picMk id="4" creationId="{0241F810-7B93-7FBD-4E55-D0B80544B084}"/>
          </ac:picMkLst>
        </pc:picChg>
        <pc:picChg chg="add del mod">
          <ac:chgData name="Phyo Thaw" userId="16eb5ffc8e637809" providerId="LiveId" clId="{297C8A2B-5CF5-4B01-A5AD-C37A4993D11E}" dt="2025-04-11T05:49:28.865" v="2777" actId="478"/>
          <ac:picMkLst>
            <pc:docMk/>
            <pc:sldMk cId="2453959929" sldId="266"/>
            <ac:picMk id="6" creationId="{2D101F57-BF67-7C5D-FC10-345B4C90BB14}"/>
          </ac:picMkLst>
        </pc:picChg>
        <pc:picChg chg="add mod">
          <ac:chgData name="Phyo Thaw" userId="16eb5ffc8e637809" providerId="LiveId" clId="{297C8A2B-5CF5-4B01-A5AD-C37A4993D11E}" dt="2025-04-11T06:09:38.238" v="3288" actId="14100"/>
          <ac:picMkLst>
            <pc:docMk/>
            <pc:sldMk cId="2453959929" sldId="266"/>
            <ac:picMk id="8" creationId="{1A1E00E6-6E59-DCA2-823C-F2076D8BD0E7}"/>
          </ac:picMkLst>
        </pc:picChg>
        <pc:picChg chg="add del mod">
          <ac:chgData name="Phyo Thaw" userId="16eb5ffc8e637809" providerId="LiveId" clId="{297C8A2B-5CF5-4B01-A5AD-C37A4993D11E}" dt="2025-04-11T05:38:58.886" v="2733" actId="478"/>
          <ac:picMkLst>
            <pc:docMk/>
            <pc:sldMk cId="2453959929" sldId="266"/>
            <ac:picMk id="10" creationId="{3FBB7150-AD82-F59B-87BC-C74B43EF13FB}"/>
          </ac:picMkLst>
        </pc:picChg>
        <pc:picChg chg="add del mod">
          <ac:chgData name="Phyo Thaw" userId="16eb5ffc8e637809" providerId="LiveId" clId="{297C8A2B-5CF5-4B01-A5AD-C37A4993D11E}" dt="2025-04-11T05:38:57.168" v="2732" actId="478"/>
          <ac:picMkLst>
            <pc:docMk/>
            <pc:sldMk cId="2453959929" sldId="266"/>
            <ac:picMk id="12" creationId="{F3084858-20FD-526A-215C-0DC4AF3FDC97}"/>
          </ac:picMkLst>
        </pc:picChg>
        <pc:picChg chg="add del mod">
          <ac:chgData name="Phyo Thaw" userId="16eb5ffc8e637809" providerId="LiveId" clId="{297C8A2B-5CF5-4B01-A5AD-C37A4993D11E}" dt="2025-04-11T05:49:27.037" v="2776" actId="478"/>
          <ac:picMkLst>
            <pc:docMk/>
            <pc:sldMk cId="2453959929" sldId="266"/>
            <ac:picMk id="14" creationId="{E58384AA-CA15-D9DD-C7BC-2CE49FF178A9}"/>
          </ac:picMkLst>
        </pc:picChg>
        <pc:picChg chg="add del mod">
          <ac:chgData name="Phyo Thaw" userId="16eb5ffc8e637809" providerId="LiveId" clId="{297C8A2B-5CF5-4B01-A5AD-C37A4993D11E}" dt="2025-04-11T05:49:27.037" v="2776" actId="478"/>
          <ac:picMkLst>
            <pc:docMk/>
            <pc:sldMk cId="2453959929" sldId="266"/>
            <ac:picMk id="16" creationId="{D47DBE6B-2F4B-4650-C9FC-80488C689BD8}"/>
          </ac:picMkLst>
        </pc:picChg>
        <pc:picChg chg="add mod">
          <ac:chgData name="Phyo Thaw" userId="16eb5ffc8e637809" providerId="LiveId" clId="{297C8A2B-5CF5-4B01-A5AD-C37A4993D11E}" dt="2025-04-11T06:14:03.528" v="3301" actId="1076"/>
          <ac:picMkLst>
            <pc:docMk/>
            <pc:sldMk cId="2453959929" sldId="266"/>
            <ac:picMk id="18" creationId="{59633744-390E-6E20-0439-6ED3C224C1BD}"/>
          </ac:picMkLst>
        </pc:picChg>
        <pc:picChg chg="add mod">
          <ac:chgData name="Phyo Thaw" userId="16eb5ffc8e637809" providerId="LiveId" clId="{297C8A2B-5CF5-4B01-A5AD-C37A4993D11E}" dt="2025-04-11T06:14:02.122" v="3300" actId="1076"/>
          <ac:picMkLst>
            <pc:docMk/>
            <pc:sldMk cId="2453959929" sldId="266"/>
            <ac:picMk id="19" creationId="{33E117CF-CBB2-B497-458D-4D916562C7F5}"/>
          </ac:picMkLst>
        </pc:picChg>
        <pc:picChg chg="del">
          <ac:chgData name="Phyo Thaw" userId="16eb5ffc8e637809" providerId="LiveId" clId="{297C8A2B-5CF5-4B01-A5AD-C37A4993D11E}" dt="2025-04-11T05:36:39.856" v="2668" actId="478"/>
          <ac:picMkLst>
            <pc:docMk/>
            <pc:sldMk cId="2453959929" sldId="266"/>
            <ac:picMk id="26" creationId="{30479EB9-E96C-005A-25C7-831B53DB620B}"/>
          </ac:picMkLst>
        </pc:picChg>
        <pc:picChg chg="del">
          <ac:chgData name="Phyo Thaw" userId="16eb5ffc8e637809" providerId="LiveId" clId="{297C8A2B-5CF5-4B01-A5AD-C37A4993D11E}" dt="2025-04-11T05:36:39.856" v="2668" actId="478"/>
          <ac:picMkLst>
            <pc:docMk/>
            <pc:sldMk cId="2453959929" sldId="266"/>
            <ac:picMk id="33" creationId="{9CA992A5-4BF0-5793-EFF7-E68C78311992}"/>
          </ac:picMkLst>
        </pc:picChg>
        <pc:picChg chg="del">
          <ac:chgData name="Phyo Thaw" userId="16eb5ffc8e637809" providerId="LiveId" clId="{297C8A2B-5CF5-4B01-A5AD-C37A4993D11E}" dt="2025-04-11T05:36:39.856" v="2668" actId="478"/>
          <ac:picMkLst>
            <pc:docMk/>
            <pc:sldMk cId="2453959929" sldId="266"/>
            <ac:picMk id="42" creationId="{13A391FC-9346-561C-95D0-2411AF0881EF}"/>
          </ac:picMkLst>
        </pc:picChg>
        <pc:picChg chg="del">
          <ac:chgData name="Phyo Thaw" userId="16eb5ffc8e637809" providerId="LiveId" clId="{297C8A2B-5CF5-4B01-A5AD-C37A4993D11E}" dt="2025-04-11T05:36:39.856" v="2668" actId="478"/>
          <ac:picMkLst>
            <pc:docMk/>
            <pc:sldMk cId="2453959929" sldId="266"/>
            <ac:picMk id="44" creationId="{0421AB58-D38E-E70C-6996-FFB4B849D178}"/>
          </ac:picMkLst>
        </pc:picChg>
        <pc:picChg chg="del">
          <ac:chgData name="Phyo Thaw" userId="16eb5ffc8e637809" providerId="LiveId" clId="{297C8A2B-5CF5-4B01-A5AD-C37A4993D11E}" dt="2025-04-11T05:36:39.856" v="2668" actId="478"/>
          <ac:picMkLst>
            <pc:docMk/>
            <pc:sldMk cId="2453959929" sldId="266"/>
            <ac:picMk id="46" creationId="{1DDA66B0-C02B-326B-0858-ADA64396D2A2}"/>
          </ac:picMkLst>
        </pc:picChg>
      </pc:sldChg>
      <pc:sldChg chg="addSp delSp modSp add mod delAnim modAnim">
        <pc:chgData name="Phyo Thaw" userId="16eb5ffc8e637809" providerId="LiveId" clId="{297C8A2B-5CF5-4B01-A5AD-C37A4993D11E}" dt="2025-04-11T06:45:41.601" v="3823" actId="207"/>
        <pc:sldMkLst>
          <pc:docMk/>
          <pc:sldMk cId="3153574795" sldId="267"/>
        </pc:sldMkLst>
        <pc:spChg chg="mod">
          <ac:chgData name="Phyo Thaw" userId="16eb5ffc8e637809" providerId="LiveId" clId="{297C8A2B-5CF5-4B01-A5AD-C37A4993D11E}" dt="2025-04-11T06:00:49.445" v="3187" actId="20577"/>
          <ac:spMkLst>
            <pc:docMk/>
            <pc:sldMk cId="3153574795" sldId="267"/>
            <ac:spMk id="2" creationId="{EFF3BD45-8DFF-8B0B-D6D3-67402F38480C}"/>
          </ac:spMkLst>
        </pc:spChg>
        <pc:spChg chg="add mod">
          <ac:chgData name="Phyo Thaw" userId="16eb5ffc8e637809" providerId="LiveId" clId="{297C8A2B-5CF5-4B01-A5AD-C37A4993D11E}" dt="2025-04-11T05:55:20.447" v="3105" actId="1076"/>
          <ac:spMkLst>
            <pc:docMk/>
            <pc:sldMk cId="3153574795" sldId="267"/>
            <ac:spMk id="3" creationId="{463B317F-89E0-800C-54B3-299CA5464618}"/>
          </ac:spMkLst>
        </pc:spChg>
        <pc:spChg chg="add">
          <ac:chgData name="Phyo Thaw" userId="16eb5ffc8e637809" providerId="LiveId" clId="{297C8A2B-5CF5-4B01-A5AD-C37A4993D11E}" dt="2025-04-11T05:58:09.261" v="3137"/>
          <ac:spMkLst>
            <pc:docMk/>
            <pc:sldMk cId="3153574795" sldId="267"/>
            <ac:spMk id="10" creationId="{F3BD3845-32F2-45DA-3F19-275E511C2676}"/>
          </ac:spMkLst>
        </pc:spChg>
        <pc:spChg chg="add mod">
          <ac:chgData name="Phyo Thaw" userId="16eb5ffc8e637809" providerId="LiveId" clId="{297C8A2B-5CF5-4B01-A5AD-C37A4993D11E}" dt="2025-04-11T06:01:26.952" v="3189"/>
          <ac:spMkLst>
            <pc:docMk/>
            <pc:sldMk cId="3153574795" sldId="267"/>
            <ac:spMk id="13" creationId="{7A850FF4-917C-9AE4-8812-857F954B48C6}"/>
          </ac:spMkLst>
        </pc:spChg>
        <pc:spChg chg="add mod">
          <ac:chgData name="Phyo Thaw" userId="16eb5ffc8e637809" providerId="LiveId" clId="{297C8A2B-5CF5-4B01-A5AD-C37A4993D11E}" dt="2025-04-11T06:45:41.601" v="3823" actId="207"/>
          <ac:spMkLst>
            <pc:docMk/>
            <pc:sldMk cId="3153574795" sldId="267"/>
            <ac:spMk id="15" creationId="{1CDC3883-5C71-1526-F260-22F1AAEE48C5}"/>
          </ac:spMkLst>
        </pc:spChg>
        <pc:spChg chg="del">
          <ac:chgData name="Phyo Thaw" userId="16eb5ffc8e637809" providerId="LiveId" clId="{297C8A2B-5CF5-4B01-A5AD-C37A4993D11E}" dt="2025-04-11T05:55:17.419" v="3104" actId="478"/>
          <ac:spMkLst>
            <pc:docMk/>
            <pc:sldMk cId="3153574795" sldId="267"/>
            <ac:spMk id="41" creationId="{663CCAF2-50A3-AEC9-7B84-79AA67535AD0}"/>
          </ac:spMkLst>
        </pc:spChg>
        <pc:picChg chg="add del mod">
          <ac:chgData name="Phyo Thaw" userId="16eb5ffc8e637809" providerId="LiveId" clId="{297C8A2B-5CF5-4B01-A5AD-C37A4993D11E}" dt="2025-04-11T06:00:17.508" v="3153" actId="478"/>
          <ac:picMkLst>
            <pc:docMk/>
            <pc:sldMk cId="3153574795" sldId="267"/>
            <ac:picMk id="5" creationId="{8B77C531-71B5-19C5-5A0F-DE2A1FC4A1D6}"/>
          </ac:picMkLst>
        </pc:picChg>
        <pc:picChg chg="del mod ord">
          <ac:chgData name="Phyo Thaw" userId="16eb5ffc8e637809" providerId="LiveId" clId="{297C8A2B-5CF5-4B01-A5AD-C37A4993D11E}" dt="2025-04-11T06:09:53.412" v="3292" actId="21"/>
          <ac:picMkLst>
            <pc:docMk/>
            <pc:sldMk cId="3153574795" sldId="267"/>
            <ac:picMk id="6" creationId="{33E117CF-CBB2-B497-458D-4D916562C7F5}"/>
          </ac:picMkLst>
        </pc:picChg>
        <pc:picChg chg="del">
          <ac:chgData name="Phyo Thaw" userId="16eb5ffc8e637809" providerId="LiveId" clId="{297C8A2B-5CF5-4B01-A5AD-C37A4993D11E}" dt="2025-04-11T05:39:21.618" v="2742" actId="478"/>
          <ac:picMkLst>
            <pc:docMk/>
            <pc:sldMk cId="3153574795" sldId="267"/>
            <ac:picMk id="8" creationId="{DC4DE542-7D88-E23F-4276-0532403A164B}"/>
          </ac:picMkLst>
        </pc:picChg>
        <pc:picChg chg="add del mod">
          <ac:chgData name="Phyo Thaw" userId="16eb5ffc8e637809" providerId="LiveId" clId="{297C8A2B-5CF5-4B01-A5AD-C37A4993D11E}" dt="2025-04-11T05:56:45.074" v="3124" actId="478"/>
          <ac:picMkLst>
            <pc:docMk/>
            <pc:sldMk cId="3153574795" sldId="267"/>
            <ac:picMk id="9" creationId="{F22B3E9B-E348-B474-BB28-3806E9D3D190}"/>
          </ac:picMkLst>
        </pc:picChg>
        <pc:picChg chg="add mod">
          <ac:chgData name="Phyo Thaw" userId="16eb5ffc8e637809" providerId="LiveId" clId="{297C8A2B-5CF5-4B01-A5AD-C37A4993D11E}" dt="2025-04-11T06:45:33.969" v="3820" actId="1076"/>
          <ac:picMkLst>
            <pc:docMk/>
            <pc:sldMk cId="3153574795" sldId="267"/>
            <ac:picMk id="12" creationId="{0DA21D9D-3ADF-92AC-CF53-66299B75A610}"/>
          </ac:picMkLst>
        </pc:picChg>
        <pc:picChg chg="del mod modCrop">
          <ac:chgData name="Phyo Thaw" userId="16eb5ffc8e637809" providerId="LiveId" clId="{297C8A2B-5CF5-4B01-A5AD-C37A4993D11E}" dt="2025-04-11T06:10:14.708" v="3298" actId="478"/>
          <ac:picMkLst>
            <pc:docMk/>
            <pc:sldMk cId="3153574795" sldId="267"/>
            <ac:picMk id="14" creationId="{A10D592A-8EC0-7722-F55F-FD477296F85C}"/>
          </ac:picMkLst>
        </pc:picChg>
        <pc:picChg chg="del mod">
          <ac:chgData name="Phyo Thaw" userId="16eb5ffc8e637809" providerId="LiveId" clId="{297C8A2B-5CF5-4B01-A5AD-C37A4993D11E}" dt="2025-04-11T05:50:21.277" v="2782" actId="21"/>
          <ac:picMkLst>
            <pc:docMk/>
            <pc:sldMk cId="3153574795" sldId="267"/>
            <ac:picMk id="16" creationId="{59633744-390E-6E20-0439-6ED3C224C1BD}"/>
          </ac:picMkLst>
        </pc:picChg>
      </pc:sldChg>
      <pc:sldChg chg="addSp delSp modSp add mod ord setBg setClrOvrMap delDesignElem chgLayout">
        <pc:chgData name="Phyo Thaw" userId="16eb5ffc8e637809" providerId="LiveId" clId="{297C8A2B-5CF5-4B01-A5AD-C37A4993D11E}" dt="2025-04-11T06:21:59.074" v="3369"/>
        <pc:sldMkLst>
          <pc:docMk/>
          <pc:sldMk cId="1046683041" sldId="268"/>
        </pc:sldMkLst>
        <pc:spChg chg="mod ord">
          <ac:chgData name="Phyo Thaw" userId="16eb5ffc8e637809" providerId="LiveId" clId="{297C8A2B-5CF5-4B01-A5AD-C37A4993D11E}" dt="2025-04-11T06:21:42.495" v="3368" actId="26606"/>
          <ac:spMkLst>
            <pc:docMk/>
            <pc:sldMk cId="1046683041" sldId="268"/>
            <ac:spMk id="2" creationId="{E79A5470-722D-2FB2-06BF-FF2D0C018948}"/>
          </ac:spMkLst>
        </pc:spChg>
        <pc:spChg chg="add del mod">
          <ac:chgData name="Phyo Thaw" userId="16eb5ffc8e637809" providerId="LiveId" clId="{297C8A2B-5CF5-4B01-A5AD-C37A4993D11E}" dt="2025-04-11T06:05:07.284" v="3248" actId="478"/>
          <ac:spMkLst>
            <pc:docMk/>
            <pc:sldMk cId="1046683041" sldId="268"/>
            <ac:spMk id="5" creationId="{8721A69A-C8EA-7244-7649-49B5DD51D29C}"/>
          </ac:spMkLst>
        </pc:spChg>
        <pc:spChg chg="add">
          <ac:chgData name="Phyo Thaw" userId="16eb5ffc8e637809" providerId="LiveId" clId="{297C8A2B-5CF5-4B01-A5AD-C37A4993D11E}" dt="2025-04-11T06:05:45.163" v="3250"/>
          <ac:spMkLst>
            <pc:docMk/>
            <pc:sldMk cId="1046683041" sldId="268"/>
            <ac:spMk id="6" creationId="{789706F6-94FC-4AC6-2F52-D3DCF1440934}"/>
          </ac:spMkLst>
        </pc:spChg>
        <pc:spChg chg="add mod">
          <ac:chgData name="Phyo Thaw" userId="16eb5ffc8e637809" providerId="LiveId" clId="{297C8A2B-5CF5-4B01-A5AD-C37A4993D11E}" dt="2025-04-11T06:05:54.744" v="3252"/>
          <ac:spMkLst>
            <pc:docMk/>
            <pc:sldMk cId="1046683041" sldId="268"/>
            <ac:spMk id="7" creationId="{CE6429FC-2CC1-509C-6D89-0DEFC20EC2CD}"/>
          </ac:spMkLst>
        </pc:spChg>
        <pc:spChg chg="add mod">
          <ac:chgData name="Phyo Thaw" userId="16eb5ffc8e637809" providerId="LiveId" clId="{297C8A2B-5CF5-4B01-A5AD-C37A4993D11E}" dt="2025-04-11T06:05:54.755" v="3253"/>
          <ac:spMkLst>
            <pc:docMk/>
            <pc:sldMk cId="1046683041" sldId="268"/>
            <ac:spMk id="8" creationId="{F9EFA318-424A-AED8-09B1-7EF58D86DA07}"/>
          </ac:spMkLst>
        </pc:spChg>
        <pc:spChg chg="add mod ord">
          <ac:chgData name="Phyo Thaw" userId="16eb5ffc8e637809" providerId="LiveId" clId="{297C8A2B-5CF5-4B01-A5AD-C37A4993D11E}" dt="2025-04-11T06:21:42.495" v="3368" actId="26606"/>
          <ac:spMkLst>
            <pc:docMk/>
            <pc:sldMk cId="1046683041" sldId="268"/>
            <ac:spMk id="11" creationId="{02B63D8A-49F5-BE72-9415-F8E13B1886E8}"/>
          </ac:spMkLst>
        </pc:spChg>
        <pc:spChg chg="add del">
          <ac:chgData name="Phyo Thaw" userId="16eb5ffc8e637809" providerId="LiveId" clId="{297C8A2B-5CF5-4B01-A5AD-C37A4993D11E}" dt="2025-04-11T06:04:15.267" v="3242" actId="26606"/>
          <ac:spMkLst>
            <pc:docMk/>
            <pc:sldMk cId="1046683041" sldId="268"/>
            <ac:spMk id="14" creationId="{4A391C69-E52F-4DC0-B51A-0DABC5484014}"/>
          </ac:spMkLst>
        </pc:spChg>
        <pc:spChg chg="add del">
          <ac:chgData name="Phyo Thaw" userId="16eb5ffc8e637809" providerId="LiveId" clId="{297C8A2B-5CF5-4B01-A5AD-C37A4993D11E}" dt="2025-04-11T06:04:15.267" v="3242" actId="26606"/>
          <ac:spMkLst>
            <pc:docMk/>
            <pc:sldMk cId="1046683041" sldId="268"/>
            <ac:spMk id="16" creationId="{048390FD-448E-4FF2-AEE8-C46960568E34}"/>
          </ac:spMkLst>
        </pc:spChg>
        <pc:spChg chg="add del">
          <ac:chgData name="Phyo Thaw" userId="16eb5ffc8e637809" providerId="LiveId" clId="{297C8A2B-5CF5-4B01-A5AD-C37A4993D11E}" dt="2025-04-11T06:20:21.259" v="3350" actId="26606"/>
          <ac:spMkLst>
            <pc:docMk/>
            <pc:sldMk cId="1046683041" sldId="268"/>
            <ac:spMk id="17" creationId="{B40FCD49-2060-48B9-8212-8A5F1DF4726F}"/>
          </ac:spMkLst>
        </pc:spChg>
        <pc:spChg chg="add del">
          <ac:chgData name="Phyo Thaw" userId="16eb5ffc8e637809" providerId="LiveId" clId="{297C8A2B-5CF5-4B01-A5AD-C37A4993D11E}" dt="2025-04-11T06:04:57.695" v="3247" actId="26606"/>
          <ac:spMkLst>
            <pc:docMk/>
            <pc:sldMk cId="1046683041" sldId="268"/>
            <ac:spMk id="22" creationId="{4A391C69-E52F-4DC0-B51A-0DABC5484014}"/>
          </ac:spMkLst>
        </pc:spChg>
        <pc:spChg chg="add del">
          <ac:chgData name="Phyo Thaw" userId="16eb5ffc8e637809" providerId="LiveId" clId="{297C8A2B-5CF5-4B01-A5AD-C37A4993D11E}" dt="2025-04-11T06:04:57.695" v="3247" actId="26606"/>
          <ac:spMkLst>
            <pc:docMk/>
            <pc:sldMk cId="1046683041" sldId="268"/>
            <ac:spMk id="23" creationId="{048390FD-448E-4FF2-AEE8-C46960568E34}"/>
          </ac:spMkLst>
        </pc:spChg>
        <pc:spChg chg="add del">
          <ac:chgData name="Phyo Thaw" userId="16eb5ffc8e637809" providerId="LiveId" clId="{297C8A2B-5CF5-4B01-A5AD-C37A4993D11E}" dt="2025-04-11T06:21:42.495" v="3368" actId="26606"/>
          <ac:spMkLst>
            <pc:docMk/>
            <pc:sldMk cId="1046683041" sldId="268"/>
            <ac:spMk id="30" creationId="{45873676-3D69-48B0-BA02-D759766A90D7}"/>
          </ac:spMkLst>
        </pc:spChg>
        <pc:spChg chg="add del">
          <ac:chgData name="Phyo Thaw" userId="16eb5ffc8e637809" providerId="LiveId" clId="{297C8A2B-5CF5-4B01-A5AD-C37A4993D11E}" dt="2025-04-11T06:05:12.108" v="3249" actId="26606"/>
          <ac:spMkLst>
            <pc:docMk/>
            <pc:sldMk cId="1046683041" sldId="268"/>
            <ac:spMk id="33" creationId="{2255CADE-DCE0-447F-B290-2AE78E5E5598}"/>
          </ac:spMkLst>
        </pc:spChg>
        <pc:spChg chg="add del">
          <ac:chgData name="Phyo Thaw" userId="16eb5ffc8e637809" providerId="LiveId" clId="{297C8A2B-5CF5-4B01-A5AD-C37A4993D11E}" dt="2025-04-11T06:05:12.108" v="3249" actId="26606"/>
          <ac:spMkLst>
            <pc:docMk/>
            <pc:sldMk cId="1046683041" sldId="268"/>
            <ac:spMk id="35" creationId="{4245587C-701C-48A1-9B6B-10C3DF81A876}"/>
          </ac:spMkLst>
        </pc:spChg>
        <pc:spChg chg="add del">
          <ac:chgData name="Phyo Thaw" userId="16eb5ffc8e637809" providerId="LiveId" clId="{297C8A2B-5CF5-4B01-A5AD-C37A4993D11E}" dt="2025-04-11T06:06:00.492" v="3255" actId="26606"/>
          <ac:spMkLst>
            <pc:docMk/>
            <pc:sldMk cId="1046683041" sldId="268"/>
            <ac:spMk id="40" creationId="{4E50CAEE-CAC0-4F18-9593-F09A3338C1A8}"/>
          </ac:spMkLst>
        </pc:spChg>
        <pc:spChg chg="add">
          <ac:chgData name="Phyo Thaw" userId="16eb5ffc8e637809" providerId="LiveId" clId="{297C8A2B-5CF5-4B01-A5AD-C37A4993D11E}" dt="2025-04-11T06:21:42.495" v="3368" actId="26606"/>
          <ac:spMkLst>
            <pc:docMk/>
            <pc:sldMk cId="1046683041" sldId="268"/>
            <ac:spMk id="43" creationId="{B40FCD49-2060-48B9-8212-8A5F1DF4726F}"/>
          </ac:spMkLst>
        </pc:spChg>
        <pc:spChg chg="del">
          <ac:chgData name="Phyo Thaw" userId="16eb5ffc8e637809" providerId="LiveId" clId="{297C8A2B-5CF5-4B01-A5AD-C37A4993D11E}" dt="2025-04-11T06:02:24.570" v="3220"/>
          <ac:spMkLst>
            <pc:docMk/>
            <pc:sldMk cId="1046683041" sldId="268"/>
            <ac:spMk id="46" creationId="{77D16A10-A0C5-B8AE-6548-512E383D525A}"/>
          </ac:spMkLst>
        </pc:spChg>
        <pc:spChg chg="add del">
          <ac:chgData name="Phyo Thaw" userId="16eb5ffc8e637809" providerId="LiveId" clId="{297C8A2B-5CF5-4B01-A5AD-C37A4993D11E}" dt="2025-04-11T06:20:16.221" v="3348" actId="700"/>
          <ac:spMkLst>
            <pc:docMk/>
            <pc:sldMk cId="1046683041" sldId="268"/>
            <ac:spMk id="63" creationId="{B40FCD49-2060-48B9-8212-8A5F1DF4726F}"/>
          </ac:spMkLst>
        </pc:spChg>
        <pc:picChg chg="add del mod ord">
          <ac:chgData name="Phyo Thaw" userId="16eb5ffc8e637809" providerId="LiveId" clId="{297C8A2B-5CF5-4B01-A5AD-C37A4993D11E}" dt="2025-04-11T06:05:07.284" v="3248" actId="478"/>
          <ac:picMkLst>
            <pc:docMk/>
            <pc:sldMk cId="1046683041" sldId="268"/>
            <ac:picMk id="4" creationId="{4E1E45C5-4C77-3E55-D500-A4129E75484F}"/>
          </ac:picMkLst>
        </pc:picChg>
        <pc:picChg chg="add mod ord">
          <ac:chgData name="Phyo Thaw" userId="16eb5ffc8e637809" providerId="LiveId" clId="{297C8A2B-5CF5-4B01-A5AD-C37A4993D11E}" dt="2025-04-11T06:21:59.074" v="3369"/>
          <ac:picMkLst>
            <pc:docMk/>
            <pc:sldMk cId="1046683041" sldId="268"/>
            <ac:picMk id="9" creationId="{5F186A18-B434-5721-36D3-DDB2D0D8216F}"/>
          </ac:picMkLst>
        </pc:picChg>
        <pc:picChg chg="add del">
          <ac:chgData name="Phyo Thaw" userId="16eb5ffc8e637809" providerId="LiveId" clId="{297C8A2B-5CF5-4B01-A5AD-C37A4993D11E}" dt="2025-04-11T06:04:15.267" v="3242" actId="26606"/>
          <ac:picMkLst>
            <pc:docMk/>
            <pc:sldMk cId="1046683041" sldId="268"/>
            <ac:picMk id="10" creationId="{22790EC5-ACA7-4536-8066-B60199F3C6DF}"/>
          </ac:picMkLst>
        </pc:picChg>
        <pc:picChg chg="add del">
          <ac:chgData name="Phyo Thaw" userId="16eb5ffc8e637809" providerId="LiveId" clId="{297C8A2B-5CF5-4B01-A5AD-C37A4993D11E}" dt="2025-04-11T06:04:15.267" v="3242" actId="26606"/>
          <ac:picMkLst>
            <pc:docMk/>
            <pc:sldMk cId="1046683041" sldId="268"/>
            <ac:picMk id="12" creationId="{CAD20AEA-7CAF-4A83-BE2E-EAF010B8B7FC}"/>
          </ac:picMkLst>
        </pc:picChg>
        <pc:picChg chg="add del">
          <ac:chgData name="Phyo Thaw" userId="16eb5ffc8e637809" providerId="LiveId" clId="{297C8A2B-5CF5-4B01-A5AD-C37A4993D11E}" dt="2025-04-11T06:20:21.259" v="3350" actId="26606"/>
          <ac:picMkLst>
            <pc:docMk/>
            <pc:sldMk cId="1046683041" sldId="268"/>
            <ac:picMk id="13" creationId="{22790EC5-ACA7-4536-8066-B60199F3C6DF}"/>
          </ac:picMkLst>
        </pc:picChg>
        <pc:picChg chg="add del">
          <ac:chgData name="Phyo Thaw" userId="16eb5ffc8e637809" providerId="LiveId" clId="{297C8A2B-5CF5-4B01-A5AD-C37A4993D11E}" dt="2025-04-11T06:20:21.259" v="3350" actId="26606"/>
          <ac:picMkLst>
            <pc:docMk/>
            <pc:sldMk cId="1046683041" sldId="268"/>
            <ac:picMk id="15" creationId="{CAD20AEA-7CAF-4A83-BE2E-EAF010B8B7FC}"/>
          </ac:picMkLst>
        </pc:picChg>
        <pc:picChg chg="add del">
          <ac:chgData name="Phyo Thaw" userId="16eb5ffc8e637809" providerId="LiveId" clId="{297C8A2B-5CF5-4B01-A5AD-C37A4993D11E}" dt="2025-04-11T06:04:15.267" v="3242" actId="26606"/>
          <ac:picMkLst>
            <pc:docMk/>
            <pc:sldMk cId="1046683041" sldId="268"/>
            <ac:picMk id="18" creationId="{0BD259F2-A289-4420-B3EB-BBC6A904FC0B}"/>
          </ac:picMkLst>
        </pc:picChg>
        <pc:picChg chg="add del">
          <ac:chgData name="Phyo Thaw" userId="16eb5ffc8e637809" providerId="LiveId" clId="{297C8A2B-5CF5-4B01-A5AD-C37A4993D11E}" dt="2025-04-11T06:20:21.259" v="3350" actId="26606"/>
          <ac:picMkLst>
            <pc:docMk/>
            <pc:sldMk cId="1046683041" sldId="268"/>
            <ac:picMk id="19" creationId="{83A45DCD-B5FB-4A86-88D2-91088C7FFC5F}"/>
          </ac:picMkLst>
        </pc:picChg>
        <pc:picChg chg="add">
          <ac:chgData name="Phyo Thaw" userId="16eb5ffc8e637809" providerId="LiveId" clId="{297C8A2B-5CF5-4B01-A5AD-C37A4993D11E}" dt="2025-04-11T06:04:15.316" v="3243" actId="26606"/>
          <ac:picMkLst>
            <pc:docMk/>
            <pc:sldMk cId="1046683041" sldId="268"/>
            <ac:picMk id="20" creationId="{22790EC5-ACA7-4536-8066-B60199F3C6DF}"/>
          </ac:picMkLst>
        </pc:picChg>
        <pc:picChg chg="add del">
          <ac:chgData name="Phyo Thaw" userId="16eb5ffc8e637809" providerId="LiveId" clId="{297C8A2B-5CF5-4B01-A5AD-C37A4993D11E}" dt="2025-04-11T06:04:57.695" v="3247" actId="26606"/>
          <ac:picMkLst>
            <pc:docMk/>
            <pc:sldMk cId="1046683041" sldId="268"/>
            <ac:picMk id="21" creationId="{CAD20AEA-7CAF-4A83-BE2E-EAF010B8B7FC}"/>
          </ac:picMkLst>
        </pc:picChg>
        <pc:picChg chg="add del">
          <ac:chgData name="Phyo Thaw" userId="16eb5ffc8e637809" providerId="LiveId" clId="{297C8A2B-5CF5-4B01-A5AD-C37A4993D11E}" dt="2025-04-11T06:04:57.695" v="3247" actId="26606"/>
          <ac:picMkLst>
            <pc:docMk/>
            <pc:sldMk cId="1046683041" sldId="268"/>
            <ac:picMk id="24" creationId="{0BD259F2-A289-4420-B3EB-BBC6A904FC0B}"/>
          </ac:picMkLst>
        </pc:picChg>
        <pc:picChg chg="add del">
          <ac:chgData name="Phyo Thaw" userId="16eb5ffc8e637809" providerId="LiveId" clId="{297C8A2B-5CF5-4B01-A5AD-C37A4993D11E}" dt="2025-04-11T06:21:42.495" v="3368" actId="26606"/>
          <ac:picMkLst>
            <pc:docMk/>
            <pc:sldMk cId="1046683041" sldId="268"/>
            <ac:picMk id="25" creationId="{22790EC5-ACA7-4536-8066-B60199F3C6DF}"/>
          </ac:picMkLst>
        </pc:picChg>
        <pc:picChg chg="add del">
          <ac:chgData name="Phyo Thaw" userId="16eb5ffc8e637809" providerId="LiveId" clId="{297C8A2B-5CF5-4B01-A5AD-C37A4993D11E}" dt="2025-04-11T06:21:42.495" v="3368" actId="26606"/>
          <ac:picMkLst>
            <pc:docMk/>
            <pc:sldMk cId="1046683041" sldId="268"/>
            <ac:picMk id="26" creationId="{3CA8EEE2-DA9A-4635-9B41-33EB565145F4}"/>
          </ac:picMkLst>
        </pc:picChg>
        <pc:picChg chg="add del">
          <ac:chgData name="Phyo Thaw" userId="16eb5ffc8e637809" providerId="LiveId" clId="{297C8A2B-5CF5-4B01-A5AD-C37A4993D11E}" dt="2025-04-11T06:21:42.495" v="3368" actId="26606"/>
          <ac:picMkLst>
            <pc:docMk/>
            <pc:sldMk cId="1046683041" sldId="268"/>
            <ac:picMk id="27" creationId="{CAD20AEA-7CAF-4A83-BE2E-EAF010B8B7FC}"/>
          </ac:picMkLst>
        </pc:picChg>
        <pc:picChg chg="del">
          <ac:chgData name="Phyo Thaw" userId="16eb5ffc8e637809" providerId="LiveId" clId="{297C8A2B-5CF5-4B01-A5AD-C37A4993D11E}" dt="2025-04-11T06:02:17.186" v="3215" actId="478"/>
          <ac:picMkLst>
            <pc:docMk/>
            <pc:sldMk cId="1046683041" sldId="268"/>
            <ac:picMk id="28" creationId="{6B58237E-AF08-28B3-121C-9BFE8DFB8565}"/>
          </ac:picMkLst>
        </pc:picChg>
        <pc:picChg chg="add del">
          <ac:chgData name="Phyo Thaw" userId="16eb5ffc8e637809" providerId="LiveId" clId="{297C8A2B-5CF5-4B01-A5AD-C37A4993D11E}" dt="2025-04-11T06:05:12.108" v="3249" actId="26606"/>
          <ac:picMkLst>
            <pc:docMk/>
            <pc:sldMk cId="1046683041" sldId="268"/>
            <ac:picMk id="29" creationId="{22790EC5-ACA7-4536-8066-B60199F3C6DF}"/>
          </ac:picMkLst>
        </pc:picChg>
        <pc:picChg chg="add del">
          <ac:chgData name="Phyo Thaw" userId="16eb5ffc8e637809" providerId="LiveId" clId="{297C8A2B-5CF5-4B01-A5AD-C37A4993D11E}" dt="2025-04-11T06:21:42.495" v="3368" actId="26606"/>
          <ac:picMkLst>
            <pc:docMk/>
            <pc:sldMk cId="1046683041" sldId="268"/>
            <ac:picMk id="32" creationId="{248E96D7-6599-4607-9958-FD9E1000131D}"/>
          </ac:picMkLst>
        </pc:picChg>
        <pc:picChg chg="add">
          <ac:chgData name="Phyo Thaw" userId="16eb5ffc8e637809" providerId="LiveId" clId="{297C8A2B-5CF5-4B01-A5AD-C37A4993D11E}" dt="2025-04-11T06:21:42.495" v="3368" actId="26606"/>
          <ac:picMkLst>
            <pc:docMk/>
            <pc:sldMk cId="1046683041" sldId="268"/>
            <ac:picMk id="36" creationId="{22790EC5-ACA7-4536-8066-B60199F3C6DF}"/>
          </ac:picMkLst>
        </pc:picChg>
        <pc:picChg chg="add del">
          <ac:chgData name="Phyo Thaw" userId="16eb5ffc8e637809" providerId="LiveId" clId="{297C8A2B-5CF5-4B01-A5AD-C37A4993D11E}" dt="2025-04-11T06:06:00.492" v="3255" actId="26606"/>
          <ac:picMkLst>
            <pc:docMk/>
            <pc:sldMk cId="1046683041" sldId="268"/>
            <ac:picMk id="42" creationId="{9A0F0AC6-A89F-416B-9FA4-48E664065E73}"/>
          </ac:picMkLst>
        </pc:picChg>
        <pc:picChg chg="del">
          <ac:chgData name="Phyo Thaw" userId="16eb5ffc8e637809" providerId="LiveId" clId="{297C8A2B-5CF5-4B01-A5AD-C37A4993D11E}" dt="2025-04-11T06:02:24.570" v="3220"/>
          <ac:picMkLst>
            <pc:docMk/>
            <pc:sldMk cId="1046683041" sldId="268"/>
            <ac:picMk id="44" creationId="{AA749484-DBCE-30A7-08FA-2ABD99D465D5}"/>
          </ac:picMkLst>
        </pc:picChg>
        <pc:picChg chg="del">
          <ac:chgData name="Phyo Thaw" userId="16eb5ffc8e637809" providerId="LiveId" clId="{297C8A2B-5CF5-4B01-A5AD-C37A4993D11E}" dt="2025-04-11T06:02:24.570" v="3220"/>
          <ac:picMkLst>
            <pc:docMk/>
            <pc:sldMk cId="1046683041" sldId="268"/>
            <ac:picMk id="45" creationId="{674DEB9F-BA7F-2141-9F72-78BE6CC354DD}"/>
          </ac:picMkLst>
        </pc:picChg>
        <pc:picChg chg="del">
          <ac:chgData name="Phyo Thaw" userId="16eb5ffc8e637809" providerId="LiveId" clId="{297C8A2B-5CF5-4B01-A5AD-C37A4993D11E}" dt="2025-04-11T06:02:24.570" v="3220"/>
          <ac:picMkLst>
            <pc:docMk/>
            <pc:sldMk cId="1046683041" sldId="268"/>
            <ac:picMk id="47" creationId="{6BE6BF63-8F19-9C44-685C-F8E02FD5957D}"/>
          </ac:picMkLst>
        </pc:picChg>
        <pc:picChg chg="add">
          <ac:chgData name="Phyo Thaw" userId="16eb5ffc8e637809" providerId="LiveId" clId="{297C8A2B-5CF5-4B01-A5AD-C37A4993D11E}" dt="2025-04-11T06:05:12.108" v="3249" actId="26606"/>
          <ac:picMkLst>
            <pc:docMk/>
            <pc:sldMk cId="1046683041" sldId="268"/>
            <ac:picMk id="48" creationId="{D2DA77D5-12C4-446D-AC72-A514960A553E}"/>
          </ac:picMkLst>
        </pc:picChg>
        <pc:picChg chg="add del">
          <ac:chgData name="Phyo Thaw" userId="16eb5ffc8e637809" providerId="LiveId" clId="{297C8A2B-5CF5-4B01-A5AD-C37A4993D11E}" dt="2025-04-11T06:06:00.492" v="3255" actId="26606"/>
          <ac:picMkLst>
            <pc:docMk/>
            <pc:sldMk cId="1046683041" sldId="268"/>
            <ac:picMk id="50" creationId="{19E04E4F-6B32-4651-ACE0-DACABF1FC254}"/>
          </ac:picMkLst>
        </pc:picChg>
        <pc:picChg chg="add del">
          <ac:chgData name="Phyo Thaw" userId="16eb5ffc8e637809" providerId="LiveId" clId="{297C8A2B-5CF5-4B01-A5AD-C37A4993D11E}" dt="2025-04-11T06:06:00.492" v="3255" actId="26606"/>
          <ac:picMkLst>
            <pc:docMk/>
            <pc:sldMk cId="1046683041" sldId="268"/>
            <ac:picMk id="52" creationId="{13D4F2B0-7771-46FC-9763-240E8F55F14D}"/>
          </ac:picMkLst>
        </pc:picChg>
        <pc:picChg chg="add del">
          <ac:chgData name="Phyo Thaw" userId="16eb5ffc8e637809" providerId="LiveId" clId="{297C8A2B-5CF5-4B01-A5AD-C37A4993D11E}" dt="2025-04-11T06:06:00.492" v="3255" actId="26606"/>
          <ac:picMkLst>
            <pc:docMk/>
            <pc:sldMk cId="1046683041" sldId="268"/>
            <ac:picMk id="54" creationId="{6164F387-6750-4AFF-8A10-65C64D31ECA3}"/>
          </ac:picMkLst>
        </pc:picChg>
        <pc:picChg chg="add del">
          <ac:chgData name="Phyo Thaw" userId="16eb5ffc8e637809" providerId="LiveId" clId="{297C8A2B-5CF5-4B01-A5AD-C37A4993D11E}" dt="2025-04-11T06:20:16.221" v="3348" actId="700"/>
          <ac:picMkLst>
            <pc:docMk/>
            <pc:sldMk cId="1046683041" sldId="268"/>
            <ac:picMk id="59" creationId="{22790EC5-ACA7-4536-8066-B60199F3C6DF}"/>
          </ac:picMkLst>
        </pc:picChg>
        <pc:picChg chg="del">
          <ac:chgData name="Phyo Thaw" userId="16eb5ffc8e637809" providerId="LiveId" clId="{297C8A2B-5CF5-4B01-A5AD-C37A4993D11E}" dt="2025-04-11T06:20:16.221" v="3348" actId="700"/>
          <ac:picMkLst>
            <pc:docMk/>
            <pc:sldMk cId="1046683041" sldId="268"/>
            <ac:picMk id="61" creationId="{CAD20AEA-7CAF-4A83-BE2E-EAF010B8B7FC}"/>
          </ac:picMkLst>
        </pc:picChg>
        <pc:picChg chg="add del">
          <ac:chgData name="Phyo Thaw" userId="16eb5ffc8e637809" providerId="LiveId" clId="{297C8A2B-5CF5-4B01-A5AD-C37A4993D11E}" dt="2025-04-11T06:20:16.221" v="3348" actId="700"/>
          <ac:picMkLst>
            <pc:docMk/>
            <pc:sldMk cId="1046683041" sldId="268"/>
            <ac:picMk id="65" creationId="{83A45DCD-B5FB-4A86-88D2-91088C7FFC5F}"/>
          </ac:picMkLst>
        </pc:picChg>
        <pc:cxnChg chg="add">
          <ac:chgData name="Phyo Thaw" userId="16eb5ffc8e637809" providerId="LiveId" clId="{297C8A2B-5CF5-4B01-A5AD-C37A4993D11E}" dt="2025-04-11T06:20:21.408" v="3351" actId="26606"/>
          <ac:cxnSpMkLst>
            <pc:docMk/>
            <pc:sldMk cId="1046683041" sldId="268"/>
            <ac:cxnSpMk id="34" creationId="{99478AA5-D1D0-4B5E-9FDE-6F55026DA306}"/>
          </ac:cxnSpMkLst>
        </pc:cxnChg>
      </pc:sldChg>
      <pc:sldChg chg="delSp add del setBg delDesignElem">
        <pc:chgData name="Phyo Thaw" userId="16eb5ffc8e637809" providerId="LiveId" clId="{297C8A2B-5CF5-4B01-A5AD-C37A4993D11E}" dt="2025-04-11T06:01:36.967" v="3195" actId="47"/>
        <pc:sldMkLst>
          <pc:docMk/>
          <pc:sldMk cId="2574326659" sldId="268"/>
        </pc:sldMkLst>
        <pc:spChg chg="del">
          <ac:chgData name="Phyo Thaw" userId="16eb5ffc8e637809" providerId="LiveId" clId="{297C8A2B-5CF5-4B01-A5AD-C37A4993D11E}" dt="2025-04-11T06:01:32.472" v="3194"/>
          <ac:spMkLst>
            <pc:docMk/>
            <pc:sldMk cId="2574326659" sldId="268"/>
            <ac:spMk id="46" creationId="{08AC9B43-AB7F-5FC1-25CA-A5B5205E2DE3}"/>
          </ac:spMkLst>
        </pc:spChg>
        <pc:picChg chg="del">
          <ac:chgData name="Phyo Thaw" userId="16eb5ffc8e637809" providerId="LiveId" clId="{297C8A2B-5CF5-4B01-A5AD-C37A4993D11E}" dt="2025-04-11T06:01:32.472" v="3194"/>
          <ac:picMkLst>
            <pc:docMk/>
            <pc:sldMk cId="2574326659" sldId="268"/>
            <ac:picMk id="44" creationId="{E333A347-6684-E2DA-95AB-CCD23F19077E}"/>
          </ac:picMkLst>
        </pc:picChg>
        <pc:picChg chg="del">
          <ac:chgData name="Phyo Thaw" userId="16eb5ffc8e637809" providerId="LiveId" clId="{297C8A2B-5CF5-4B01-A5AD-C37A4993D11E}" dt="2025-04-11T06:01:32.472" v="3194"/>
          <ac:picMkLst>
            <pc:docMk/>
            <pc:sldMk cId="2574326659" sldId="268"/>
            <ac:picMk id="45" creationId="{06BDEE1F-E219-A547-CD8D-E5F862E79E2E}"/>
          </ac:picMkLst>
        </pc:picChg>
        <pc:picChg chg="del">
          <ac:chgData name="Phyo Thaw" userId="16eb5ffc8e637809" providerId="LiveId" clId="{297C8A2B-5CF5-4B01-A5AD-C37A4993D11E}" dt="2025-04-11T06:01:32.472" v="3194"/>
          <ac:picMkLst>
            <pc:docMk/>
            <pc:sldMk cId="2574326659" sldId="268"/>
            <ac:picMk id="47" creationId="{C9311313-0772-CFC6-5B96-1F72AF713875}"/>
          </ac:picMkLst>
        </pc:picChg>
      </pc:sldChg>
      <pc:sldChg chg="addSp delSp add del setBg delDesignElem">
        <pc:chgData name="Phyo Thaw" userId="16eb5ffc8e637809" providerId="LiveId" clId="{297C8A2B-5CF5-4B01-A5AD-C37A4993D11E}" dt="2025-04-11T06:01:30.525" v="3192"/>
        <pc:sldMkLst>
          <pc:docMk/>
          <pc:sldMk cId="3097522568" sldId="268"/>
        </pc:sldMkLst>
        <pc:spChg chg="add del">
          <ac:chgData name="Phyo Thaw" userId="16eb5ffc8e637809" providerId="LiveId" clId="{297C8A2B-5CF5-4B01-A5AD-C37A4993D11E}" dt="2025-04-11T06:01:30.525" v="3192"/>
          <ac:spMkLst>
            <pc:docMk/>
            <pc:sldMk cId="3097522568" sldId="268"/>
            <ac:spMk id="46" creationId="{9302F47E-97AA-290E-4093-45BE2BA19F4C}"/>
          </ac:spMkLst>
        </pc:spChg>
        <pc:picChg chg="add del">
          <ac:chgData name="Phyo Thaw" userId="16eb5ffc8e637809" providerId="LiveId" clId="{297C8A2B-5CF5-4B01-A5AD-C37A4993D11E}" dt="2025-04-11T06:01:30.525" v="3192"/>
          <ac:picMkLst>
            <pc:docMk/>
            <pc:sldMk cId="3097522568" sldId="268"/>
            <ac:picMk id="44" creationId="{276B8811-1BA6-B696-1AD5-4A357C0F7A36}"/>
          </ac:picMkLst>
        </pc:picChg>
        <pc:picChg chg="add del">
          <ac:chgData name="Phyo Thaw" userId="16eb5ffc8e637809" providerId="LiveId" clId="{297C8A2B-5CF5-4B01-A5AD-C37A4993D11E}" dt="2025-04-11T06:01:30.525" v="3192"/>
          <ac:picMkLst>
            <pc:docMk/>
            <pc:sldMk cId="3097522568" sldId="268"/>
            <ac:picMk id="45" creationId="{FD1ED6F3-187C-C2B3-04A0-5C02384A3741}"/>
          </ac:picMkLst>
        </pc:picChg>
        <pc:picChg chg="add del">
          <ac:chgData name="Phyo Thaw" userId="16eb5ffc8e637809" providerId="LiveId" clId="{297C8A2B-5CF5-4B01-A5AD-C37A4993D11E}" dt="2025-04-11T06:01:30.525" v="3192"/>
          <ac:picMkLst>
            <pc:docMk/>
            <pc:sldMk cId="3097522568" sldId="268"/>
            <ac:picMk id="47" creationId="{9AA9EC44-AF9D-7D74-A306-F660C0C09823}"/>
          </ac:picMkLst>
        </pc:picChg>
      </pc:sldChg>
      <pc:sldChg chg="new del">
        <pc:chgData name="Phyo Thaw" userId="16eb5ffc8e637809" providerId="LiveId" clId="{297C8A2B-5CF5-4B01-A5AD-C37A4993D11E}" dt="2025-04-11T06:16:01.158" v="3304" actId="47"/>
        <pc:sldMkLst>
          <pc:docMk/>
          <pc:sldMk cId="3558647935" sldId="269"/>
        </pc:sldMkLst>
      </pc:sldChg>
      <pc:sldChg chg="addSp delSp modSp new mod setBg modClrScheme chgLayout">
        <pc:chgData name="Phyo Thaw" userId="16eb5ffc8e637809" providerId="LiveId" clId="{297C8A2B-5CF5-4B01-A5AD-C37A4993D11E}" dt="2025-04-11T06:45:18.741" v="3818" actId="1038"/>
        <pc:sldMkLst>
          <pc:docMk/>
          <pc:sldMk cId="3880954787" sldId="269"/>
        </pc:sldMkLst>
        <pc:spChg chg="del mod ord">
          <ac:chgData name="Phyo Thaw" userId="16eb5ffc8e637809" providerId="LiveId" clId="{297C8A2B-5CF5-4B01-A5AD-C37A4993D11E}" dt="2025-04-11T06:22:18.697" v="3370" actId="700"/>
          <ac:spMkLst>
            <pc:docMk/>
            <pc:sldMk cId="3880954787" sldId="269"/>
            <ac:spMk id="2" creationId="{875F2DA8-E231-3BCD-C881-717796ECDFEE}"/>
          </ac:spMkLst>
        </pc:spChg>
        <pc:spChg chg="del mod ord">
          <ac:chgData name="Phyo Thaw" userId="16eb5ffc8e637809" providerId="LiveId" clId="{297C8A2B-5CF5-4B01-A5AD-C37A4993D11E}" dt="2025-04-11T06:22:18.697" v="3370" actId="700"/>
          <ac:spMkLst>
            <pc:docMk/>
            <pc:sldMk cId="3880954787" sldId="269"/>
            <ac:spMk id="3" creationId="{3993BC00-71ED-4A33-35BC-99261B3130B3}"/>
          </ac:spMkLst>
        </pc:spChg>
        <pc:spChg chg="add mod ord">
          <ac:chgData name="Phyo Thaw" userId="16eb5ffc8e637809" providerId="LiveId" clId="{297C8A2B-5CF5-4B01-A5AD-C37A4993D11E}" dt="2025-04-11T06:32:50.957" v="3626" actId="1035"/>
          <ac:spMkLst>
            <pc:docMk/>
            <pc:sldMk cId="3880954787" sldId="269"/>
            <ac:spMk id="4" creationId="{46D3D4E2-0A15-13D6-E7A6-4245C62F1CF9}"/>
          </ac:spMkLst>
        </pc:spChg>
        <pc:spChg chg="add del mod ord">
          <ac:chgData name="Phyo Thaw" userId="16eb5ffc8e637809" providerId="LiveId" clId="{297C8A2B-5CF5-4B01-A5AD-C37A4993D11E}" dt="2025-04-11T06:27:24.645" v="3384" actId="1032"/>
          <ac:spMkLst>
            <pc:docMk/>
            <pc:sldMk cId="3880954787" sldId="269"/>
            <ac:spMk id="5" creationId="{D30A5E8E-B7AF-DD24-4FFA-5680768826A7}"/>
          </ac:spMkLst>
        </pc:spChg>
        <pc:spChg chg="add mod">
          <ac:chgData name="Phyo Thaw" userId="16eb5ffc8e637809" providerId="LiveId" clId="{297C8A2B-5CF5-4B01-A5AD-C37A4993D11E}" dt="2025-04-11T06:43:33.009" v="3797" actId="1076"/>
          <ac:spMkLst>
            <pc:docMk/>
            <pc:sldMk cId="3880954787" sldId="269"/>
            <ac:spMk id="9" creationId="{3F5F7FD5-6EF5-84F3-C503-6FA577D5CE0A}"/>
          </ac:spMkLst>
        </pc:spChg>
        <pc:spChg chg="add mod">
          <ac:chgData name="Phyo Thaw" userId="16eb5ffc8e637809" providerId="LiveId" clId="{297C8A2B-5CF5-4B01-A5AD-C37A4993D11E}" dt="2025-04-11T06:45:11.618" v="3816" actId="13822"/>
          <ac:spMkLst>
            <pc:docMk/>
            <pc:sldMk cId="3880954787" sldId="269"/>
            <ac:spMk id="10" creationId="{F2874702-D7C6-A439-A145-D3D290D6E915}"/>
          </ac:spMkLst>
        </pc:spChg>
        <pc:spChg chg="add mod">
          <ac:chgData name="Phyo Thaw" userId="16eb5ffc8e637809" providerId="LiveId" clId="{297C8A2B-5CF5-4B01-A5AD-C37A4993D11E}" dt="2025-04-11T06:45:18.741" v="3818" actId="1038"/>
          <ac:spMkLst>
            <pc:docMk/>
            <pc:sldMk cId="3880954787" sldId="269"/>
            <ac:spMk id="12" creationId="{CADCDDEC-A5DE-6F45-EA8A-75E40D43C3B2}"/>
          </ac:spMkLst>
        </pc:spChg>
        <pc:spChg chg="add">
          <ac:chgData name="Phyo Thaw" userId="16eb5ffc8e637809" providerId="LiveId" clId="{297C8A2B-5CF5-4B01-A5AD-C37A4993D11E}" dt="2025-04-11T06:35:08.338" v="3686"/>
          <ac:spMkLst>
            <pc:docMk/>
            <pc:sldMk cId="3880954787" sldId="269"/>
            <ac:spMk id="14" creationId="{2184750C-1347-C70B-B3E0-19F11B784FAF}"/>
          </ac:spMkLst>
        </pc:spChg>
        <pc:spChg chg="add mod">
          <ac:chgData name="Phyo Thaw" userId="16eb5ffc8e637809" providerId="LiveId" clId="{297C8A2B-5CF5-4B01-A5AD-C37A4993D11E}" dt="2025-04-11T06:44:51.105" v="3813" actId="13822"/>
          <ac:spMkLst>
            <pc:docMk/>
            <pc:sldMk cId="3880954787" sldId="269"/>
            <ac:spMk id="15" creationId="{A4ACE1CF-A4D9-B9A3-3BB8-E783AB5FC616}"/>
          </ac:spMkLst>
        </pc:spChg>
        <pc:graphicFrameChg chg="add mod modGraphic">
          <ac:chgData name="Phyo Thaw" userId="16eb5ffc8e637809" providerId="LiveId" clId="{297C8A2B-5CF5-4B01-A5AD-C37A4993D11E}" dt="2025-04-11T06:39:49.095" v="3752" actId="1076"/>
          <ac:graphicFrameMkLst>
            <pc:docMk/>
            <pc:sldMk cId="3880954787" sldId="269"/>
            <ac:graphicFrameMk id="6" creationId="{1B5E38B9-3900-7723-B9E4-8E6BB2BA00F0}"/>
          </ac:graphicFrameMkLst>
        </pc:graphicFrameChg>
        <pc:cxnChg chg="add del mod">
          <ac:chgData name="Phyo Thaw" userId="16eb5ffc8e637809" providerId="LiveId" clId="{297C8A2B-5CF5-4B01-A5AD-C37A4993D11E}" dt="2025-04-11T06:39:53.700" v="3754" actId="478"/>
          <ac:cxnSpMkLst>
            <pc:docMk/>
            <pc:sldMk cId="3880954787" sldId="269"/>
            <ac:cxnSpMk id="8" creationId="{A6993D2C-1475-598E-BAAC-8EBDE6DB39BE}"/>
          </ac:cxnSpMkLst>
        </pc:cxnChg>
        <pc:cxnChg chg="add del mod">
          <ac:chgData name="Phyo Thaw" userId="16eb5ffc8e637809" providerId="LiveId" clId="{297C8A2B-5CF5-4B01-A5AD-C37A4993D11E}" dt="2025-04-11T06:39:53.700" v="3754" actId="478"/>
          <ac:cxnSpMkLst>
            <pc:docMk/>
            <pc:sldMk cId="3880954787" sldId="269"/>
            <ac:cxnSpMk id="11" creationId="{4AFEEE5E-138C-A4AF-6214-F84C152253AA}"/>
          </ac:cxnSpMkLst>
        </pc:cxnChg>
        <pc:cxnChg chg="add del mod">
          <ac:chgData name="Phyo Thaw" userId="16eb5ffc8e637809" providerId="LiveId" clId="{297C8A2B-5CF5-4B01-A5AD-C37A4993D11E}" dt="2025-04-11T06:39:53.700" v="3754" actId="478"/>
          <ac:cxnSpMkLst>
            <pc:docMk/>
            <pc:sldMk cId="3880954787" sldId="269"/>
            <ac:cxnSpMk id="13" creationId="{94DC5E31-CD8F-C5DE-77EB-955E43875439}"/>
          </ac:cxnSpMkLst>
        </pc:cxnChg>
      </pc:sldChg>
      <pc:sldChg chg="new del">
        <pc:chgData name="Phyo Thaw" userId="16eb5ffc8e637809" providerId="LiveId" clId="{297C8A2B-5CF5-4B01-A5AD-C37A4993D11E}" dt="2025-04-11T06:46:20.744" v="3825" actId="680"/>
        <pc:sldMkLst>
          <pc:docMk/>
          <pc:sldMk cId="331571049" sldId="270"/>
        </pc:sldMkLst>
      </pc:sldChg>
      <pc:sldChg chg="addSp delSp modSp add mod">
        <pc:chgData name="Phyo Thaw" userId="16eb5ffc8e637809" providerId="LiveId" clId="{297C8A2B-5CF5-4B01-A5AD-C37A4993D11E}" dt="2025-04-11T06:51:19.275" v="4111" actId="1076"/>
        <pc:sldMkLst>
          <pc:docMk/>
          <pc:sldMk cId="1025516335" sldId="270"/>
        </pc:sldMkLst>
        <pc:spChg chg="add del mod">
          <ac:chgData name="Phyo Thaw" userId="16eb5ffc8e637809" providerId="LiveId" clId="{297C8A2B-5CF5-4B01-A5AD-C37A4993D11E}" dt="2025-04-11T06:47:28.926" v="3828" actId="22"/>
          <ac:spMkLst>
            <pc:docMk/>
            <pc:sldMk cId="1025516335" sldId="270"/>
            <ac:spMk id="3" creationId="{324DD21F-0B70-2A3F-F7B7-70B4216E860F}"/>
          </ac:spMkLst>
        </pc:spChg>
        <pc:spChg chg="mod">
          <ac:chgData name="Phyo Thaw" userId="16eb5ffc8e637809" providerId="LiveId" clId="{297C8A2B-5CF5-4B01-A5AD-C37A4993D11E}" dt="2025-04-11T06:48:36.936" v="3880" actId="20577"/>
          <ac:spMkLst>
            <pc:docMk/>
            <pc:sldMk cId="1025516335" sldId="270"/>
            <ac:spMk id="4" creationId="{7ADBB81E-85BD-B89D-ADDB-31320CC76FBF}"/>
          </ac:spMkLst>
        </pc:spChg>
        <pc:spChg chg="add del mod">
          <ac:chgData name="Phyo Thaw" userId="16eb5ffc8e637809" providerId="LiveId" clId="{297C8A2B-5CF5-4B01-A5AD-C37A4993D11E}" dt="2025-04-11T06:49:02.063" v="3883" actId="478"/>
          <ac:spMkLst>
            <pc:docMk/>
            <pc:sldMk cId="1025516335" sldId="270"/>
            <ac:spMk id="8" creationId="{B27E653A-0718-0F1A-E3D9-D637338E54BF}"/>
          </ac:spMkLst>
        </pc:spChg>
        <pc:spChg chg="del">
          <ac:chgData name="Phyo Thaw" userId="16eb5ffc8e637809" providerId="LiveId" clId="{297C8A2B-5CF5-4B01-A5AD-C37A4993D11E}" dt="2025-04-11T06:47:23.392" v="3827" actId="478"/>
          <ac:spMkLst>
            <pc:docMk/>
            <pc:sldMk cId="1025516335" sldId="270"/>
            <ac:spMk id="9" creationId="{477DFAE2-F726-5764-FF62-15D4584C0430}"/>
          </ac:spMkLst>
        </pc:spChg>
        <pc:spChg chg="del">
          <ac:chgData name="Phyo Thaw" userId="16eb5ffc8e637809" providerId="LiveId" clId="{297C8A2B-5CF5-4B01-A5AD-C37A4993D11E}" dt="2025-04-11T06:47:23.392" v="3827" actId="478"/>
          <ac:spMkLst>
            <pc:docMk/>
            <pc:sldMk cId="1025516335" sldId="270"/>
            <ac:spMk id="10" creationId="{B2E75654-02E6-6387-9978-49711AB7E297}"/>
          </ac:spMkLst>
        </pc:spChg>
        <pc:spChg chg="add mod">
          <ac:chgData name="Phyo Thaw" userId="16eb5ffc8e637809" providerId="LiveId" clId="{297C8A2B-5CF5-4B01-A5AD-C37A4993D11E}" dt="2025-04-11T06:51:19.275" v="4111" actId="1076"/>
          <ac:spMkLst>
            <pc:docMk/>
            <pc:sldMk cId="1025516335" sldId="270"/>
            <ac:spMk id="11" creationId="{43943976-BB0D-8313-CE02-9E69DE715BFC}"/>
          </ac:spMkLst>
        </pc:spChg>
        <pc:spChg chg="del">
          <ac:chgData name="Phyo Thaw" userId="16eb5ffc8e637809" providerId="LiveId" clId="{297C8A2B-5CF5-4B01-A5AD-C37A4993D11E}" dt="2025-04-11T06:47:23.392" v="3827" actId="478"/>
          <ac:spMkLst>
            <pc:docMk/>
            <pc:sldMk cId="1025516335" sldId="270"/>
            <ac:spMk id="12" creationId="{2E7D11F1-49BB-7D1C-BA00-BBB8EF9CA834}"/>
          </ac:spMkLst>
        </pc:spChg>
        <pc:spChg chg="del">
          <ac:chgData name="Phyo Thaw" userId="16eb5ffc8e637809" providerId="LiveId" clId="{297C8A2B-5CF5-4B01-A5AD-C37A4993D11E}" dt="2025-04-11T06:47:23.392" v="3827" actId="478"/>
          <ac:spMkLst>
            <pc:docMk/>
            <pc:sldMk cId="1025516335" sldId="270"/>
            <ac:spMk id="15" creationId="{511F7154-9190-2CB1-B5B6-DCDA9EE93262}"/>
          </ac:spMkLst>
        </pc:spChg>
        <pc:graphicFrameChg chg="del">
          <ac:chgData name="Phyo Thaw" userId="16eb5ffc8e637809" providerId="LiveId" clId="{297C8A2B-5CF5-4B01-A5AD-C37A4993D11E}" dt="2025-04-11T06:47:23.392" v="3827" actId="478"/>
          <ac:graphicFrameMkLst>
            <pc:docMk/>
            <pc:sldMk cId="1025516335" sldId="270"/>
            <ac:graphicFrameMk id="6" creationId="{9B59105A-CCAB-8A46-125E-CA917CAD318E}"/>
          </ac:graphicFrameMkLst>
        </pc:graphicFrameChg>
        <pc:picChg chg="add mod ord">
          <ac:chgData name="Phyo Thaw" userId="16eb5ffc8e637809" providerId="LiveId" clId="{297C8A2B-5CF5-4B01-A5AD-C37A4993D11E}" dt="2025-04-11T06:48:20.777" v="3832" actId="1076"/>
          <ac:picMkLst>
            <pc:docMk/>
            <pc:sldMk cId="1025516335" sldId="270"/>
            <ac:picMk id="7" creationId="{7FCC246C-C5DC-CB31-88CB-A860198E8E78}"/>
          </ac:picMkLst>
        </pc:picChg>
      </pc:sldChg>
      <pc:sldChg chg="addSp delSp modSp new mod setBg">
        <pc:chgData name="Phyo Thaw" userId="16eb5ffc8e637809" providerId="LiveId" clId="{297C8A2B-5CF5-4B01-A5AD-C37A4993D11E}" dt="2025-04-11T07:24:05.274" v="4711" actId="1076"/>
        <pc:sldMkLst>
          <pc:docMk/>
          <pc:sldMk cId="1197976060" sldId="271"/>
        </pc:sldMkLst>
        <pc:spChg chg="mod">
          <ac:chgData name="Phyo Thaw" userId="16eb5ffc8e637809" providerId="LiveId" clId="{297C8A2B-5CF5-4B01-A5AD-C37A4993D11E}" dt="2025-04-11T06:52:48.755" v="4155" actId="1076"/>
          <ac:spMkLst>
            <pc:docMk/>
            <pc:sldMk cId="1197976060" sldId="271"/>
            <ac:spMk id="2" creationId="{BEE2F5FD-069C-F01A-5F55-50C0CF2FFC15}"/>
          </ac:spMkLst>
        </pc:spChg>
        <pc:spChg chg="del">
          <ac:chgData name="Phyo Thaw" userId="16eb5ffc8e637809" providerId="LiveId" clId="{297C8A2B-5CF5-4B01-A5AD-C37A4993D11E}" dt="2025-04-11T06:51:36.002" v="4115" actId="22"/>
          <ac:spMkLst>
            <pc:docMk/>
            <pc:sldMk cId="1197976060" sldId="271"/>
            <ac:spMk id="3" creationId="{50D004BE-B6B7-071D-8F16-0129EBCF6992}"/>
          </ac:spMkLst>
        </pc:spChg>
        <pc:spChg chg="add mod">
          <ac:chgData name="Phyo Thaw" userId="16eb5ffc8e637809" providerId="LiveId" clId="{297C8A2B-5CF5-4B01-A5AD-C37A4993D11E}" dt="2025-04-11T06:54:32.020" v="4302" actId="20577"/>
          <ac:spMkLst>
            <pc:docMk/>
            <pc:sldMk cId="1197976060" sldId="271"/>
            <ac:spMk id="8" creationId="{4764470A-4421-F395-8C49-CEF29CCC5B4E}"/>
          </ac:spMkLst>
        </pc:spChg>
        <pc:spChg chg="add del">
          <ac:chgData name="Phyo Thaw" userId="16eb5ffc8e637809" providerId="LiveId" clId="{297C8A2B-5CF5-4B01-A5AD-C37A4993D11E}" dt="2025-04-11T06:55:17.046" v="4304" actId="22"/>
          <ac:spMkLst>
            <pc:docMk/>
            <pc:sldMk cId="1197976060" sldId="271"/>
            <ac:spMk id="10" creationId="{35B173CB-71BA-EA6C-5959-5813B58A9544}"/>
          </ac:spMkLst>
        </pc:spChg>
        <pc:spChg chg="add del mod">
          <ac:chgData name="Phyo Thaw" userId="16eb5ffc8e637809" providerId="LiveId" clId="{297C8A2B-5CF5-4B01-A5AD-C37A4993D11E}" dt="2025-04-11T07:06:55.972" v="4589" actId="22"/>
          <ac:spMkLst>
            <pc:docMk/>
            <pc:sldMk cId="1197976060" sldId="271"/>
            <ac:spMk id="16" creationId="{9941AE6F-A5EF-1965-27E6-DC9B28BD11D5}"/>
          </ac:spMkLst>
        </pc:spChg>
        <pc:spChg chg="add del mod">
          <ac:chgData name="Phyo Thaw" userId="16eb5ffc8e637809" providerId="LiveId" clId="{297C8A2B-5CF5-4B01-A5AD-C37A4993D11E}" dt="2025-04-11T07:23:55.941" v="4702"/>
          <ac:spMkLst>
            <pc:docMk/>
            <pc:sldMk cId="1197976060" sldId="271"/>
            <ac:spMk id="20" creationId="{A2CB0345-1BB3-AAE1-9F50-45EA5435BBD4}"/>
          </ac:spMkLst>
        </pc:spChg>
        <pc:graphicFrameChg chg="add del mod modGraphic">
          <ac:chgData name="Phyo Thaw" userId="16eb5ffc8e637809" providerId="LiveId" clId="{297C8A2B-5CF5-4B01-A5AD-C37A4993D11E}" dt="2025-04-11T06:55:45.573" v="4311" actId="478"/>
          <ac:graphicFrameMkLst>
            <pc:docMk/>
            <pc:sldMk cId="1197976060" sldId="271"/>
            <ac:graphicFrameMk id="11" creationId="{EE88996B-C413-0161-B982-2F72E6E4B6E0}"/>
          </ac:graphicFrameMkLst>
        </pc:graphicFrameChg>
        <pc:graphicFrameChg chg="add del mod modGraphic">
          <ac:chgData name="Phyo Thaw" userId="16eb5ffc8e637809" providerId="LiveId" clId="{297C8A2B-5CF5-4B01-A5AD-C37A4993D11E}" dt="2025-04-11T06:59:24.708" v="4479" actId="478"/>
          <ac:graphicFrameMkLst>
            <pc:docMk/>
            <pc:sldMk cId="1197976060" sldId="271"/>
            <ac:graphicFrameMk id="12" creationId="{7E5C8B5C-EFA3-3D95-896E-5050C836B138}"/>
          </ac:graphicFrameMkLst>
        </pc:graphicFrameChg>
        <pc:picChg chg="add del">
          <ac:chgData name="Phyo Thaw" userId="16eb5ffc8e637809" providerId="LiveId" clId="{297C8A2B-5CF5-4B01-A5AD-C37A4993D11E}" dt="2025-04-11T06:51:34.524" v="4114" actId="22"/>
          <ac:picMkLst>
            <pc:docMk/>
            <pc:sldMk cId="1197976060" sldId="271"/>
            <ac:picMk id="5" creationId="{3AA8278D-D502-C3A6-6162-00BEC1989E5F}"/>
          </ac:picMkLst>
        </pc:picChg>
        <pc:picChg chg="add del mod ord">
          <ac:chgData name="Phyo Thaw" userId="16eb5ffc8e637809" providerId="LiveId" clId="{297C8A2B-5CF5-4B01-A5AD-C37A4993D11E}" dt="2025-04-11T07:06:49.210" v="4588" actId="478"/>
          <ac:picMkLst>
            <pc:docMk/>
            <pc:sldMk cId="1197976060" sldId="271"/>
            <ac:picMk id="7" creationId="{4D0380FA-13E4-306D-969B-0A29BEF880E7}"/>
          </ac:picMkLst>
        </pc:picChg>
        <pc:picChg chg="add mod">
          <ac:chgData name="Phyo Thaw" userId="16eb5ffc8e637809" providerId="LiveId" clId="{297C8A2B-5CF5-4B01-A5AD-C37A4993D11E}" dt="2025-04-11T06:59:49.805" v="4485" actId="1440"/>
          <ac:picMkLst>
            <pc:docMk/>
            <pc:sldMk cId="1197976060" sldId="271"/>
            <ac:picMk id="14" creationId="{5646EC12-7AB9-D4E2-C78C-D6BCD4CEDBA0}"/>
          </ac:picMkLst>
        </pc:picChg>
        <pc:picChg chg="add del mod ord">
          <ac:chgData name="Phyo Thaw" userId="16eb5ffc8e637809" providerId="LiveId" clId="{297C8A2B-5CF5-4B01-A5AD-C37A4993D11E}" dt="2025-04-11T07:23:50.205" v="4699" actId="478"/>
          <ac:picMkLst>
            <pc:docMk/>
            <pc:sldMk cId="1197976060" sldId="271"/>
            <ac:picMk id="18" creationId="{EBE33ADA-884E-0FC0-4CE9-B49F9F34B873}"/>
          </ac:picMkLst>
        </pc:picChg>
        <pc:picChg chg="add del">
          <ac:chgData name="Phyo Thaw" userId="16eb5ffc8e637809" providerId="LiveId" clId="{297C8A2B-5CF5-4B01-A5AD-C37A4993D11E}" dt="2025-04-11T07:23:54.355" v="4701" actId="21"/>
          <ac:picMkLst>
            <pc:docMk/>
            <pc:sldMk cId="1197976060" sldId="271"/>
            <ac:picMk id="22" creationId="{4904533D-D573-191B-C409-541640C320A5}"/>
          </ac:picMkLst>
        </pc:picChg>
        <pc:picChg chg="add mod">
          <ac:chgData name="Phyo Thaw" userId="16eb5ffc8e637809" providerId="LiveId" clId="{297C8A2B-5CF5-4B01-A5AD-C37A4993D11E}" dt="2025-04-11T07:24:05.274" v="4711" actId="1076"/>
          <ac:picMkLst>
            <pc:docMk/>
            <pc:sldMk cId="1197976060" sldId="271"/>
            <ac:picMk id="23" creationId="{4904533D-D573-191B-C409-541640C320A5}"/>
          </ac:picMkLst>
        </pc:picChg>
      </pc:sldChg>
      <pc:sldChg chg="addSp delSp modSp add mod">
        <pc:chgData name="Phyo Thaw" userId="16eb5ffc8e637809" providerId="LiveId" clId="{297C8A2B-5CF5-4B01-A5AD-C37A4993D11E}" dt="2025-04-11T07:26:33.864" v="4743" actId="20577"/>
        <pc:sldMkLst>
          <pc:docMk/>
          <pc:sldMk cId="3729917495" sldId="272"/>
        </pc:sldMkLst>
        <pc:spChg chg="mod">
          <ac:chgData name="Phyo Thaw" userId="16eb5ffc8e637809" providerId="LiveId" clId="{297C8A2B-5CF5-4B01-A5AD-C37A4993D11E}" dt="2025-04-11T07:01:24.549" v="4547" actId="20577"/>
          <ac:spMkLst>
            <pc:docMk/>
            <pc:sldMk cId="3729917495" sldId="272"/>
            <ac:spMk id="2" creationId="{B385ACE9-7040-A9DA-ED33-860A81DE7067}"/>
          </ac:spMkLst>
        </pc:spChg>
        <pc:spChg chg="add del mod">
          <ac:chgData name="Phyo Thaw" userId="16eb5ffc8e637809" providerId="LiveId" clId="{297C8A2B-5CF5-4B01-A5AD-C37A4993D11E}" dt="2025-04-11T07:01:39.142" v="4557" actId="478"/>
          <ac:spMkLst>
            <pc:docMk/>
            <pc:sldMk cId="3729917495" sldId="272"/>
            <ac:spMk id="4" creationId="{52649BDC-C53B-3EBA-37BD-1E058D7FB429}"/>
          </ac:spMkLst>
        </pc:spChg>
        <pc:spChg chg="del">
          <ac:chgData name="Phyo Thaw" userId="16eb5ffc8e637809" providerId="LiveId" clId="{297C8A2B-5CF5-4B01-A5AD-C37A4993D11E}" dt="2025-04-11T07:00:22.663" v="4487" actId="478"/>
          <ac:spMkLst>
            <pc:docMk/>
            <pc:sldMk cId="3729917495" sldId="272"/>
            <ac:spMk id="8" creationId="{74E1D750-4A5B-4AC3-51E5-F67C427FCE14}"/>
          </ac:spMkLst>
        </pc:spChg>
        <pc:spChg chg="add mod">
          <ac:chgData name="Phyo Thaw" userId="16eb5ffc8e637809" providerId="LiveId" clId="{297C8A2B-5CF5-4B01-A5AD-C37A4993D11E}" dt="2025-04-11T07:25:57.929" v="4737" actId="20577"/>
          <ac:spMkLst>
            <pc:docMk/>
            <pc:sldMk cId="3729917495" sldId="272"/>
            <ac:spMk id="11" creationId="{CC010E3A-9114-7017-503E-5CB618B786F5}"/>
          </ac:spMkLst>
        </pc:spChg>
        <pc:spChg chg="add">
          <ac:chgData name="Phyo Thaw" userId="16eb5ffc8e637809" providerId="LiveId" clId="{297C8A2B-5CF5-4B01-A5AD-C37A4993D11E}" dt="2025-04-11T07:04:04.277" v="4564"/>
          <ac:spMkLst>
            <pc:docMk/>
            <pc:sldMk cId="3729917495" sldId="272"/>
            <ac:spMk id="12" creationId="{76D66049-39AE-922D-183B-E91CF22CA3E4}"/>
          </ac:spMkLst>
        </pc:spChg>
        <pc:spChg chg="add mod">
          <ac:chgData name="Phyo Thaw" userId="16eb5ffc8e637809" providerId="LiveId" clId="{297C8A2B-5CF5-4B01-A5AD-C37A4993D11E}" dt="2025-04-11T07:26:33.864" v="4743" actId="20577"/>
          <ac:spMkLst>
            <pc:docMk/>
            <pc:sldMk cId="3729917495" sldId="272"/>
            <ac:spMk id="13" creationId="{20B3E444-602B-1307-1C35-B6287EDD7319}"/>
          </ac:spMkLst>
        </pc:spChg>
        <pc:spChg chg="add">
          <ac:chgData name="Phyo Thaw" userId="16eb5ffc8e637809" providerId="LiveId" clId="{297C8A2B-5CF5-4B01-A5AD-C37A4993D11E}" dt="2025-04-11T07:05:11.727" v="4580"/>
          <ac:spMkLst>
            <pc:docMk/>
            <pc:sldMk cId="3729917495" sldId="272"/>
            <ac:spMk id="15" creationId="{D4FAC21D-83EA-832F-9FE9-B7CE625A4C1B}"/>
          </ac:spMkLst>
        </pc:spChg>
        <pc:picChg chg="add del mod">
          <ac:chgData name="Phyo Thaw" userId="16eb5ffc8e637809" providerId="LiveId" clId="{297C8A2B-5CF5-4B01-A5AD-C37A4993D11E}" dt="2025-04-11T07:09:20.645" v="4665" actId="478"/>
          <ac:picMkLst>
            <pc:docMk/>
            <pc:sldMk cId="3729917495" sldId="272"/>
            <ac:picMk id="6" creationId="{B77DA0F7-D33F-1673-69A6-C6FC04E4752D}"/>
          </ac:picMkLst>
        </pc:picChg>
        <pc:picChg chg="del">
          <ac:chgData name="Phyo Thaw" userId="16eb5ffc8e637809" providerId="LiveId" clId="{297C8A2B-5CF5-4B01-A5AD-C37A4993D11E}" dt="2025-04-11T07:00:22.663" v="4487" actId="478"/>
          <ac:picMkLst>
            <pc:docMk/>
            <pc:sldMk cId="3729917495" sldId="272"/>
            <ac:picMk id="7" creationId="{80E0E6C6-E835-7352-D266-A0B03185AD3C}"/>
          </ac:picMkLst>
        </pc:picChg>
        <pc:picChg chg="add del mod">
          <ac:chgData name="Phyo Thaw" userId="16eb5ffc8e637809" providerId="LiveId" clId="{297C8A2B-5CF5-4B01-A5AD-C37A4993D11E}" dt="2025-04-11T07:09:42.864" v="4679" actId="478"/>
          <ac:picMkLst>
            <pc:docMk/>
            <pc:sldMk cId="3729917495" sldId="272"/>
            <ac:picMk id="10" creationId="{10155C17-48DC-0530-BCAD-DF1817081E8B}"/>
          </ac:picMkLst>
        </pc:picChg>
        <pc:picChg chg="del">
          <ac:chgData name="Phyo Thaw" userId="16eb5ffc8e637809" providerId="LiveId" clId="{297C8A2B-5CF5-4B01-A5AD-C37A4993D11E}" dt="2025-04-11T07:00:22.663" v="4487" actId="478"/>
          <ac:picMkLst>
            <pc:docMk/>
            <pc:sldMk cId="3729917495" sldId="272"/>
            <ac:picMk id="14" creationId="{A66C66A8-0696-6C7A-2128-CA697CC0856F}"/>
          </ac:picMkLst>
        </pc:picChg>
        <pc:picChg chg="add del mod">
          <ac:chgData name="Phyo Thaw" userId="16eb5ffc8e637809" providerId="LiveId" clId="{297C8A2B-5CF5-4B01-A5AD-C37A4993D11E}" dt="2025-04-11T07:24:34.738" v="4712" actId="478"/>
          <ac:picMkLst>
            <pc:docMk/>
            <pc:sldMk cId="3729917495" sldId="272"/>
            <ac:picMk id="17" creationId="{D5E8D88C-E218-B5F6-C1AC-FE2D53BDC89E}"/>
          </ac:picMkLst>
        </pc:picChg>
        <pc:picChg chg="add del mod">
          <ac:chgData name="Phyo Thaw" userId="16eb5ffc8e637809" providerId="LiveId" clId="{297C8A2B-5CF5-4B01-A5AD-C37A4993D11E}" dt="2025-04-11T07:24:48.260" v="4721" actId="478"/>
          <ac:picMkLst>
            <pc:docMk/>
            <pc:sldMk cId="3729917495" sldId="272"/>
            <ac:picMk id="19" creationId="{3DB98409-91A6-B0D2-3A75-8BF4AFE46292}"/>
          </ac:picMkLst>
        </pc:picChg>
        <pc:picChg chg="add mod">
          <ac:chgData name="Phyo Thaw" userId="16eb5ffc8e637809" providerId="LiveId" clId="{297C8A2B-5CF5-4B01-A5AD-C37A4993D11E}" dt="2025-04-11T07:24:39.918" v="4720" actId="1076"/>
          <ac:picMkLst>
            <pc:docMk/>
            <pc:sldMk cId="3729917495" sldId="272"/>
            <ac:picMk id="21" creationId="{A4703AE0-7C62-FCB3-F545-4C0839D880F0}"/>
          </ac:picMkLst>
        </pc:picChg>
        <pc:picChg chg="add mod">
          <ac:chgData name="Phyo Thaw" userId="16eb5ffc8e637809" providerId="LiveId" clId="{297C8A2B-5CF5-4B01-A5AD-C37A4993D11E}" dt="2025-04-11T07:24:57.672" v="4733" actId="1076"/>
          <ac:picMkLst>
            <pc:docMk/>
            <pc:sldMk cId="3729917495" sldId="272"/>
            <ac:picMk id="23" creationId="{D55F58E9-B3C0-3D4C-E049-29E1C54DD50E}"/>
          </ac:picMkLst>
        </pc:picChg>
      </pc:sldChg>
      <pc:sldChg chg="addSp delSp modSp add mod">
        <pc:chgData name="Phyo Thaw" userId="16eb5ffc8e637809" providerId="LiveId" clId="{297C8A2B-5CF5-4B01-A5AD-C37A4993D11E}" dt="2025-04-11T07:29:07.195" v="4802" actId="20577"/>
        <pc:sldMkLst>
          <pc:docMk/>
          <pc:sldMk cId="1476231696" sldId="273"/>
        </pc:sldMkLst>
        <pc:spChg chg="mod">
          <ac:chgData name="Phyo Thaw" userId="16eb5ffc8e637809" providerId="LiveId" clId="{297C8A2B-5CF5-4B01-A5AD-C37A4993D11E}" dt="2025-04-11T07:27:46.761" v="4779" actId="20577"/>
          <ac:spMkLst>
            <pc:docMk/>
            <pc:sldMk cId="1476231696" sldId="273"/>
            <ac:spMk id="2" creationId="{E0C8CE2C-EE36-4A42-D9DA-8B72DBA0B659}"/>
          </ac:spMkLst>
        </pc:spChg>
        <pc:spChg chg="del">
          <ac:chgData name="Phyo Thaw" userId="16eb5ffc8e637809" providerId="LiveId" clId="{297C8A2B-5CF5-4B01-A5AD-C37A4993D11E}" dt="2025-04-11T07:08:09.871" v="4664" actId="478"/>
          <ac:spMkLst>
            <pc:docMk/>
            <pc:sldMk cId="1476231696" sldId="273"/>
            <ac:spMk id="11" creationId="{6DC3A922-ABEA-5358-5975-BB5581471B0C}"/>
          </ac:spMkLst>
        </pc:spChg>
        <pc:spChg chg="mod">
          <ac:chgData name="Phyo Thaw" userId="16eb5ffc8e637809" providerId="LiveId" clId="{297C8A2B-5CF5-4B01-A5AD-C37A4993D11E}" dt="2025-04-11T07:29:07.195" v="4802" actId="20577"/>
          <ac:spMkLst>
            <pc:docMk/>
            <pc:sldMk cId="1476231696" sldId="273"/>
            <ac:spMk id="13" creationId="{2117CA15-F6AC-180E-2A32-0DB65BEB145E}"/>
          </ac:spMkLst>
        </pc:spChg>
        <pc:picChg chg="add mod">
          <ac:chgData name="Phyo Thaw" userId="16eb5ffc8e637809" providerId="LiveId" clId="{297C8A2B-5CF5-4B01-A5AD-C37A4993D11E}" dt="2025-04-11T07:28:33.296" v="4790" actId="1076"/>
          <ac:picMkLst>
            <pc:docMk/>
            <pc:sldMk cId="1476231696" sldId="273"/>
            <ac:picMk id="4" creationId="{2C35F636-0AF0-D692-B7E1-B74AF44195D3}"/>
          </ac:picMkLst>
        </pc:picChg>
        <pc:picChg chg="del">
          <ac:chgData name="Phyo Thaw" userId="16eb5ffc8e637809" providerId="LiveId" clId="{297C8A2B-5CF5-4B01-A5AD-C37A4993D11E}" dt="2025-04-11T07:08:06.162" v="4663" actId="478"/>
          <ac:picMkLst>
            <pc:docMk/>
            <pc:sldMk cId="1476231696" sldId="273"/>
            <ac:picMk id="6" creationId="{21E336C5-A8D9-8079-17BA-F0126663EB98}"/>
          </ac:picMkLst>
        </pc:picChg>
        <pc:picChg chg="del">
          <ac:chgData name="Phyo Thaw" userId="16eb5ffc8e637809" providerId="LiveId" clId="{297C8A2B-5CF5-4B01-A5AD-C37A4993D11E}" dt="2025-04-11T07:27:49.062" v="4780" actId="478"/>
          <ac:picMkLst>
            <pc:docMk/>
            <pc:sldMk cId="1476231696" sldId="273"/>
            <ac:picMk id="10" creationId="{45383A24-F7A2-DC57-FD7F-C1D52D59B7C0}"/>
          </ac:picMkLst>
        </pc:picChg>
      </pc:sldChg>
      <pc:sldChg chg="modSp add ord">
        <pc:chgData name="Phyo Thaw" userId="16eb5ffc8e637809" providerId="LiveId" clId="{297C8A2B-5CF5-4B01-A5AD-C37A4993D11E}" dt="2025-04-11T07:07:36.959" v="4662" actId="20577"/>
        <pc:sldMkLst>
          <pc:docMk/>
          <pc:sldMk cId="2317755077" sldId="274"/>
        </pc:sldMkLst>
        <pc:spChg chg="mod">
          <ac:chgData name="Phyo Thaw" userId="16eb5ffc8e637809" providerId="LiveId" clId="{297C8A2B-5CF5-4B01-A5AD-C37A4993D11E}" dt="2025-04-11T07:07:36.959" v="4662" actId="20577"/>
          <ac:spMkLst>
            <pc:docMk/>
            <pc:sldMk cId="2317755077" sldId="274"/>
            <ac:spMk id="2" creationId="{A0BF8DAE-D355-06F8-AF10-376F980FD0E1}"/>
          </ac:spMkLst>
        </pc:spChg>
      </pc:sldChg>
      <pc:sldChg chg="new del">
        <pc:chgData name="Phyo Thaw" userId="16eb5ffc8e637809" providerId="LiveId" clId="{297C8A2B-5CF5-4B01-A5AD-C37A4993D11E}" dt="2025-04-11T07:36:47.152" v="4804" actId="47"/>
        <pc:sldMkLst>
          <pc:docMk/>
          <pc:sldMk cId="209880840" sldId="275"/>
        </pc:sldMkLst>
      </pc:sldChg>
      <pc:sldChg chg="addSp delSp modSp add mod">
        <pc:chgData name="Phyo Thaw" userId="16eb5ffc8e637809" providerId="LiveId" clId="{297C8A2B-5CF5-4B01-A5AD-C37A4993D11E}" dt="2025-04-11T07:39:42.096" v="4866" actId="14100"/>
        <pc:sldMkLst>
          <pc:docMk/>
          <pc:sldMk cId="1001782043" sldId="275"/>
        </pc:sldMkLst>
        <pc:spChg chg="mod">
          <ac:chgData name="Phyo Thaw" userId="16eb5ffc8e637809" providerId="LiveId" clId="{297C8A2B-5CF5-4B01-A5AD-C37A4993D11E}" dt="2025-04-11T07:37:46.022" v="4829" actId="20577"/>
          <ac:spMkLst>
            <pc:docMk/>
            <pc:sldMk cId="1001782043" sldId="275"/>
            <ac:spMk id="2" creationId="{977DB1CD-1DA6-BB0D-39EB-B11CA049BD07}"/>
          </ac:spMkLst>
        </pc:spChg>
        <pc:spChg chg="mod">
          <ac:chgData name="Phyo Thaw" userId="16eb5ffc8e637809" providerId="LiveId" clId="{297C8A2B-5CF5-4B01-A5AD-C37A4993D11E}" dt="2025-04-11T07:39:25.408" v="4863" actId="20577"/>
          <ac:spMkLst>
            <pc:docMk/>
            <pc:sldMk cId="1001782043" sldId="275"/>
            <ac:spMk id="13" creationId="{67E13EC9-BB49-C9CC-78CF-DCC4D1495053}"/>
          </ac:spMkLst>
        </pc:spChg>
        <pc:picChg chg="del">
          <ac:chgData name="Phyo Thaw" userId="16eb5ffc8e637809" providerId="LiveId" clId="{297C8A2B-5CF5-4B01-A5AD-C37A4993D11E}" dt="2025-04-11T07:36:54.529" v="4806" actId="478"/>
          <ac:picMkLst>
            <pc:docMk/>
            <pc:sldMk cId="1001782043" sldId="275"/>
            <ac:picMk id="4" creationId="{BB589893-4C3A-946C-6197-DE9F074F3345}"/>
          </ac:picMkLst>
        </pc:picChg>
        <pc:picChg chg="add mod">
          <ac:chgData name="Phyo Thaw" userId="16eb5ffc8e637809" providerId="LiveId" clId="{297C8A2B-5CF5-4B01-A5AD-C37A4993D11E}" dt="2025-04-11T07:39:42.096" v="4866" actId="14100"/>
          <ac:picMkLst>
            <pc:docMk/>
            <pc:sldMk cId="1001782043" sldId="275"/>
            <ac:picMk id="5" creationId="{CE69C4E4-B242-E6DD-8476-17AC69329D8A}"/>
          </ac:picMkLst>
        </pc:picChg>
      </pc:sldChg>
      <pc:sldChg chg="addSp delSp modSp add mod">
        <pc:chgData name="Phyo Thaw" userId="16eb5ffc8e637809" providerId="LiveId" clId="{297C8A2B-5CF5-4B01-A5AD-C37A4993D11E}" dt="2025-04-11T07:39:34.701" v="4865" actId="20577"/>
        <pc:sldMkLst>
          <pc:docMk/>
          <pc:sldMk cId="3461749606" sldId="276"/>
        </pc:sldMkLst>
        <pc:spChg chg="mod">
          <ac:chgData name="Phyo Thaw" userId="16eb5ffc8e637809" providerId="LiveId" clId="{297C8A2B-5CF5-4B01-A5AD-C37A4993D11E}" dt="2025-04-11T07:38:40.977" v="4841" actId="20577"/>
          <ac:spMkLst>
            <pc:docMk/>
            <pc:sldMk cId="3461749606" sldId="276"/>
            <ac:spMk id="2" creationId="{DC398CD5-160A-8823-6785-9CD459AD5557}"/>
          </ac:spMkLst>
        </pc:spChg>
        <pc:spChg chg="mod">
          <ac:chgData name="Phyo Thaw" userId="16eb5ffc8e637809" providerId="LiveId" clId="{297C8A2B-5CF5-4B01-A5AD-C37A4993D11E}" dt="2025-04-11T07:39:34.701" v="4865" actId="20577"/>
          <ac:spMkLst>
            <pc:docMk/>
            <pc:sldMk cId="3461749606" sldId="276"/>
            <ac:spMk id="13" creationId="{0BE62EC0-319C-E854-CC7C-D1E944951B36}"/>
          </ac:spMkLst>
        </pc:spChg>
        <pc:picChg chg="add mod">
          <ac:chgData name="Phyo Thaw" userId="16eb5ffc8e637809" providerId="LiveId" clId="{297C8A2B-5CF5-4B01-A5AD-C37A4993D11E}" dt="2025-04-11T07:39:02.465" v="4847" actId="1076"/>
          <ac:picMkLst>
            <pc:docMk/>
            <pc:sldMk cId="3461749606" sldId="276"/>
            <ac:picMk id="4" creationId="{A8DC0EDB-8A2D-A87D-4ED3-B6C6429C5730}"/>
          </ac:picMkLst>
        </pc:picChg>
        <pc:picChg chg="del">
          <ac:chgData name="Phyo Thaw" userId="16eb5ffc8e637809" providerId="LiveId" clId="{297C8A2B-5CF5-4B01-A5AD-C37A4993D11E}" dt="2025-04-11T07:38:43.828" v="4842" actId="478"/>
          <ac:picMkLst>
            <pc:docMk/>
            <pc:sldMk cId="3461749606" sldId="276"/>
            <ac:picMk id="5" creationId="{3A8402DB-6883-5296-43C4-C92B42355698}"/>
          </ac:picMkLst>
        </pc:picChg>
      </pc:sldChg>
      <pc:sldChg chg="addSp delSp modSp add mod">
        <pc:chgData name="Phyo Thaw" userId="16eb5ffc8e637809" providerId="LiveId" clId="{297C8A2B-5CF5-4B01-A5AD-C37A4993D11E}" dt="2025-04-11T07:41:58.080" v="4896" actId="1076"/>
        <pc:sldMkLst>
          <pc:docMk/>
          <pc:sldMk cId="4154022137" sldId="277"/>
        </pc:sldMkLst>
        <pc:spChg chg="mod">
          <ac:chgData name="Phyo Thaw" userId="16eb5ffc8e637809" providerId="LiveId" clId="{297C8A2B-5CF5-4B01-A5AD-C37A4993D11E}" dt="2025-04-11T07:41:43.898" v="4894" actId="20577"/>
          <ac:spMkLst>
            <pc:docMk/>
            <pc:sldMk cId="4154022137" sldId="277"/>
            <ac:spMk id="2" creationId="{D5665267-8758-3410-6393-2A68FF34D33E}"/>
          </ac:spMkLst>
        </pc:spChg>
        <pc:spChg chg="mod">
          <ac:chgData name="Phyo Thaw" userId="16eb5ffc8e637809" providerId="LiveId" clId="{297C8A2B-5CF5-4B01-A5AD-C37A4993D11E}" dt="2025-04-11T07:41:56.504" v="4895" actId="1076"/>
          <ac:spMkLst>
            <pc:docMk/>
            <pc:sldMk cId="4154022137" sldId="277"/>
            <ac:spMk id="13" creationId="{D275F5F0-81C6-FA18-DFB3-4809C4B1E717}"/>
          </ac:spMkLst>
        </pc:spChg>
        <pc:picChg chg="del">
          <ac:chgData name="Phyo Thaw" userId="16eb5ffc8e637809" providerId="LiveId" clId="{297C8A2B-5CF5-4B01-A5AD-C37A4993D11E}" dt="2025-04-11T07:40:35.564" v="4868" actId="478"/>
          <ac:picMkLst>
            <pc:docMk/>
            <pc:sldMk cId="4154022137" sldId="277"/>
            <ac:picMk id="4" creationId="{CAEF097A-0398-05AF-A715-D4E4FDB9E5FC}"/>
          </ac:picMkLst>
        </pc:picChg>
        <pc:picChg chg="add mod">
          <ac:chgData name="Phyo Thaw" userId="16eb5ffc8e637809" providerId="LiveId" clId="{297C8A2B-5CF5-4B01-A5AD-C37A4993D11E}" dt="2025-04-11T07:40:44.230" v="4873" actId="1076"/>
          <ac:picMkLst>
            <pc:docMk/>
            <pc:sldMk cId="4154022137" sldId="277"/>
            <ac:picMk id="5" creationId="{B5411E50-F0BA-4567-B89B-715CB23B6AF3}"/>
          </ac:picMkLst>
        </pc:picChg>
        <pc:picChg chg="add mod">
          <ac:chgData name="Phyo Thaw" userId="16eb5ffc8e637809" providerId="LiveId" clId="{297C8A2B-5CF5-4B01-A5AD-C37A4993D11E}" dt="2025-04-11T07:41:58.080" v="4896" actId="1076"/>
          <ac:picMkLst>
            <pc:docMk/>
            <pc:sldMk cId="4154022137" sldId="277"/>
            <ac:picMk id="7" creationId="{FA93233B-691F-9A5B-90DC-6335C7F6523E}"/>
          </ac:picMkLst>
        </pc:picChg>
      </pc:sldChg>
      <pc:sldChg chg="addSp delSp modSp add mod ord">
        <pc:chgData name="Phyo Thaw" userId="16eb5ffc8e637809" providerId="LiveId" clId="{297C8A2B-5CF5-4B01-A5AD-C37A4993D11E}" dt="2025-04-11T07:47:45.837" v="4985" actId="13926"/>
        <pc:sldMkLst>
          <pc:docMk/>
          <pc:sldMk cId="3895956105" sldId="278"/>
        </pc:sldMkLst>
        <pc:spChg chg="mod">
          <ac:chgData name="Phyo Thaw" userId="16eb5ffc8e637809" providerId="LiveId" clId="{297C8A2B-5CF5-4B01-A5AD-C37A4993D11E}" dt="2025-04-11T07:44:17.344" v="4948" actId="14100"/>
          <ac:spMkLst>
            <pc:docMk/>
            <pc:sldMk cId="3895956105" sldId="278"/>
            <ac:spMk id="2" creationId="{0E904EE5-1D3E-D39E-F1FA-104C09D8D377}"/>
          </ac:spMkLst>
        </pc:spChg>
        <pc:spChg chg="mod">
          <ac:chgData name="Phyo Thaw" userId="16eb5ffc8e637809" providerId="LiveId" clId="{297C8A2B-5CF5-4B01-A5AD-C37A4993D11E}" dt="2025-04-11T07:47:45.837" v="4985" actId="13926"/>
          <ac:spMkLst>
            <pc:docMk/>
            <pc:sldMk cId="3895956105" sldId="278"/>
            <ac:spMk id="13" creationId="{93AFF782-AA69-E533-08BA-11556B6D9F89}"/>
          </ac:spMkLst>
        </pc:spChg>
        <pc:picChg chg="del">
          <ac:chgData name="Phyo Thaw" userId="16eb5ffc8e637809" providerId="LiveId" clId="{297C8A2B-5CF5-4B01-A5AD-C37A4993D11E}" dt="2025-04-11T07:44:24.763" v="4949" actId="478"/>
          <ac:picMkLst>
            <pc:docMk/>
            <pc:sldMk cId="3895956105" sldId="278"/>
            <ac:picMk id="4" creationId="{0EDD0289-5FC3-EEC6-A324-9CA0F606AAAC}"/>
          </ac:picMkLst>
        </pc:picChg>
        <pc:picChg chg="add mod modCrop">
          <ac:chgData name="Phyo Thaw" userId="16eb5ffc8e637809" providerId="LiveId" clId="{297C8A2B-5CF5-4B01-A5AD-C37A4993D11E}" dt="2025-04-11T07:44:43.505" v="4957" actId="14100"/>
          <ac:picMkLst>
            <pc:docMk/>
            <pc:sldMk cId="3895956105" sldId="278"/>
            <ac:picMk id="5" creationId="{11D90402-C1FC-ADD8-FED9-05EEA987E8C5}"/>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rgbClr val="002060"/>
                </a:solidFill>
                <a:latin typeface="+mn-lt"/>
                <a:ea typeface="+mn-ea"/>
                <a:cs typeface="+mn-cs"/>
              </a:defRPr>
            </a:pPr>
            <a:r>
              <a:rPr lang="en-US" sz="1400" dirty="0">
                <a:solidFill>
                  <a:srgbClr val="002060"/>
                </a:solidFill>
              </a:rPr>
              <a:t>Top 10 Industries with Highest 5-Year Returns</a:t>
            </a:r>
          </a:p>
        </c:rich>
      </c:tx>
      <c:overlay val="0"/>
      <c:spPr>
        <a:noFill/>
        <a:ln>
          <a:noFill/>
        </a:ln>
        <a:effectLst/>
      </c:spPr>
      <c:txPr>
        <a:bodyPr rot="0" spcFirstLastPara="1" vertOverflow="ellipsis" vert="horz" wrap="square" anchor="ctr" anchorCtr="1"/>
        <a:lstStyle/>
        <a:p>
          <a:pPr>
            <a:defRPr sz="2128" b="1" i="0" u="none" strike="noStrike" kern="1200" baseline="0">
              <a:solidFill>
                <a:srgbClr val="002060"/>
              </a:solidFill>
              <a:latin typeface="+mn-lt"/>
              <a:ea typeface="+mn-ea"/>
              <a:cs typeface="+mn-cs"/>
            </a:defRPr>
          </a:pPr>
          <a:endParaRPr lang="en-US"/>
        </a:p>
      </c:txPr>
    </c:title>
    <c:autoTitleDeleted val="0"/>
    <c:plotArea>
      <c:layout>
        <c:manualLayout>
          <c:layoutTarget val="inner"/>
          <c:xMode val="edge"/>
          <c:yMode val="edge"/>
          <c:x val="0.11058509661600942"/>
          <c:y val="0.20200472953273885"/>
          <c:w val="0.85923657690936783"/>
          <c:h val="0.43195126390823535"/>
        </c:manualLayout>
      </c:layout>
      <c:barChart>
        <c:barDir val="col"/>
        <c:grouping val="clustered"/>
        <c:varyColors val="1"/>
        <c:ser>
          <c:idx val="0"/>
          <c:order val="0"/>
          <c:tx>
            <c:strRef>
              <c:f>Sheet1!$B$1</c:f>
              <c:strCache>
                <c:ptCount val="1"/>
                <c:pt idx="0">
                  <c:v>Series 1</c:v>
                </c:pt>
              </c:strCache>
            </c:strRef>
          </c:tx>
          <c:invertIfNegative val="0"/>
          <c:dPt>
            <c:idx val="0"/>
            <c:invertIfNegative val="0"/>
            <c:bubble3D val="0"/>
            <c:spPr>
              <a:gradFill rotWithShape="1">
                <a:gsLst>
                  <a:gs pos="0">
                    <a:schemeClr val="accent1">
                      <a:tint val="94000"/>
                      <a:satMod val="100000"/>
                      <a:lumMod val="108000"/>
                    </a:schemeClr>
                  </a:gs>
                  <a:gs pos="50000">
                    <a:schemeClr val="accent1">
                      <a:tint val="98000"/>
                      <a:shade val="100000"/>
                      <a:satMod val="100000"/>
                      <a:lumMod val="100000"/>
                    </a:schemeClr>
                  </a:gs>
                  <a:gs pos="100000">
                    <a:schemeClr val="accent1">
                      <a:shade val="72000"/>
                      <a:satMod val="120000"/>
                      <a:lumMod val="100000"/>
                    </a:schemeClr>
                  </a:gs>
                </a:gsLst>
                <a:lin ang="5400000" scaled="0"/>
              </a:gradFill>
              <a:ln>
                <a:noFill/>
              </a:ln>
              <a:effectLst>
                <a:outerShdw blurRad="50800" dist="25400" dir="5400000" rotWithShape="0">
                  <a:srgbClr val="000000">
                    <a:alpha val="28000"/>
                  </a:srgbClr>
                </a:outerShdw>
              </a:effectLst>
            </c:spPr>
          </c:dPt>
          <c:dPt>
            <c:idx val="1"/>
            <c:invertIfNegative val="0"/>
            <c:bubble3D val="0"/>
            <c:spPr>
              <a:gradFill rotWithShape="1">
                <a:gsLst>
                  <a:gs pos="0">
                    <a:schemeClr val="accent2">
                      <a:tint val="94000"/>
                      <a:satMod val="100000"/>
                      <a:lumMod val="108000"/>
                    </a:schemeClr>
                  </a:gs>
                  <a:gs pos="50000">
                    <a:schemeClr val="accent2">
                      <a:tint val="98000"/>
                      <a:shade val="100000"/>
                      <a:satMod val="100000"/>
                      <a:lumMod val="100000"/>
                    </a:schemeClr>
                  </a:gs>
                  <a:gs pos="100000">
                    <a:schemeClr val="accent2">
                      <a:shade val="72000"/>
                      <a:satMod val="120000"/>
                      <a:lumMod val="100000"/>
                    </a:schemeClr>
                  </a:gs>
                </a:gsLst>
                <a:lin ang="5400000" scaled="0"/>
              </a:gradFill>
              <a:ln>
                <a:noFill/>
              </a:ln>
              <a:effectLst>
                <a:outerShdw blurRad="50800" dist="25400" dir="5400000" rotWithShape="0">
                  <a:srgbClr val="000000">
                    <a:alpha val="28000"/>
                  </a:srgbClr>
                </a:outerShdw>
              </a:effectLst>
            </c:spPr>
          </c:dPt>
          <c:dPt>
            <c:idx val="2"/>
            <c:invertIfNegative val="0"/>
            <c:bubble3D val="0"/>
            <c:spPr>
              <a:gradFill rotWithShape="1">
                <a:gsLst>
                  <a:gs pos="0">
                    <a:schemeClr val="accent3">
                      <a:tint val="94000"/>
                      <a:satMod val="100000"/>
                      <a:lumMod val="108000"/>
                    </a:schemeClr>
                  </a:gs>
                  <a:gs pos="50000">
                    <a:schemeClr val="accent3">
                      <a:tint val="98000"/>
                      <a:shade val="100000"/>
                      <a:satMod val="100000"/>
                      <a:lumMod val="100000"/>
                    </a:schemeClr>
                  </a:gs>
                  <a:gs pos="100000">
                    <a:schemeClr val="accent3">
                      <a:shade val="72000"/>
                      <a:satMod val="120000"/>
                      <a:lumMod val="100000"/>
                    </a:schemeClr>
                  </a:gs>
                </a:gsLst>
                <a:lin ang="5400000" scaled="0"/>
              </a:gradFill>
              <a:ln>
                <a:noFill/>
              </a:ln>
              <a:effectLst>
                <a:outerShdw blurRad="50800" dist="25400" dir="5400000" rotWithShape="0">
                  <a:srgbClr val="000000">
                    <a:alpha val="28000"/>
                  </a:srgbClr>
                </a:outerShdw>
              </a:effectLst>
            </c:spPr>
          </c:dPt>
          <c:dPt>
            <c:idx val="3"/>
            <c:invertIfNegative val="0"/>
            <c:bubble3D val="0"/>
            <c:spPr>
              <a:gradFill rotWithShape="1">
                <a:gsLst>
                  <a:gs pos="0">
                    <a:schemeClr val="accent4">
                      <a:tint val="94000"/>
                      <a:satMod val="100000"/>
                      <a:lumMod val="108000"/>
                    </a:schemeClr>
                  </a:gs>
                  <a:gs pos="50000">
                    <a:schemeClr val="accent4">
                      <a:tint val="98000"/>
                      <a:shade val="100000"/>
                      <a:satMod val="100000"/>
                      <a:lumMod val="100000"/>
                    </a:schemeClr>
                  </a:gs>
                  <a:gs pos="100000">
                    <a:schemeClr val="accent4">
                      <a:shade val="72000"/>
                      <a:satMod val="120000"/>
                      <a:lumMod val="100000"/>
                    </a:schemeClr>
                  </a:gs>
                </a:gsLst>
                <a:lin ang="5400000" scaled="0"/>
              </a:gradFill>
              <a:ln>
                <a:noFill/>
              </a:ln>
              <a:effectLst>
                <a:outerShdw blurRad="50800" dist="25400" dir="5400000" rotWithShape="0">
                  <a:srgbClr val="000000">
                    <a:alpha val="28000"/>
                  </a:srgbClr>
                </a:outerShdw>
              </a:effectLst>
            </c:spPr>
          </c:dPt>
          <c:dPt>
            <c:idx val="4"/>
            <c:invertIfNegative val="0"/>
            <c:bubble3D val="0"/>
            <c:spPr>
              <a:gradFill rotWithShape="1">
                <a:gsLst>
                  <a:gs pos="0">
                    <a:schemeClr val="accent5">
                      <a:tint val="94000"/>
                      <a:satMod val="100000"/>
                      <a:lumMod val="108000"/>
                    </a:schemeClr>
                  </a:gs>
                  <a:gs pos="50000">
                    <a:schemeClr val="accent5">
                      <a:tint val="98000"/>
                      <a:shade val="100000"/>
                      <a:satMod val="100000"/>
                      <a:lumMod val="100000"/>
                    </a:schemeClr>
                  </a:gs>
                  <a:gs pos="100000">
                    <a:schemeClr val="accent5">
                      <a:shade val="72000"/>
                      <a:satMod val="120000"/>
                      <a:lumMod val="100000"/>
                    </a:schemeClr>
                  </a:gs>
                </a:gsLst>
                <a:lin ang="5400000" scaled="0"/>
              </a:gradFill>
              <a:ln>
                <a:noFill/>
              </a:ln>
              <a:effectLst>
                <a:outerShdw blurRad="50800" dist="25400" dir="5400000" rotWithShape="0">
                  <a:srgbClr val="000000">
                    <a:alpha val="28000"/>
                  </a:srgbClr>
                </a:outerShdw>
              </a:effectLst>
            </c:spPr>
          </c:dPt>
          <c:dPt>
            <c:idx val="5"/>
            <c:invertIfNegative val="0"/>
            <c:bubble3D val="0"/>
            <c:spPr>
              <a:gradFill rotWithShape="1">
                <a:gsLst>
                  <a:gs pos="0">
                    <a:schemeClr val="accent6">
                      <a:tint val="94000"/>
                      <a:satMod val="100000"/>
                      <a:lumMod val="108000"/>
                    </a:schemeClr>
                  </a:gs>
                  <a:gs pos="50000">
                    <a:schemeClr val="accent6">
                      <a:tint val="98000"/>
                      <a:shade val="100000"/>
                      <a:satMod val="100000"/>
                      <a:lumMod val="100000"/>
                    </a:schemeClr>
                  </a:gs>
                  <a:gs pos="100000">
                    <a:schemeClr val="accent6">
                      <a:shade val="72000"/>
                      <a:satMod val="120000"/>
                      <a:lumMod val="100000"/>
                    </a:schemeClr>
                  </a:gs>
                </a:gsLst>
                <a:lin ang="5400000" scaled="0"/>
              </a:gradFill>
              <a:ln>
                <a:noFill/>
              </a:ln>
              <a:effectLst>
                <a:outerShdw blurRad="50800" dist="25400" dir="5400000" rotWithShape="0">
                  <a:srgbClr val="000000">
                    <a:alpha val="28000"/>
                  </a:srgbClr>
                </a:outerShdw>
              </a:effectLst>
            </c:spPr>
          </c:dPt>
          <c:dPt>
            <c:idx val="6"/>
            <c:invertIfNegative val="0"/>
            <c:bubble3D val="0"/>
            <c:spPr>
              <a:gradFill rotWithShape="1">
                <a:gsLst>
                  <a:gs pos="0">
                    <a:schemeClr val="accent1">
                      <a:lumMod val="60000"/>
                      <a:tint val="94000"/>
                      <a:satMod val="100000"/>
                      <a:lumMod val="108000"/>
                    </a:schemeClr>
                  </a:gs>
                  <a:gs pos="50000">
                    <a:schemeClr val="accent1">
                      <a:lumMod val="60000"/>
                      <a:tint val="98000"/>
                      <a:shade val="100000"/>
                      <a:satMod val="100000"/>
                      <a:lumMod val="100000"/>
                    </a:schemeClr>
                  </a:gs>
                  <a:gs pos="100000">
                    <a:schemeClr val="accent1">
                      <a:lumMod val="60000"/>
                      <a:shade val="72000"/>
                      <a:satMod val="120000"/>
                      <a:lumMod val="100000"/>
                    </a:schemeClr>
                  </a:gs>
                </a:gsLst>
                <a:lin ang="5400000" scaled="0"/>
              </a:gradFill>
              <a:ln>
                <a:noFill/>
              </a:ln>
              <a:effectLst>
                <a:outerShdw blurRad="50800" dist="25400" dir="5400000" rotWithShape="0">
                  <a:srgbClr val="000000">
                    <a:alpha val="28000"/>
                  </a:srgbClr>
                </a:outerShdw>
              </a:effectLst>
            </c:spPr>
          </c:dPt>
          <c:dPt>
            <c:idx val="7"/>
            <c:invertIfNegative val="0"/>
            <c:bubble3D val="0"/>
            <c:spPr>
              <a:gradFill rotWithShape="1">
                <a:gsLst>
                  <a:gs pos="0">
                    <a:schemeClr val="accent2">
                      <a:lumMod val="60000"/>
                      <a:tint val="94000"/>
                      <a:satMod val="100000"/>
                      <a:lumMod val="108000"/>
                    </a:schemeClr>
                  </a:gs>
                  <a:gs pos="50000">
                    <a:schemeClr val="accent2">
                      <a:lumMod val="60000"/>
                      <a:tint val="98000"/>
                      <a:shade val="100000"/>
                      <a:satMod val="100000"/>
                      <a:lumMod val="100000"/>
                    </a:schemeClr>
                  </a:gs>
                  <a:gs pos="100000">
                    <a:schemeClr val="accent2">
                      <a:lumMod val="60000"/>
                      <a:shade val="72000"/>
                      <a:satMod val="120000"/>
                      <a:lumMod val="100000"/>
                    </a:schemeClr>
                  </a:gs>
                </a:gsLst>
                <a:lin ang="5400000" scaled="0"/>
              </a:gradFill>
              <a:ln>
                <a:noFill/>
              </a:ln>
              <a:effectLst>
                <a:outerShdw blurRad="50800" dist="25400" dir="5400000" rotWithShape="0">
                  <a:srgbClr val="000000">
                    <a:alpha val="28000"/>
                  </a:srgbClr>
                </a:outerShdw>
              </a:effectLst>
            </c:spPr>
          </c:dPt>
          <c:dPt>
            <c:idx val="8"/>
            <c:invertIfNegative val="0"/>
            <c:bubble3D val="0"/>
            <c:spPr>
              <a:gradFill rotWithShape="1">
                <a:gsLst>
                  <a:gs pos="0">
                    <a:schemeClr val="accent3">
                      <a:lumMod val="60000"/>
                      <a:tint val="94000"/>
                      <a:satMod val="100000"/>
                      <a:lumMod val="108000"/>
                    </a:schemeClr>
                  </a:gs>
                  <a:gs pos="50000">
                    <a:schemeClr val="accent3">
                      <a:lumMod val="60000"/>
                      <a:tint val="98000"/>
                      <a:shade val="100000"/>
                      <a:satMod val="100000"/>
                      <a:lumMod val="100000"/>
                    </a:schemeClr>
                  </a:gs>
                  <a:gs pos="100000">
                    <a:schemeClr val="accent3">
                      <a:lumMod val="60000"/>
                      <a:shade val="72000"/>
                      <a:satMod val="120000"/>
                      <a:lumMod val="100000"/>
                    </a:schemeClr>
                  </a:gs>
                </a:gsLst>
                <a:lin ang="5400000" scaled="0"/>
              </a:gradFill>
              <a:ln>
                <a:noFill/>
              </a:ln>
              <a:effectLst>
                <a:outerShdw blurRad="50800" dist="25400" dir="5400000" rotWithShape="0">
                  <a:srgbClr val="000000">
                    <a:alpha val="28000"/>
                  </a:srgbClr>
                </a:outerShdw>
              </a:effectLst>
            </c:spPr>
          </c:dPt>
          <c:dPt>
            <c:idx val="9"/>
            <c:invertIfNegative val="0"/>
            <c:bubble3D val="0"/>
            <c:spPr>
              <a:gradFill rotWithShape="1">
                <a:gsLst>
                  <a:gs pos="0">
                    <a:schemeClr val="accent4">
                      <a:lumMod val="60000"/>
                      <a:tint val="94000"/>
                      <a:satMod val="100000"/>
                      <a:lumMod val="108000"/>
                    </a:schemeClr>
                  </a:gs>
                  <a:gs pos="50000">
                    <a:schemeClr val="accent4">
                      <a:lumMod val="60000"/>
                      <a:tint val="98000"/>
                      <a:shade val="100000"/>
                      <a:satMod val="100000"/>
                      <a:lumMod val="100000"/>
                    </a:schemeClr>
                  </a:gs>
                  <a:gs pos="100000">
                    <a:schemeClr val="accent4">
                      <a:lumMod val="60000"/>
                      <a:shade val="72000"/>
                      <a:satMod val="120000"/>
                      <a:lumMod val="100000"/>
                    </a:schemeClr>
                  </a:gs>
                </a:gsLst>
                <a:lin ang="5400000" scaled="0"/>
              </a:gradFill>
              <a:ln>
                <a:noFill/>
              </a:ln>
              <a:effectLst>
                <a:outerShdw blurRad="50800" dist="25400" dir="5400000" rotWithShape="0">
                  <a:srgbClr val="000000">
                    <a:alpha val="28000"/>
                  </a:srgbClr>
                </a:outerShdw>
              </a:effectLst>
            </c:spPr>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rgbClr val="002060"/>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Sheet1!$A$2:$A$11</c:f>
              <c:strCache>
                <c:ptCount val="10"/>
                <c:pt idx="0">
                  <c:v>Energy</c:v>
                </c:pt>
                <c:pt idx="1">
                  <c:v>Technology</c:v>
                </c:pt>
                <c:pt idx="2">
                  <c:v>Financials</c:v>
                </c:pt>
                <c:pt idx="3">
                  <c:v>Industrials</c:v>
                </c:pt>
                <c:pt idx="4">
                  <c:v>Communication Services</c:v>
                </c:pt>
                <c:pt idx="5">
                  <c:v>Materials</c:v>
                </c:pt>
                <c:pt idx="6">
                  <c:v>Consumer Discretionary</c:v>
                </c:pt>
                <c:pt idx="7">
                  <c:v>Healthcare</c:v>
                </c:pt>
                <c:pt idx="8">
                  <c:v>Utilities</c:v>
                </c:pt>
                <c:pt idx="9">
                  <c:v>Real Estate</c:v>
                </c:pt>
              </c:strCache>
            </c:strRef>
          </c:cat>
          <c:val>
            <c:numRef>
              <c:f>Sheet1!$B$2:$B$11</c:f>
              <c:numCache>
                <c:formatCode>0.00%</c:formatCode>
                <c:ptCount val="10"/>
                <c:pt idx="0">
                  <c:v>3.4396</c:v>
                </c:pt>
                <c:pt idx="1">
                  <c:v>2.0116000000000001</c:v>
                </c:pt>
                <c:pt idx="2">
                  <c:v>1.7617</c:v>
                </c:pt>
                <c:pt idx="3">
                  <c:v>1.6695</c:v>
                </c:pt>
                <c:pt idx="4">
                  <c:v>1.4195</c:v>
                </c:pt>
                <c:pt idx="5">
                  <c:v>1.284</c:v>
                </c:pt>
                <c:pt idx="6">
                  <c:v>1.2721</c:v>
                </c:pt>
                <c:pt idx="7">
                  <c:v>0.93230000000000002</c:v>
                </c:pt>
                <c:pt idx="8">
                  <c:v>0.78300000000000003</c:v>
                </c:pt>
                <c:pt idx="9">
                  <c:v>0.73699999999999999</c:v>
                </c:pt>
              </c:numCache>
            </c:numRef>
          </c:val>
          <c:extLst>
            <c:ext xmlns:c16="http://schemas.microsoft.com/office/drawing/2014/chart" uri="{C3380CC4-5D6E-409C-BE32-E72D297353CC}">
              <c16:uniqueId val="{00000000-6DA5-4298-8C3A-68CCBD2FE1FC}"/>
            </c:ext>
          </c:extLst>
        </c:ser>
        <c:dLbls>
          <c:dLblPos val="outEnd"/>
          <c:showLegendKey val="0"/>
          <c:showVal val="1"/>
          <c:showCatName val="0"/>
          <c:showSerName val="0"/>
          <c:showPercent val="0"/>
          <c:showBubbleSize val="0"/>
        </c:dLbls>
        <c:gapWidth val="100"/>
        <c:overlap val="-24"/>
        <c:axId val="1397396783"/>
        <c:axId val="1397389583"/>
      </c:barChart>
      <c:catAx>
        <c:axId val="1397396783"/>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rgbClr val="002060"/>
                </a:solidFill>
                <a:latin typeface="+mn-lt"/>
                <a:ea typeface="+mn-ea"/>
                <a:cs typeface="+mn-cs"/>
              </a:defRPr>
            </a:pPr>
            <a:endParaRPr lang="en-US"/>
          </a:p>
        </c:txPr>
        <c:crossAx val="1397389583"/>
        <c:crosses val="autoZero"/>
        <c:auto val="1"/>
        <c:lblAlgn val="ctr"/>
        <c:lblOffset val="100"/>
        <c:noMultiLvlLbl val="0"/>
      </c:catAx>
      <c:valAx>
        <c:axId val="1397389583"/>
        <c:scaling>
          <c:orientation val="minMax"/>
          <c:max val="3.5"/>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rgbClr val="002060"/>
                </a:solidFill>
                <a:latin typeface="+mn-lt"/>
                <a:ea typeface="+mn-ea"/>
                <a:cs typeface="+mn-cs"/>
              </a:defRPr>
            </a:pPr>
            <a:endParaRPr lang="en-US"/>
          </a:p>
        </c:txPr>
        <c:crossAx val="1397396783"/>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000" b="1" i="0" u="none" strike="noStrike" kern="1200" spc="0" baseline="0">
                <a:solidFill>
                  <a:srgbClr val="002060"/>
                </a:solidFill>
                <a:latin typeface="+mn-lt"/>
                <a:ea typeface="+mn-ea"/>
                <a:cs typeface="+mn-cs"/>
              </a:defRPr>
            </a:pPr>
            <a:r>
              <a:rPr lang="en-US" sz="1400" b="1" dirty="0">
                <a:solidFill>
                  <a:srgbClr val="002060"/>
                </a:solidFill>
              </a:rPr>
              <a:t>Companies</a:t>
            </a:r>
            <a:r>
              <a:rPr lang="en-US" sz="1400" b="1" baseline="0" dirty="0">
                <a:solidFill>
                  <a:srgbClr val="002060"/>
                </a:solidFill>
              </a:rPr>
              <a:t> of top 3 industries represented by Market Cap</a:t>
            </a:r>
            <a:endParaRPr lang="en-US" sz="1400" b="1" dirty="0">
              <a:solidFill>
                <a:srgbClr val="002060"/>
              </a:solidFill>
            </a:endParaRPr>
          </a:p>
        </c:rich>
      </c:tx>
      <c:overlay val="0"/>
      <c:spPr>
        <a:noFill/>
        <a:ln>
          <a:noFill/>
        </a:ln>
        <a:effectLst/>
      </c:spPr>
      <c:txPr>
        <a:bodyPr rot="0" spcFirstLastPara="1" vertOverflow="ellipsis" vert="horz" wrap="square" anchor="ctr" anchorCtr="1"/>
        <a:lstStyle/>
        <a:p>
          <a:pPr>
            <a:defRPr sz="2000" b="1" i="0" u="none" strike="noStrike" kern="1200" spc="0" baseline="0">
              <a:solidFill>
                <a:srgbClr val="002060"/>
              </a:solidFill>
              <a:latin typeface="+mn-lt"/>
              <a:ea typeface="+mn-ea"/>
              <a:cs typeface="+mn-cs"/>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23504853887793822"/>
          <c:y val="0.28409231080539804"/>
          <c:w val="0.64939444208434871"/>
          <c:h val="0.50094626752725846"/>
        </c:manualLayout>
      </c:layout>
      <c:bar3DChart>
        <c:barDir val="bar"/>
        <c:grouping val="clustered"/>
        <c:varyColors val="1"/>
        <c:ser>
          <c:idx val="0"/>
          <c:order val="0"/>
          <c:tx>
            <c:strRef>
              <c:f>Sheet1!$B$1</c:f>
              <c:strCache>
                <c:ptCount val="1"/>
                <c:pt idx="0">
                  <c:v>Market Cap (in USD)</c:v>
                </c:pt>
              </c:strCache>
            </c:strRef>
          </c:tx>
          <c:invertIfNegative val="0"/>
          <c:dPt>
            <c:idx val="0"/>
            <c:invertIfNegative val="0"/>
            <c:bubble3D val="0"/>
            <c:spPr>
              <a:solidFill>
                <a:schemeClr val="accent1"/>
              </a:solidFill>
              <a:ln>
                <a:noFill/>
              </a:ln>
              <a:effectLst/>
              <a:sp3d/>
            </c:spPr>
          </c:dPt>
          <c:dPt>
            <c:idx val="1"/>
            <c:invertIfNegative val="0"/>
            <c:bubble3D val="0"/>
            <c:spPr>
              <a:solidFill>
                <a:schemeClr val="accent2"/>
              </a:solidFill>
              <a:ln>
                <a:noFill/>
              </a:ln>
              <a:effectLst/>
              <a:sp3d/>
            </c:spPr>
          </c:dPt>
          <c:dPt>
            <c:idx val="2"/>
            <c:invertIfNegative val="0"/>
            <c:bubble3D val="0"/>
            <c:spPr>
              <a:solidFill>
                <a:schemeClr val="accent3"/>
              </a:solidFill>
              <a:ln>
                <a:noFill/>
              </a:ln>
              <a:effectLst/>
              <a:sp3d/>
            </c:spPr>
          </c:dPt>
          <c:dPt>
            <c:idx val="3"/>
            <c:invertIfNegative val="0"/>
            <c:bubble3D val="0"/>
            <c:spPr>
              <a:solidFill>
                <a:schemeClr val="accent4"/>
              </a:solidFill>
              <a:ln>
                <a:noFill/>
              </a:ln>
              <a:effectLst/>
              <a:sp3d/>
            </c:spPr>
          </c:dPt>
          <c:dPt>
            <c:idx val="4"/>
            <c:invertIfNegative val="0"/>
            <c:bubble3D val="0"/>
            <c:spPr>
              <a:solidFill>
                <a:schemeClr val="accent5"/>
              </a:solidFill>
              <a:ln>
                <a:noFill/>
              </a:ln>
              <a:effectLst/>
              <a:sp3d/>
            </c:spPr>
          </c:dPt>
          <c:dPt>
            <c:idx val="5"/>
            <c:invertIfNegative val="0"/>
            <c:bubble3D val="0"/>
            <c:spPr>
              <a:solidFill>
                <a:schemeClr val="accent6"/>
              </a:solidFill>
              <a:ln>
                <a:noFill/>
              </a:ln>
              <a:effectLst/>
              <a:sp3d/>
            </c:spPr>
          </c:dPt>
          <c:dPt>
            <c:idx val="6"/>
            <c:invertIfNegative val="0"/>
            <c:bubble3D val="0"/>
            <c:spPr>
              <a:solidFill>
                <a:schemeClr val="accent1">
                  <a:lumMod val="60000"/>
                </a:schemeClr>
              </a:solidFill>
              <a:ln>
                <a:noFill/>
              </a:ln>
              <a:effectLst/>
              <a:sp3d/>
            </c:spPr>
          </c:dPt>
          <c:dPt>
            <c:idx val="7"/>
            <c:invertIfNegative val="0"/>
            <c:bubble3D val="0"/>
            <c:spPr>
              <a:solidFill>
                <a:schemeClr val="accent2">
                  <a:lumMod val="60000"/>
                </a:schemeClr>
              </a:solidFill>
              <a:ln>
                <a:noFill/>
              </a:ln>
              <a:effectLst/>
              <a:sp3d/>
            </c:spPr>
          </c:dPt>
          <c:dLbls>
            <c:numFmt formatCode="_(&quot;$&quot;* #,##0_);_(&quot;$&quot;* \(#,##0\);_(&quot;$&quot;* &quot;-&quot;_);_(@_)"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Apple Inc</c:v>
                </c:pt>
                <c:pt idx="1">
                  <c:v>NVIDIA Corp</c:v>
                </c:pt>
                <c:pt idx="2">
                  <c:v>Microsoft Corp</c:v>
                </c:pt>
                <c:pt idx="3">
                  <c:v>Vanguard 500 Index</c:v>
                </c:pt>
                <c:pt idx="4">
                  <c:v>Vanguard Market Index</c:v>
                </c:pt>
                <c:pt idx="5">
                  <c:v>Exxon Mobil Corp</c:v>
                </c:pt>
                <c:pt idx="6">
                  <c:v>Chevron Corp</c:v>
                </c:pt>
                <c:pt idx="7">
                  <c:v>Shell</c:v>
                </c:pt>
              </c:strCache>
            </c:strRef>
          </c:cat>
          <c:val>
            <c:numRef>
              <c:f>Sheet1!$B$2:$B$9</c:f>
              <c:numCache>
                <c:formatCode>#,##0</c:formatCode>
                <c:ptCount val="8"/>
                <c:pt idx="0">
                  <c:v>2881849840000</c:v>
                </c:pt>
                <c:pt idx="1">
                  <c:v>2874943085400</c:v>
                </c:pt>
                <c:pt idx="2">
                  <c:v>1396535164757</c:v>
                </c:pt>
                <c:pt idx="3">
                  <c:v>1151936102320</c:v>
                </c:pt>
                <c:pt idx="4">
                  <c:v>1151681928192</c:v>
                </c:pt>
                <c:pt idx="5">
                  <c:v>501647975400</c:v>
                </c:pt>
                <c:pt idx="6">
                  <c:v>289160944000</c:v>
                </c:pt>
                <c:pt idx="7">
                  <c:v>216344097200</c:v>
                </c:pt>
              </c:numCache>
            </c:numRef>
          </c:val>
          <c:extLst>
            <c:ext xmlns:c16="http://schemas.microsoft.com/office/drawing/2014/chart" uri="{C3380CC4-5D6E-409C-BE32-E72D297353CC}">
              <c16:uniqueId val="{00000000-0FEE-468A-83D2-A7BA252F3B20}"/>
            </c:ext>
          </c:extLst>
        </c:ser>
        <c:dLbls>
          <c:showLegendKey val="0"/>
          <c:showVal val="1"/>
          <c:showCatName val="0"/>
          <c:showSerName val="0"/>
          <c:showPercent val="0"/>
          <c:showBubbleSize val="0"/>
        </c:dLbls>
        <c:gapWidth val="150"/>
        <c:shape val="box"/>
        <c:axId val="981645375"/>
        <c:axId val="541989728"/>
        <c:axId val="0"/>
      </c:bar3DChart>
      <c:catAx>
        <c:axId val="98164537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1" i="0" u="none" strike="noStrike" kern="1200" baseline="0">
                <a:solidFill>
                  <a:srgbClr val="002060"/>
                </a:solidFill>
                <a:latin typeface="+mn-lt"/>
                <a:ea typeface="+mn-ea"/>
                <a:cs typeface="+mn-cs"/>
              </a:defRPr>
            </a:pPr>
            <a:endParaRPr lang="en-US"/>
          </a:p>
        </c:txPr>
        <c:crossAx val="541989728"/>
        <c:crosses val="autoZero"/>
        <c:auto val="1"/>
        <c:lblAlgn val="l"/>
        <c:lblOffset val="100"/>
        <c:noMultiLvlLbl val="0"/>
      </c:catAx>
      <c:valAx>
        <c:axId val="541989728"/>
        <c:scaling>
          <c:orientation val="minMax"/>
        </c:scaling>
        <c:delete val="0"/>
        <c:axPos val="b"/>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50" b="1" i="0" u="none" strike="noStrike" kern="1200" baseline="0">
                <a:solidFill>
                  <a:schemeClr val="tx1">
                    <a:lumMod val="65000"/>
                    <a:lumOff val="35000"/>
                  </a:schemeClr>
                </a:solidFill>
                <a:latin typeface="+mn-lt"/>
                <a:ea typeface="+mn-ea"/>
                <a:cs typeface="+mn-cs"/>
              </a:defRPr>
            </a:pPr>
            <a:endParaRPr lang="en-US"/>
          </a:p>
        </c:txPr>
        <c:crossAx val="981645375"/>
        <c:crosses val="autoZero"/>
        <c:crossBetween val="between"/>
        <c:dispUnits>
          <c:builtInUnit val="billions"/>
          <c:dispUnitsLbl>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dispUnitsLbl>
        </c:dispUnits>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7">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2.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FECE694-B589-4235-8C26-EA641D6560BA}" type="doc">
      <dgm:prSet loTypeId="urn:microsoft.com/office/officeart/2005/8/layout/pyramid1" loCatId="pyramid" qsTypeId="urn:microsoft.com/office/officeart/2005/8/quickstyle/3d1" qsCatId="3D" csTypeId="urn:microsoft.com/office/officeart/2005/8/colors/accent1_2" csCatId="accent1" phldr="1"/>
      <dgm:spPr>
        <a:scene3d>
          <a:camera prst="orthographicFront">
            <a:rot lat="0" lon="0" rev="0"/>
          </a:camera>
          <a:lightRig rig="balanced" dir="t">
            <a:rot lat="0" lon="0" rev="8700000"/>
          </a:lightRig>
        </a:scene3d>
      </dgm:spPr>
    </dgm:pt>
    <dgm:pt modelId="{A9137440-79E2-4D3D-A14F-77AE50589217}">
      <dgm:prSet phldrT="[Text]" custT="1"/>
      <dgm:spPr>
        <a:solidFill>
          <a:schemeClr val="accent6">
            <a:lumMod val="40000"/>
            <a:lumOff val="6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CA" sz="1400" b="1" dirty="0">
              <a:solidFill>
                <a:srgbClr val="002060"/>
              </a:solidFill>
              <a:latin typeface="Segoe UI" panose="020B0502040204020203" pitchFamily="34" charset="0"/>
              <a:cs typeface="Segoe UI" panose="020B0502040204020203" pitchFamily="34" charset="0"/>
            </a:rPr>
            <a:t>Core Libraries</a:t>
          </a:r>
        </a:p>
      </dgm:t>
    </dgm:pt>
    <dgm:pt modelId="{4ED75CB0-6961-48A2-9B44-43EF34EB8354}" type="parTrans" cxnId="{C92D8A24-5D06-4583-B5BE-950F514A3B28}">
      <dgm:prSet/>
      <dgm:spPr/>
      <dgm:t>
        <a:bodyPr/>
        <a:lstStyle/>
        <a:p>
          <a:endParaRPr lang="en-CA" sz="1400" b="1">
            <a:solidFill>
              <a:srgbClr val="002060"/>
            </a:solidFill>
            <a:latin typeface="Segoe UI" panose="020B0502040204020203" pitchFamily="34" charset="0"/>
            <a:cs typeface="Segoe UI" panose="020B0502040204020203" pitchFamily="34" charset="0"/>
          </a:endParaRPr>
        </a:p>
      </dgm:t>
    </dgm:pt>
    <dgm:pt modelId="{1712FB40-E1BD-453C-8E73-0D229630B639}" type="sibTrans" cxnId="{C92D8A24-5D06-4583-B5BE-950F514A3B28}">
      <dgm:prSet/>
      <dgm:spPr/>
      <dgm:t>
        <a:bodyPr/>
        <a:lstStyle/>
        <a:p>
          <a:endParaRPr lang="en-CA" sz="1400" b="1">
            <a:solidFill>
              <a:srgbClr val="002060"/>
            </a:solidFill>
            <a:latin typeface="Segoe UI" panose="020B0502040204020203" pitchFamily="34" charset="0"/>
            <a:cs typeface="Segoe UI" panose="020B0502040204020203" pitchFamily="34" charset="0"/>
          </a:endParaRPr>
        </a:p>
      </dgm:t>
    </dgm:pt>
    <dgm:pt modelId="{3FB91C2F-EC31-4E5B-8163-171DFAD793DD}">
      <dgm:prSet phldrT="[Text]" custT="1"/>
      <dgm:spPr>
        <a:solidFill>
          <a:srgbClr val="FFCCCC"/>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CA" sz="1400" b="1" dirty="0">
              <a:solidFill>
                <a:srgbClr val="002060"/>
              </a:solidFill>
              <a:latin typeface="Segoe UI" panose="020B0502040204020203" pitchFamily="34" charset="0"/>
              <a:cs typeface="Segoe UI" panose="020B0502040204020203" pitchFamily="34" charset="0"/>
            </a:rPr>
            <a:t>Visualisation</a:t>
          </a:r>
        </a:p>
      </dgm:t>
    </dgm:pt>
    <dgm:pt modelId="{698F52D5-C9F8-43D0-8362-1A15B793C78F}" type="parTrans" cxnId="{699345B1-27FF-442C-A567-1BB53AF24830}">
      <dgm:prSet/>
      <dgm:spPr/>
      <dgm:t>
        <a:bodyPr/>
        <a:lstStyle/>
        <a:p>
          <a:endParaRPr lang="en-CA" sz="1400" b="1">
            <a:solidFill>
              <a:srgbClr val="002060"/>
            </a:solidFill>
            <a:latin typeface="Segoe UI" panose="020B0502040204020203" pitchFamily="34" charset="0"/>
            <a:cs typeface="Segoe UI" panose="020B0502040204020203" pitchFamily="34" charset="0"/>
          </a:endParaRPr>
        </a:p>
      </dgm:t>
    </dgm:pt>
    <dgm:pt modelId="{7D659204-53F2-451C-A0B8-BC37F2A3F84C}" type="sibTrans" cxnId="{699345B1-27FF-442C-A567-1BB53AF24830}">
      <dgm:prSet/>
      <dgm:spPr/>
      <dgm:t>
        <a:bodyPr/>
        <a:lstStyle/>
        <a:p>
          <a:endParaRPr lang="en-CA" sz="1400" b="1">
            <a:solidFill>
              <a:srgbClr val="002060"/>
            </a:solidFill>
            <a:latin typeface="Segoe UI" panose="020B0502040204020203" pitchFamily="34" charset="0"/>
            <a:cs typeface="Segoe UI" panose="020B0502040204020203" pitchFamily="34" charset="0"/>
          </a:endParaRPr>
        </a:p>
      </dgm:t>
    </dgm:pt>
    <dgm:pt modelId="{80A91868-E908-43A1-998F-0644C65AE424}">
      <dgm:prSet phldrT="[Text]" custT="1"/>
      <dgm:spPr>
        <a:solidFill>
          <a:schemeClr val="accent4">
            <a:lumMod val="60000"/>
            <a:lumOff val="4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CA" sz="1400" b="1" dirty="0">
              <a:solidFill>
                <a:srgbClr val="002060"/>
              </a:solidFill>
              <a:latin typeface="Segoe UI" panose="020B0502040204020203" pitchFamily="34" charset="0"/>
              <a:cs typeface="Segoe UI" panose="020B0502040204020203" pitchFamily="34" charset="0"/>
            </a:rPr>
            <a:t>Machine Learning</a:t>
          </a:r>
        </a:p>
      </dgm:t>
    </dgm:pt>
    <dgm:pt modelId="{5095BC3A-0CCE-465C-87B5-FFCF6EA2C257}" type="parTrans" cxnId="{C269D653-1870-447A-9CCC-87E003DE7992}">
      <dgm:prSet/>
      <dgm:spPr/>
      <dgm:t>
        <a:bodyPr/>
        <a:lstStyle/>
        <a:p>
          <a:endParaRPr lang="en-CA" sz="1400" b="1">
            <a:solidFill>
              <a:srgbClr val="002060"/>
            </a:solidFill>
            <a:latin typeface="Segoe UI" panose="020B0502040204020203" pitchFamily="34" charset="0"/>
            <a:cs typeface="Segoe UI" panose="020B0502040204020203" pitchFamily="34" charset="0"/>
          </a:endParaRPr>
        </a:p>
      </dgm:t>
    </dgm:pt>
    <dgm:pt modelId="{3777FCE3-95A8-4D2E-AB0A-9EF3DAF4039C}" type="sibTrans" cxnId="{C269D653-1870-447A-9CCC-87E003DE7992}">
      <dgm:prSet/>
      <dgm:spPr/>
      <dgm:t>
        <a:bodyPr/>
        <a:lstStyle/>
        <a:p>
          <a:endParaRPr lang="en-CA" sz="1400" b="1">
            <a:solidFill>
              <a:srgbClr val="002060"/>
            </a:solidFill>
            <a:latin typeface="Segoe UI" panose="020B0502040204020203" pitchFamily="34" charset="0"/>
            <a:cs typeface="Segoe UI" panose="020B0502040204020203" pitchFamily="34" charset="0"/>
          </a:endParaRPr>
        </a:p>
      </dgm:t>
    </dgm:pt>
    <dgm:pt modelId="{149A8FBB-8A92-430F-A994-16D7879F41B5}">
      <dgm:prSet custT="1"/>
      <dgm:spPr>
        <a:solidFill>
          <a:schemeClr val="accent3">
            <a:lumMod val="40000"/>
            <a:lumOff val="6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t>
        <a:bodyPr/>
        <a:lstStyle/>
        <a:p>
          <a:r>
            <a:rPr lang="en-CA" sz="1400" b="1" dirty="0">
              <a:solidFill>
                <a:srgbClr val="002060"/>
              </a:solidFill>
              <a:latin typeface="Segoe UI" panose="020B0502040204020203" pitchFamily="34" charset="0"/>
              <a:cs typeface="Segoe UI" panose="020B0502040204020203" pitchFamily="34" charset="0"/>
            </a:rPr>
            <a:t>Utilisation</a:t>
          </a:r>
        </a:p>
      </dgm:t>
    </dgm:pt>
    <dgm:pt modelId="{AE9D64F5-23C4-432E-A64D-1641923D5787}" type="parTrans" cxnId="{2FFBC78F-0112-4E4D-B794-3DCD7DAD40EA}">
      <dgm:prSet/>
      <dgm:spPr/>
      <dgm:t>
        <a:bodyPr/>
        <a:lstStyle/>
        <a:p>
          <a:endParaRPr lang="en-CA" sz="1400" b="1">
            <a:solidFill>
              <a:srgbClr val="002060"/>
            </a:solidFill>
            <a:latin typeface="Segoe UI" panose="020B0502040204020203" pitchFamily="34" charset="0"/>
            <a:cs typeface="Segoe UI" panose="020B0502040204020203" pitchFamily="34" charset="0"/>
          </a:endParaRPr>
        </a:p>
      </dgm:t>
    </dgm:pt>
    <dgm:pt modelId="{A32AA58D-D8A6-4FD4-840F-5980D9A4D778}" type="sibTrans" cxnId="{2FFBC78F-0112-4E4D-B794-3DCD7DAD40EA}">
      <dgm:prSet/>
      <dgm:spPr/>
      <dgm:t>
        <a:bodyPr/>
        <a:lstStyle/>
        <a:p>
          <a:endParaRPr lang="en-CA" sz="1400" b="1">
            <a:solidFill>
              <a:srgbClr val="002060"/>
            </a:solidFill>
            <a:latin typeface="Segoe UI" panose="020B0502040204020203" pitchFamily="34" charset="0"/>
            <a:cs typeface="Segoe UI" panose="020B0502040204020203" pitchFamily="34" charset="0"/>
          </a:endParaRPr>
        </a:p>
      </dgm:t>
    </dgm:pt>
    <dgm:pt modelId="{C405533C-B567-441A-8D6C-9E0DE289CEF9}" type="pres">
      <dgm:prSet presAssocID="{3FECE694-B589-4235-8C26-EA641D6560BA}" presName="Name0" presStyleCnt="0">
        <dgm:presLayoutVars>
          <dgm:dir/>
          <dgm:animLvl val="lvl"/>
          <dgm:resizeHandles val="exact"/>
        </dgm:presLayoutVars>
      </dgm:prSet>
      <dgm:spPr/>
    </dgm:pt>
    <dgm:pt modelId="{2E548A68-8193-421D-B8CE-69D85AEA519B}" type="pres">
      <dgm:prSet presAssocID="{A9137440-79E2-4D3D-A14F-77AE50589217}" presName="Name8"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007BCAD4-A5FE-4244-B767-B1473B38EB22}" type="pres">
      <dgm:prSet presAssocID="{A9137440-79E2-4D3D-A14F-77AE50589217}" presName="level" presStyleLbl="node1" presStyleIdx="0" presStyleCnt="4">
        <dgm:presLayoutVars>
          <dgm:chMax val="1"/>
          <dgm:bulletEnabled val="1"/>
        </dgm:presLayoutVars>
      </dgm:prSet>
      <dgm:spPr/>
    </dgm:pt>
    <dgm:pt modelId="{11F96B96-C244-40A1-8C98-85193EF63FCF}" type="pres">
      <dgm:prSet presAssocID="{A9137440-79E2-4D3D-A14F-77AE50589217}" presName="levelTx" presStyleLbl="revTx" presStyleIdx="0" presStyleCnt="0">
        <dgm:presLayoutVars>
          <dgm:chMax val="1"/>
          <dgm:bulletEnabled val="1"/>
        </dgm:presLayoutVars>
      </dgm:prSet>
      <dgm:spPr/>
    </dgm:pt>
    <dgm:pt modelId="{340B41C6-0395-40E5-A548-52A6263CBDE5}" type="pres">
      <dgm:prSet presAssocID="{3FB91C2F-EC31-4E5B-8163-171DFAD793DD}" presName="Name8"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95C09CA2-542E-44C1-ACD6-7612D0409664}" type="pres">
      <dgm:prSet presAssocID="{3FB91C2F-EC31-4E5B-8163-171DFAD793DD}" presName="level" presStyleLbl="node1" presStyleIdx="1" presStyleCnt="4">
        <dgm:presLayoutVars>
          <dgm:chMax val="1"/>
          <dgm:bulletEnabled val="1"/>
        </dgm:presLayoutVars>
      </dgm:prSet>
      <dgm:spPr/>
    </dgm:pt>
    <dgm:pt modelId="{D2602E54-BF91-4BCD-871F-BFA99215F48C}" type="pres">
      <dgm:prSet presAssocID="{3FB91C2F-EC31-4E5B-8163-171DFAD793DD}" presName="levelTx" presStyleLbl="revTx" presStyleIdx="0" presStyleCnt="0">
        <dgm:presLayoutVars>
          <dgm:chMax val="1"/>
          <dgm:bulletEnabled val="1"/>
        </dgm:presLayoutVars>
      </dgm:prSet>
      <dgm:spPr/>
    </dgm:pt>
    <dgm:pt modelId="{5AFB7370-6819-4D4D-A427-C25C95DF474A}" type="pres">
      <dgm:prSet presAssocID="{80A91868-E908-43A1-998F-0644C65AE424}" presName="Name8"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B08FE069-8705-4774-B2A6-435A8BF36763}" type="pres">
      <dgm:prSet presAssocID="{80A91868-E908-43A1-998F-0644C65AE424}" presName="level" presStyleLbl="node1" presStyleIdx="2" presStyleCnt="4">
        <dgm:presLayoutVars>
          <dgm:chMax val="1"/>
          <dgm:bulletEnabled val="1"/>
        </dgm:presLayoutVars>
      </dgm:prSet>
      <dgm:spPr/>
    </dgm:pt>
    <dgm:pt modelId="{128C22B3-D811-4D24-9DBC-C0D7250502B4}" type="pres">
      <dgm:prSet presAssocID="{80A91868-E908-43A1-998F-0644C65AE424}" presName="levelTx" presStyleLbl="revTx" presStyleIdx="0" presStyleCnt="0">
        <dgm:presLayoutVars>
          <dgm:chMax val="1"/>
          <dgm:bulletEnabled val="1"/>
        </dgm:presLayoutVars>
      </dgm:prSet>
      <dgm:spPr/>
    </dgm:pt>
    <dgm:pt modelId="{0CFDDDF0-6D68-4F66-AA54-46F78E62EF7F}" type="pres">
      <dgm:prSet presAssocID="{149A8FBB-8A92-430F-A994-16D7879F41B5}" presName="Name8" presStyleCnt="0"/>
      <dgm:spPr>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dgm:spPr>
    </dgm:pt>
    <dgm:pt modelId="{D0D5EB87-461C-4E51-B023-932A22902CF6}" type="pres">
      <dgm:prSet presAssocID="{149A8FBB-8A92-430F-A994-16D7879F41B5}" presName="level" presStyleLbl="node1" presStyleIdx="3" presStyleCnt="4">
        <dgm:presLayoutVars>
          <dgm:chMax val="1"/>
          <dgm:bulletEnabled val="1"/>
        </dgm:presLayoutVars>
      </dgm:prSet>
      <dgm:spPr/>
    </dgm:pt>
    <dgm:pt modelId="{03E2043A-FD98-4163-9294-32D137866D27}" type="pres">
      <dgm:prSet presAssocID="{149A8FBB-8A92-430F-A994-16D7879F41B5}" presName="levelTx" presStyleLbl="revTx" presStyleIdx="0" presStyleCnt="0">
        <dgm:presLayoutVars>
          <dgm:chMax val="1"/>
          <dgm:bulletEnabled val="1"/>
        </dgm:presLayoutVars>
      </dgm:prSet>
      <dgm:spPr/>
    </dgm:pt>
  </dgm:ptLst>
  <dgm:cxnLst>
    <dgm:cxn modelId="{F3A1120C-B71C-4D22-87C7-60BD999E75FE}" type="presOf" srcId="{A9137440-79E2-4D3D-A14F-77AE50589217}" destId="{11F96B96-C244-40A1-8C98-85193EF63FCF}" srcOrd="1" destOrd="0" presId="urn:microsoft.com/office/officeart/2005/8/layout/pyramid1"/>
    <dgm:cxn modelId="{C92D8A24-5D06-4583-B5BE-950F514A3B28}" srcId="{3FECE694-B589-4235-8C26-EA641D6560BA}" destId="{A9137440-79E2-4D3D-A14F-77AE50589217}" srcOrd="0" destOrd="0" parTransId="{4ED75CB0-6961-48A2-9B44-43EF34EB8354}" sibTransId="{1712FB40-E1BD-453C-8E73-0D229630B639}"/>
    <dgm:cxn modelId="{18A8685D-34D6-40D3-8599-06DC773C6241}" type="presOf" srcId="{3FB91C2F-EC31-4E5B-8163-171DFAD793DD}" destId="{D2602E54-BF91-4BCD-871F-BFA99215F48C}" srcOrd="1" destOrd="0" presId="urn:microsoft.com/office/officeart/2005/8/layout/pyramid1"/>
    <dgm:cxn modelId="{020BE163-0489-4147-969B-63328438CAF7}" type="presOf" srcId="{3FECE694-B589-4235-8C26-EA641D6560BA}" destId="{C405533C-B567-441A-8D6C-9E0DE289CEF9}" srcOrd="0" destOrd="0" presId="urn:microsoft.com/office/officeart/2005/8/layout/pyramid1"/>
    <dgm:cxn modelId="{F9A35C4F-D51F-44E2-9B64-CC746B639109}" type="presOf" srcId="{A9137440-79E2-4D3D-A14F-77AE50589217}" destId="{007BCAD4-A5FE-4244-B767-B1473B38EB22}" srcOrd="0" destOrd="0" presId="urn:microsoft.com/office/officeart/2005/8/layout/pyramid1"/>
    <dgm:cxn modelId="{C269D653-1870-447A-9CCC-87E003DE7992}" srcId="{3FECE694-B589-4235-8C26-EA641D6560BA}" destId="{80A91868-E908-43A1-998F-0644C65AE424}" srcOrd="2" destOrd="0" parTransId="{5095BC3A-0CCE-465C-87B5-FFCF6EA2C257}" sibTransId="{3777FCE3-95A8-4D2E-AB0A-9EF3DAF4039C}"/>
    <dgm:cxn modelId="{5FA1D25A-4047-449E-A845-672E9BFC9546}" type="presOf" srcId="{149A8FBB-8A92-430F-A994-16D7879F41B5}" destId="{D0D5EB87-461C-4E51-B023-932A22902CF6}" srcOrd="0" destOrd="0" presId="urn:microsoft.com/office/officeart/2005/8/layout/pyramid1"/>
    <dgm:cxn modelId="{2FFBC78F-0112-4E4D-B794-3DCD7DAD40EA}" srcId="{3FECE694-B589-4235-8C26-EA641D6560BA}" destId="{149A8FBB-8A92-430F-A994-16D7879F41B5}" srcOrd="3" destOrd="0" parTransId="{AE9D64F5-23C4-432E-A64D-1641923D5787}" sibTransId="{A32AA58D-D8A6-4FD4-840F-5980D9A4D778}"/>
    <dgm:cxn modelId="{2EC6D4A6-FE4F-49CA-8B9E-F54A689675F1}" type="presOf" srcId="{3FB91C2F-EC31-4E5B-8163-171DFAD793DD}" destId="{95C09CA2-542E-44C1-ACD6-7612D0409664}" srcOrd="0" destOrd="0" presId="urn:microsoft.com/office/officeart/2005/8/layout/pyramid1"/>
    <dgm:cxn modelId="{699345B1-27FF-442C-A567-1BB53AF24830}" srcId="{3FECE694-B589-4235-8C26-EA641D6560BA}" destId="{3FB91C2F-EC31-4E5B-8163-171DFAD793DD}" srcOrd="1" destOrd="0" parTransId="{698F52D5-C9F8-43D0-8362-1A15B793C78F}" sibTransId="{7D659204-53F2-451C-A0B8-BC37F2A3F84C}"/>
    <dgm:cxn modelId="{82AF77C8-13CD-4707-AAF2-2EC025D61FC1}" type="presOf" srcId="{149A8FBB-8A92-430F-A994-16D7879F41B5}" destId="{03E2043A-FD98-4163-9294-32D137866D27}" srcOrd="1" destOrd="0" presId="urn:microsoft.com/office/officeart/2005/8/layout/pyramid1"/>
    <dgm:cxn modelId="{5DC0B5D6-8220-472E-818C-9DAE99CCDD93}" type="presOf" srcId="{80A91868-E908-43A1-998F-0644C65AE424}" destId="{B08FE069-8705-4774-B2A6-435A8BF36763}" srcOrd="0" destOrd="0" presId="urn:microsoft.com/office/officeart/2005/8/layout/pyramid1"/>
    <dgm:cxn modelId="{09F621E9-8E24-4849-9F13-B2BE90BE5E74}" type="presOf" srcId="{80A91868-E908-43A1-998F-0644C65AE424}" destId="{128C22B3-D811-4D24-9DBC-C0D7250502B4}" srcOrd="1" destOrd="0" presId="urn:microsoft.com/office/officeart/2005/8/layout/pyramid1"/>
    <dgm:cxn modelId="{DEF106F0-5734-4321-B29C-819E103B2CC8}" type="presParOf" srcId="{C405533C-B567-441A-8D6C-9E0DE289CEF9}" destId="{2E548A68-8193-421D-B8CE-69D85AEA519B}" srcOrd="0" destOrd="0" presId="urn:microsoft.com/office/officeart/2005/8/layout/pyramid1"/>
    <dgm:cxn modelId="{15453EF3-C97D-4789-92C3-CBA64C0E2D5F}" type="presParOf" srcId="{2E548A68-8193-421D-B8CE-69D85AEA519B}" destId="{007BCAD4-A5FE-4244-B767-B1473B38EB22}" srcOrd="0" destOrd="0" presId="urn:microsoft.com/office/officeart/2005/8/layout/pyramid1"/>
    <dgm:cxn modelId="{64FB0DE1-BB90-4F6E-9991-DADB8DD75515}" type="presParOf" srcId="{2E548A68-8193-421D-B8CE-69D85AEA519B}" destId="{11F96B96-C244-40A1-8C98-85193EF63FCF}" srcOrd="1" destOrd="0" presId="urn:microsoft.com/office/officeart/2005/8/layout/pyramid1"/>
    <dgm:cxn modelId="{25757595-FC36-44D1-A7AD-35801FAC7367}" type="presParOf" srcId="{C405533C-B567-441A-8D6C-9E0DE289CEF9}" destId="{340B41C6-0395-40E5-A548-52A6263CBDE5}" srcOrd="1" destOrd="0" presId="urn:microsoft.com/office/officeart/2005/8/layout/pyramid1"/>
    <dgm:cxn modelId="{A2703AC1-735E-4F43-BDF9-1F36376C41E2}" type="presParOf" srcId="{340B41C6-0395-40E5-A548-52A6263CBDE5}" destId="{95C09CA2-542E-44C1-ACD6-7612D0409664}" srcOrd="0" destOrd="0" presId="urn:microsoft.com/office/officeart/2005/8/layout/pyramid1"/>
    <dgm:cxn modelId="{01C61F0C-A201-4FA0-99C1-A432E2DD0E80}" type="presParOf" srcId="{340B41C6-0395-40E5-A548-52A6263CBDE5}" destId="{D2602E54-BF91-4BCD-871F-BFA99215F48C}" srcOrd="1" destOrd="0" presId="urn:microsoft.com/office/officeart/2005/8/layout/pyramid1"/>
    <dgm:cxn modelId="{210E2C93-385F-41FB-9E05-9AB1246F99EE}" type="presParOf" srcId="{C405533C-B567-441A-8D6C-9E0DE289CEF9}" destId="{5AFB7370-6819-4D4D-A427-C25C95DF474A}" srcOrd="2" destOrd="0" presId="urn:microsoft.com/office/officeart/2005/8/layout/pyramid1"/>
    <dgm:cxn modelId="{C91BF18E-5A4C-45F4-9059-8F0FC5487634}" type="presParOf" srcId="{5AFB7370-6819-4D4D-A427-C25C95DF474A}" destId="{B08FE069-8705-4774-B2A6-435A8BF36763}" srcOrd="0" destOrd="0" presId="urn:microsoft.com/office/officeart/2005/8/layout/pyramid1"/>
    <dgm:cxn modelId="{38F1E6E5-2C38-4B91-990E-70AC670C4AB1}" type="presParOf" srcId="{5AFB7370-6819-4D4D-A427-C25C95DF474A}" destId="{128C22B3-D811-4D24-9DBC-C0D7250502B4}" srcOrd="1" destOrd="0" presId="urn:microsoft.com/office/officeart/2005/8/layout/pyramid1"/>
    <dgm:cxn modelId="{D692FB34-C45C-44F4-B06A-92D56D2303E9}" type="presParOf" srcId="{C405533C-B567-441A-8D6C-9E0DE289CEF9}" destId="{0CFDDDF0-6D68-4F66-AA54-46F78E62EF7F}" srcOrd="3" destOrd="0" presId="urn:microsoft.com/office/officeart/2005/8/layout/pyramid1"/>
    <dgm:cxn modelId="{9A52DEEE-6026-42E0-9217-4CB48141ADAA}" type="presParOf" srcId="{0CFDDDF0-6D68-4F66-AA54-46F78E62EF7F}" destId="{D0D5EB87-461C-4E51-B023-932A22902CF6}" srcOrd="0" destOrd="0" presId="urn:microsoft.com/office/officeart/2005/8/layout/pyramid1"/>
    <dgm:cxn modelId="{150F9807-501C-4CAD-A862-818C20AD1F56}" type="presParOf" srcId="{0CFDDDF0-6D68-4F66-AA54-46F78E62EF7F}" destId="{03E2043A-FD98-4163-9294-32D137866D27}"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7BCAD4-A5FE-4244-B767-B1473B38EB22}">
      <dsp:nvSpPr>
        <dsp:cNvPr id="0" name=""/>
        <dsp:cNvSpPr/>
      </dsp:nvSpPr>
      <dsp:spPr>
        <a:xfrm>
          <a:off x="2000249" y="0"/>
          <a:ext cx="1333499" cy="1059656"/>
        </a:xfrm>
        <a:prstGeom prst="trapezoid">
          <a:avLst>
            <a:gd name="adj" fmla="val 62921"/>
          </a:avLst>
        </a:prstGeom>
        <a:solidFill>
          <a:schemeClr val="accent6">
            <a:lumMod val="40000"/>
            <a:lumOff val="6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CA" sz="1400" b="1" kern="1200" dirty="0">
              <a:solidFill>
                <a:srgbClr val="002060"/>
              </a:solidFill>
              <a:latin typeface="Segoe UI" panose="020B0502040204020203" pitchFamily="34" charset="0"/>
              <a:cs typeface="Segoe UI" panose="020B0502040204020203" pitchFamily="34" charset="0"/>
            </a:rPr>
            <a:t>Core Libraries</a:t>
          </a:r>
        </a:p>
      </dsp:txBody>
      <dsp:txXfrm>
        <a:off x="2000249" y="0"/>
        <a:ext cx="1333499" cy="1059656"/>
      </dsp:txXfrm>
    </dsp:sp>
    <dsp:sp modelId="{95C09CA2-542E-44C1-ACD6-7612D0409664}">
      <dsp:nvSpPr>
        <dsp:cNvPr id="0" name=""/>
        <dsp:cNvSpPr/>
      </dsp:nvSpPr>
      <dsp:spPr>
        <a:xfrm>
          <a:off x="1333499" y="1059656"/>
          <a:ext cx="2666999" cy="1059656"/>
        </a:xfrm>
        <a:prstGeom prst="trapezoid">
          <a:avLst>
            <a:gd name="adj" fmla="val 62921"/>
          </a:avLst>
        </a:prstGeom>
        <a:solidFill>
          <a:srgbClr val="FFCCCC"/>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CA" sz="1400" b="1" kern="1200" dirty="0">
              <a:solidFill>
                <a:srgbClr val="002060"/>
              </a:solidFill>
              <a:latin typeface="Segoe UI" panose="020B0502040204020203" pitchFamily="34" charset="0"/>
              <a:cs typeface="Segoe UI" panose="020B0502040204020203" pitchFamily="34" charset="0"/>
            </a:rPr>
            <a:t>Visualisation</a:t>
          </a:r>
        </a:p>
      </dsp:txBody>
      <dsp:txXfrm>
        <a:off x="1800224" y="1059656"/>
        <a:ext cx="1733549" cy="1059656"/>
      </dsp:txXfrm>
    </dsp:sp>
    <dsp:sp modelId="{B08FE069-8705-4774-B2A6-435A8BF36763}">
      <dsp:nvSpPr>
        <dsp:cNvPr id="0" name=""/>
        <dsp:cNvSpPr/>
      </dsp:nvSpPr>
      <dsp:spPr>
        <a:xfrm>
          <a:off x="666749" y="2119312"/>
          <a:ext cx="4000499" cy="1059656"/>
        </a:xfrm>
        <a:prstGeom prst="trapezoid">
          <a:avLst>
            <a:gd name="adj" fmla="val 62921"/>
          </a:avLst>
        </a:prstGeom>
        <a:solidFill>
          <a:schemeClr val="accent4">
            <a:lumMod val="60000"/>
            <a:lumOff val="4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CA" sz="1400" b="1" kern="1200" dirty="0">
              <a:solidFill>
                <a:srgbClr val="002060"/>
              </a:solidFill>
              <a:latin typeface="Segoe UI" panose="020B0502040204020203" pitchFamily="34" charset="0"/>
              <a:cs typeface="Segoe UI" panose="020B0502040204020203" pitchFamily="34" charset="0"/>
            </a:rPr>
            <a:t>Machine Learning</a:t>
          </a:r>
        </a:p>
      </dsp:txBody>
      <dsp:txXfrm>
        <a:off x="1366837" y="2119312"/>
        <a:ext cx="2600324" cy="1059656"/>
      </dsp:txXfrm>
    </dsp:sp>
    <dsp:sp modelId="{D0D5EB87-461C-4E51-B023-932A22902CF6}">
      <dsp:nvSpPr>
        <dsp:cNvPr id="0" name=""/>
        <dsp:cNvSpPr/>
      </dsp:nvSpPr>
      <dsp:spPr>
        <a:xfrm>
          <a:off x="0" y="3178968"/>
          <a:ext cx="5333999" cy="1059656"/>
        </a:xfrm>
        <a:prstGeom prst="trapezoid">
          <a:avLst>
            <a:gd name="adj" fmla="val 62921"/>
          </a:avLst>
        </a:prstGeom>
        <a:solidFill>
          <a:schemeClr val="accent3">
            <a:lumMod val="40000"/>
            <a:lumOff val="6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44450" dist="27940" dir="5400000" algn="ctr" rotWithShape="0">
            <a:srgbClr val="000000">
              <a:alpha val="32000"/>
            </a:srgbClr>
          </a:outerShdw>
        </a:effectLst>
        <a:scene3d>
          <a:camera prst="orthographicFront">
            <a:rot lat="0" lon="0" rev="0"/>
          </a:camera>
          <a:lightRig rig="balanced" dir="t">
            <a:rot lat="0" lon="0" rev="8700000"/>
          </a:lightRig>
        </a:scene3d>
        <a:sp3d>
          <a:bevelT w="190500" h="38100"/>
        </a:sp3d>
      </dsp:spPr>
      <dsp:style>
        <a:lnRef idx="0">
          <a:scrgbClr r="0" g="0" b="0"/>
        </a:lnRef>
        <a:fillRef idx="3">
          <a:scrgbClr r="0" g="0" b="0"/>
        </a:fillRef>
        <a:effectRef idx="2">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CA" sz="1400" b="1" kern="1200" dirty="0">
              <a:solidFill>
                <a:srgbClr val="002060"/>
              </a:solidFill>
              <a:latin typeface="Segoe UI" panose="020B0502040204020203" pitchFamily="34" charset="0"/>
              <a:cs typeface="Segoe UI" panose="020B0502040204020203" pitchFamily="34" charset="0"/>
            </a:rPr>
            <a:t>Utilisation</a:t>
          </a:r>
        </a:p>
      </dsp:txBody>
      <dsp:txXfrm>
        <a:off x="933449" y="3178968"/>
        <a:ext cx="3467099" cy="1059656"/>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1F96AC-A70C-4AB2-967E-DC3E25C22540}" type="datetimeFigureOut">
              <a:rPr lang="en-CA" smtClean="0"/>
              <a:t>2025-04-10</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25C9C9-E592-457F-BBD4-4A1E1B21D305}" type="slidenum">
              <a:rPr lang="en-CA" smtClean="0"/>
              <a:t>‹#›</a:t>
            </a:fld>
            <a:endParaRPr lang="en-CA"/>
          </a:p>
        </p:txBody>
      </p:sp>
    </p:spTree>
    <p:extLst>
      <p:ext uri="{BB962C8B-B14F-4D97-AF65-F5344CB8AC3E}">
        <p14:creationId xmlns:p14="http://schemas.microsoft.com/office/powerpoint/2010/main" val="346019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0725C9C9-E592-457F-BBD4-4A1E1B21D305}" type="slidenum">
              <a:rPr lang="en-CA" smtClean="0"/>
              <a:t>7</a:t>
            </a:fld>
            <a:endParaRPr lang="en-CA"/>
          </a:p>
        </p:txBody>
      </p:sp>
    </p:spTree>
    <p:extLst>
      <p:ext uri="{BB962C8B-B14F-4D97-AF65-F5344CB8AC3E}">
        <p14:creationId xmlns:p14="http://schemas.microsoft.com/office/powerpoint/2010/main" val="3074631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71769-516C-54BB-3FD1-F51A681EF3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1C15C2-1143-92A8-61A0-AE471A0D7C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375B7C-DA32-2C55-B92D-EA0B44B574C2}"/>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064BB998-8245-179C-E160-57D1893BD336}"/>
              </a:ext>
            </a:extLst>
          </p:cNvPr>
          <p:cNvSpPr>
            <a:spLocks noGrp="1"/>
          </p:cNvSpPr>
          <p:nvPr>
            <p:ph type="sldNum" sz="quarter" idx="5"/>
          </p:nvPr>
        </p:nvSpPr>
        <p:spPr/>
        <p:txBody>
          <a:bodyPr/>
          <a:lstStyle/>
          <a:p>
            <a:fld id="{0725C9C9-E592-457F-BBD4-4A1E1B21D305}" type="slidenum">
              <a:rPr lang="en-CA" smtClean="0"/>
              <a:t>9</a:t>
            </a:fld>
            <a:endParaRPr lang="en-CA"/>
          </a:p>
        </p:txBody>
      </p:sp>
    </p:spTree>
    <p:extLst>
      <p:ext uri="{BB962C8B-B14F-4D97-AF65-F5344CB8AC3E}">
        <p14:creationId xmlns:p14="http://schemas.microsoft.com/office/powerpoint/2010/main" val="5432552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6967A-8666-52DF-3342-DAD14542D1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65A7AA-223C-F14D-0E43-49C63E6A40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18631C-6380-DAE8-10A8-C9F22DEB31AE}"/>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6C9E6F8F-D478-34EC-20A9-F85ACD69937F}"/>
              </a:ext>
            </a:extLst>
          </p:cNvPr>
          <p:cNvSpPr>
            <a:spLocks noGrp="1"/>
          </p:cNvSpPr>
          <p:nvPr>
            <p:ph type="sldNum" sz="quarter" idx="5"/>
          </p:nvPr>
        </p:nvSpPr>
        <p:spPr/>
        <p:txBody>
          <a:bodyPr/>
          <a:lstStyle/>
          <a:p>
            <a:fld id="{0725C9C9-E592-457F-BBD4-4A1E1B21D305}" type="slidenum">
              <a:rPr lang="en-CA" smtClean="0"/>
              <a:t>10</a:t>
            </a:fld>
            <a:endParaRPr lang="en-CA"/>
          </a:p>
        </p:txBody>
      </p:sp>
    </p:spTree>
    <p:extLst>
      <p:ext uri="{BB962C8B-B14F-4D97-AF65-F5344CB8AC3E}">
        <p14:creationId xmlns:p14="http://schemas.microsoft.com/office/powerpoint/2010/main" val="14458990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92AFE-78A0-9EA7-7A2F-FAD2E62C9E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C5C68F-A6E4-1B09-AB7C-6CC3FD4FE3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CEA686-6FD0-D64B-9D03-B31204FFD53D}"/>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06486384-0707-03C1-4A8C-A56C2D25F4DF}"/>
              </a:ext>
            </a:extLst>
          </p:cNvPr>
          <p:cNvSpPr>
            <a:spLocks noGrp="1"/>
          </p:cNvSpPr>
          <p:nvPr>
            <p:ph type="sldNum" sz="quarter" idx="5"/>
          </p:nvPr>
        </p:nvSpPr>
        <p:spPr/>
        <p:txBody>
          <a:bodyPr/>
          <a:lstStyle/>
          <a:p>
            <a:fld id="{0725C9C9-E592-457F-BBD4-4A1E1B21D305}" type="slidenum">
              <a:rPr lang="en-CA" smtClean="0"/>
              <a:t>11</a:t>
            </a:fld>
            <a:endParaRPr lang="en-CA"/>
          </a:p>
        </p:txBody>
      </p:sp>
    </p:spTree>
    <p:extLst>
      <p:ext uri="{BB962C8B-B14F-4D97-AF65-F5344CB8AC3E}">
        <p14:creationId xmlns:p14="http://schemas.microsoft.com/office/powerpoint/2010/main" val="26993238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0725C9C9-E592-457F-BBD4-4A1E1B21D305}" type="slidenum">
              <a:rPr lang="en-CA" smtClean="0"/>
              <a:t>12</a:t>
            </a:fld>
            <a:endParaRPr lang="en-CA"/>
          </a:p>
        </p:txBody>
      </p:sp>
    </p:spTree>
    <p:extLst>
      <p:ext uri="{BB962C8B-B14F-4D97-AF65-F5344CB8AC3E}">
        <p14:creationId xmlns:p14="http://schemas.microsoft.com/office/powerpoint/2010/main" val="5260170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81A17-EE8B-1AE4-9A97-0C1B0B4E7E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2239CF-DAD0-5C2B-C216-8CF0818AF6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17EF3F-F670-A09F-9863-A74EF5E34441}"/>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D55D322D-BDA1-8AA6-7545-31DBE2383597}"/>
              </a:ext>
            </a:extLst>
          </p:cNvPr>
          <p:cNvSpPr>
            <a:spLocks noGrp="1"/>
          </p:cNvSpPr>
          <p:nvPr>
            <p:ph type="sldNum" sz="quarter" idx="5"/>
          </p:nvPr>
        </p:nvSpPr>
        <p:spPr/>
        <p:txBody>
          <a:bodyPr/>
          <a:lstStyle/>
          <a:p>
            <a:fld id="{0725C9C9-E592-457F-BBD4-4A1E1B21D305}" type="slidenum">
              <a:rPr lang="en-CA" smtClean="0"/>
              <a:t>17</a:t>
            </a:fld>
            <a:endParaRPr lang="en-CA"/>
          </a:p>
        </p:txBody>
      </p:sp>
    </p:spTree>
    <p:extLst>
      <p:ext uri="{BB962C8B-B14F-4D97-AF65-F5344CB8AC3E}">
        <p14:creationId xmlns:p14="http://schemas.microsoft.com/office/powerpoint/2010/main" val="780990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4" Type="http://schemas.microsoft.com/office/2007/relationships/hdphoto" Target="../media/hdphoto1.wdp"/></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2FDF747-B622-7F48-9215-C3A606BDEB98}"/>
              </a:ext>
            </a:extLst>
          </p:cNvPr>
          <p:cNvSpPr>
            <a:spLocks noGrp="1"/>
          </p:cNvSpPr>
          <p:nvPr>
            <p:ph type="sldNum" sz="quarter" idx="12"/>
          </p:nvPr>
        </p:nvSpPr>
        <p:spPr/>
        <p:txBody>
          <a:bodyPr/>
          <a:lstStyle/>
          <a:p>
            <a:fld id="{BE15108C-154A-4A5A-9C05-91A49A422BA7}" type="slidenum">
              <a:rPr lang="en-US" smtClean="0"/>
              <a:pPr/>
              <a:t>‹#›</a:t>
            </a:fld>
            <a:endParaRPr lang="en-US" dirty="0"/>
          </a:p>
        </p:txBody>
      </p:sp>
    </p:spTree>
    <p:extLst>
      <p:ext uri="{BB962C8B-B14F-4D97-AF65-F5344CB8AC3E}">
        <p14:creationId xmlns:p14="http://schemas.microsoft.com/office/powerpoint/2010/main" val="108347713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E525-4063-4C4F-8334-FBA02DB6937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B14EC97-9D34-BE48-9367-02F3BA14827A}"/>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BB8E19-FEF2-7A4B-8575-5AFEB134BC56}"/>
              </a:ext>
            </a:extLst>
          </p:cNvPr>
          <p:cNvSpPr>
            <a:spLocks noGrp="1"/>
          </p:cNvSpPr>
          <p:nvPr>
            <p:ph type="dt" sz="half" idx="10"/>
          </p:nvPr>
        </p:nvSpPr>
        <p:spPr>
          <a:xfrm>
            <a:off x="838200" y="6356350"/>
            <a:ext cx="2743200" cy="365125"/>
          </a:xfrm>
          <a:prstGeom prst="rect">
            <a:avLst/>
          </a:prstGeom>
        </p:spPr>
        <p:txBody>
          <a:bodyPr/>
          <a:lstStyle/>
          <a:p>
            <a:fld id="{8F72BA41-EC5B-4197-BCC8-0FD2E523CD7A}" type="datetimeFigureOut">
              <a:rPr lang="en-US" smtClean="0"/>
              <a:t>4/10/2025</a:t>
            </a:fld>
            <a:endParaRPr lang="en-US"/>
          </a:p>
        </p:txBody>
      </p:sp>
      <p:sp>
        <p:nvSpPr>
          <p:cNvPr id="5" name="Footer Placeholder 4">
            <a:extLst>
              <a:ext uri="{FF2B5EF4-FFF2-40B4-BE49-F238E27FC236}">
                <a16:creationId xmlns:a16="http://schemas.microsoft.com/office/drawing/2014/main" id="{513A4E28-3138-784C-8CBB-8586D8EE030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FB07D0F-3645-6B43-9AD7-762199572C65}"/>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3980340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63CE8-FC8A-B648-971E-6DC96997A7A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634958-58AE-3F4E-8C00-440B25A937A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872462-6007-A64A-86E6-F5ED46C87269}"/>
              </a:ext>
            </a:extLst>
          </p:cNvPr>
          <p:cNvSpPr>
            <a:spLocks noGrp="1"/>
          </p:cNvSpPr>
          <p:nvPr>
            <p:ph type="dt" sz="half" idx="10"/>
          </p:nvPr>
        </p:nvSpPr>
        <p:spPr>
          <a:xfrm>
            <a:off x="838200" y="6356350"/>
            <a:ext cx="2743200" cy="365125"/>
          </a:xfrm>
          <a:prstGeom prst="rect">
            <a:avLst/>
          </a:prstGeom>
        </p:spPr>
        <p:txBody>
          <a:bodyPr/>
          <a:lstStyle/>
          <a:p>
            <a:fld id="{8F72BA41-EC5B-4197-BCC8-0FD2E523CD7A}" type="datetimeFigureOut">
              <a:rPr lang="en-US" smtClean="0"/>
              <a:t>4/10/2025</a:t>
            </a:fld>
            <a:endParaRPr lang="en-US"/>
          </a:p>
        </p:txBody>
      </p:sp>
      <p:sp>
        <p:nvSpPr>
          <p:cNvPr id="5" name="Footer Placeholder 4">
            <a:extLst>
              <a:ext uri="{FF2B5EF4-FFF2-40B4-BE49-F238E27FC236}">
                <a16:creationId xmlns:a16="http://schemas.microsoft.com/office/drawing/2014/main" id="{99D379FD-EE00-8243-9FA5-BC4C116FAB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2C754-6A4A-424A-B972-C341147C4E0D}"/>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98877716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B8FC9-14F0-064F-BEB7-9DA0B582216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F565333-3885-5246-9997-584B944334CC}"/>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A3D495-0AB7-4245-BD03-FEF725EE8B32}"/>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A3532B-22A8-4948-8614-690AB67FC7F6}"/>
              </a:ext>
            </a:extLst>
          </p:cNvPr>
          <p:cNvSpPr>
            <a:spLocks noGrp="1"/>
          </p:cNvSpPr>
          <p:nvPr>
            <p:ph type="dt" sz="half" idx="10"/>
          </p:nvPr>
        </p:nvSpPr>
        <p:spPr>
          <a:xfrm>
            <a:off x="838200" y="6356350"/>
            <a:ext cx="2743200" cy="365125"/>
          </a:xfrm>
          <a:prstGeom prst="rect">
            <a:avLst/>
          </a:prstGeom>
        </p:spPr>
        <p:txBody>
          <a:bodyPr/>
          <a:lstStyle/>
          <a:p>
            <a:fld id="{8F72BA41-EC5B-4197-BCC8-0FD2E523CD7A}" type="datetimeFigureOut">
              <a:rPr lang="en-US" smtClean="0"/>
              <a:t>4/10/2025</a:t>
            </a:fld>
            <a:endParaRPr lang="en-US"/>
          </a:p>
        </p:txBody>
      </p:sp>
      <p:sp>
        <p:nvSpPr>
          <p:cNvPr id="6" name="Footer Placeholder 5">
            <a:extLst>
              <a:ext uri="{FF2B5EF4-FFF2-40B4-BE49-F238E27FC236}">
                <a16:creationId xmlns:a16="http://schemas.microsoft.com/office/drawing/2014/main" id="{BE45A5D6-868E-4849-A5DA-84702CEDFE8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D682E35-43FC-E946-AA84-7E00546A24B6}"/>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26558956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14121-1457-7D45-BFFD-BECD6649741B}"/>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CE09A76-C125-0945-BCD8-FF2A0498A56E}"/>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B142CC-BC3F-664E-A6C2-3854B8D4E8C7}"/>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FA8D54-9ED9-E345-B69E-FF5D485B134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9B295F-F3C2-5646-A5F3-194FE6EFEB29}"/>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516157-5FC9-E841-A6FC-14EBCFDEC672}"/>
              </a:ext>
            </a:extLst>
          </p:cNvPr>
          <p:cNvSpPr>
            <a:spLocks noGrp="1"/>
          </p:cNvSpPr>
          <p:nvPr>
            <p:ph type="dt" sz="half" idx="10"/>
          </p:nvPr>
        </p:nvSpPr>
        <p:spPr>
          <a:xfrm>
            <a:off x="838200" y="6356350"/>
            <a:ext cx="2743200" cy="365125"/>
          </a:xfrm>
          <a:prstGeom prst="rect">
            <a:avLst/>
          </a:prstGeom>
        </p:spPr>
        <p:txBody>
          <a:bodyPr/>
          <a:lstStyle/>
          <a:p>
            <a:fld id="{8F72BA41-EC5B-4197-BCC8-0FD2E523CD7A}" type="datetimeFigureOut">
              <a:rPr lang="en-US" smtClean="0"/>
              <a:t>4/10/2025</a:t>
            </a:fld>
            <a:endParaRPr lang="en-US"/>
          </a:p>
        </p:txBody>
      </p:sp>
      <p:sp>
        <p:nvSpPr>
          <p:cNvPr id="8" name="Footer Placeholder 7">
            <a:extLst>
              <a:ext uri="{FF2B5EF4-FFF2-40B4-BE49-F238E27FC236}">
                <a16:creationId xmlns:a16="http://schemas.microsoft.com/office/drawing/2014/main" id="{3544E072-D5B7-D647-82C0-40BEAE857D43}"/>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47A73D6E-2A82-7344-BB8C-513E6DA4E143}"/>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8254773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B4CE-9E7B-564C-A6C3-DCABF996FBD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4CF8A31D-92A5-DF47-9C3A-9F9C1CF8FC6B}"/>
              </a:ext>
            </a:extLst>
          </p:cNvPr>
          <p:cNvSpPr>
            <a:spLocks noGrp="1"/>
          </p:cNvSpPr>
          <p:nvPr>
            <p:ph type="dt" sz="half" idx="10"/>
          </p:nvPr>
        </p:nvSpPr>
        <p:spPr>
          <a:xfrm>
            <a:off x="838200" y="6356350"/>
            <a:ext cx="2743200" cy="365125"/>
          </a:xfrm>
          <a:prstGeom prst="rect">
            <a:avLst/>
          </a:prstGeom>
        </p:spPr>
        <p:txBody>
          <a:bodyPr/>
          <a:lstStyle/>
          <a:p>
            <a:fld id="{8F72BA41-EC5B-4197-BCC8-0FD2E523CD7A}" type="datetimeFigureOut">
              <a:rPr lang="en-US" smtClean="0"/>
              <a:t>4/10/2025</a:t>
            </a:fld>
            <a:endParaRPr lang="en-US"/>
          </a:p>
        </p:txBody>
      </p:sp>
      <p:sp>
        <p:nvSpPr>
          <p:cNvPr id="4" name="Footer Placeholder 3">
            <a:extLst>
              <a:ext uri="{FF2B5EF4-FFF2-40B4-BE49-F238E27FC236}">
                <a16:creationId xmlns:a16="http://schemas.microsoft.com/office/drawing/2014/main" id="{FFE7EADA-8BC4-974C-BBA1-7390F15FD5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89EC0A8-C281-FF40-A774-EAF6089BB00F}"/>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05723168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027EBC-C9EC-5844-B3BF-5151B2F70EA4}"/>
              </a:ext>
            </a:extLst>
          </p:cNvPr>
          <p:cNvSpPr>
            <a:spLocks noGrp="1"/>
          </p:cNvSpPr>
          <p:nvPr>
            <p:ph type="dt" sz="half" idx="10"/>
          </p:nvPr>
        </p:nvSpPr>
        <p:spPr>
          <a:xfrm>
            <a:off x="838200" y="6356350"/>
            <a:ext cx="2743200" cy="365125"/>
          </a:xfrm>
          <a:prstGeom prst="rect">
            <a:avLst/>
          </a:prstGeom>
        </p:spPr>
        <p:txBody>
          <a:bodyPr/>
          <a:lstStyle/>
          <a:p>
            <a:fld id="{8F72BA41-EC5B-4197-BCC8-0FD2E523CD7A}" type="datetimeFigureOut">
              <a:rPr lang="en-US" smtClean="0"/>
              <a:t>4/10/2025</a:t>
            </a:fld>
            <a:endParaRPr lang="en-US"/>
          </a:p>
        </p:txBody>
      </p:sp>
      <p:sp>
        <p:nvSpPr>
          <p:cNvPr id="3" name="Footer Placeholder 2">
            <a:extLst>
              <a:ext uri="{FF2B5EF4-FFF2-40B4-BE49-F238E27FC236}">
                <a16:creationId xmlns:a16="http://schemas.microsoft.com/office/drawing/2014/main" id="{A9F664BF-C7CE-DC46-9D6D-A9335EE9D8B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6A1AAD4E-B732-E349-8793-C20A3D6B70AE}"/>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247617433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3A651-FEEA-2140-82D8-9C06A36F929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D2DAEA-C881-354D-A17E-2A95857F0CA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2148C2-62EB-B446-BB7C-69F5E480649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14D069-D155-9141-9045-DB41904753A7}"/>
              </a:ext>
            </a:extLst>
          </p:cNvPr>
          <p:cNvSpPr>
            <a:spLocks noGrp="1"/>
          </p:cNvSpPr>
          <p:nvPr>
            <p:ph type="dt" sz="half" idx="10"/>
          </p:nvPr>
        </p:nvSpPr>
        <p:spPr>
          <a:xfrm>
            <a:off x="838200" y="6356350"/>
            <a:ext cx="2743200" cy="365125"/>
          </a:xfrm>
          <a:prstGeom prst="rect">
            <a:avLst/>
          </a:prstGeom>
        </p:spPr>
        <p:txBody>
          <a:bodyPr/>
          <a:lstStyle/>
          <a:p>
            <a:fld id="{8F72BA41-EC5B-4197-BCC8-0FD2E523CD7A}" type="datetimeFigureOut">
              <a:rPr lang="en-US" smtClean="0"/>
              <a:t>4/10/2025</a:t>
            </a:fld>
            <a:endParaRPr lang="en-US"/>
          </a:p>
        </p:txBody>
      </p:sp>
      <p:sp>
        <p:nvSpPr>
          <p:cNvPr id="6" name="Footer Placeholder 5">
            <a:extLst>
              <a:ext uri="{FF2B5EF4-FFF2-40B4-BE49-F238E27FC236}">
                <a16:creationId xmlns:a16="http://schemas.microsoft.com/office/drawing/2014/main" id="{2C0EE34C-EABB-6848-A341-7CA0C29379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0C04AAD-C125-DD44-8102-9F28820805FD}"/>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31089897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D611A-FFDF-C848-A433-C5B125C402E0}"/>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6C0E97-AC3D-784B-96B7-0D18B5A35AE1}"/>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6B37986-0214-C348-AB5F-D54BF288107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6860A9-8610-9347-BAE7-F23CCA13E55B}"/>
              </a:ext>
            </a:extLst>
          </p:cNvPr>
          <p:cNvSpPr>
            <a:spLocks noGrp="1"/>
          </p:cNvSpPr>
          <p:nvPr>
            <p:ph type="dt" sz="half" idx="10"/>
          </p:nvPr>
        </p:nvSpPr>
        <p:spPr>
          <a:xfrm>
            <a:off x="838200" y="6356350"/>
            <a:ext cx="2743200" cy="365125"/>
          </a:xfrm>
          <a:prstGeom prst="rect">
            <a:avLst/>
          </a:prstGeom>
        </p:spPr>
        <p:txBody>
          <a:bodyPr/>
          <a:lstStyle/>
          <a:p>
            <a:fld id="{8F72BA41-EC5B-4197-BCC8-0FD2E523CD7A}" type="datetimeFigureOut">
              <a:rPr lang="en-US" smtClean="0"/>
              <a:t>4/10/2025</a:t>
            </a:fld>
            <a:endParaRPr lang="en-US"/>
          </a:p>
        </p:txBody>
      </p:sp>
      <p:sp>
        <p:nvSpPr>
          <p:cNvPr id="6" name="Footer Placeholder 5">
            <a:extLst>
              <a:ext uri="{FF2B5EF4-FFF2-40B4-BE49-F238E27FC236}">
                <a16:creationId xmlns:a16="http://schemas.microsoft.com/office/drawing/2014/main" id="{14249D7C-BCAA-DE44-AE89-5178DA8D82A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5319C3-A65D-764B-BD49-57D0082AE9A9}"/>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90811029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DD383-EB92-5540-96BB-199B7760EF4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9FED7B-4DA5-4346-B7E2-D18782430F68}"/>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2B5F2C-52A9-3047-A473-9FFC051518A0}"/>
              </a:ext>
            </a:extLst>
          </p:cNvPr>
          <p:cNvSpPr>
            <a:spLocks noGrp="1"/>
          </p:cNvSpPr>
          <p:nvPr>
            <p:ph type="dt" sz="half" idx="10"/>
          </p:nvPr>
        </p:nvSpPr>
        <p:spPr>
          <a:xfrm>
            <a:off x="838200" y="6356350"/>
            <a:ext cx="2743200" cy="365125"/>
          </a:xfrm>
          <a:prstGeom prst="rect">
            <a:avLst/>
          </a:prstGeom>
        </p:spPr>
        <p:txBody>
          <a:bodyPr/>
          <a:lstStyle/>
          <a:p>
            <a:fld id="{8F72BA41-EC5B-4197-BCC8-0FD2E523CD7A}" type="datetimeFigureOut">
              <a:rPr lang="en-US" smtClean="0"/>
              <a:t>4/10/2025</a:t>
            </a:fld>
            <a:endParaRPr lang="en-US"/>
          </a:p>
        </p:txBody>
      </p:sp>
      <p:sp>
        <p:nvSpPr>
          <p:cNvPr id="5" name="Footer Placeholder 4">
            <a:extLst>
              <a:ext uri="{FF2B5EF4-FFF2-40B4-BE49-F238E27FC236}">
                <a16:creationId xmlns:a16="http://schemas.microsoft.com/office/drawing/2014/main" id="{DAC041C9-0677-664D-B2BB-69B0A6A709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0B34EA4-D670-2C41-9EF4-392023D22E4F}"/>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161137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05DB93-A58E-714C-BD6E-76F1D21AEA0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F83819-F149-7645-A0DD-B53DD9D84837}"/>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FB065F-A67E-EF4E-A12F-EB30F584E490}"/>
              </a:ext>
            </a:extLst>
          </p:cNvPr>
          <p:cNvSpPr>
            <a:spLocks noGrp="1"/>
          </p:cNvSpPr>
          <p:nvPr>
            <p:ph type="dt" sz="half" idx="10"/>
          </p:nvPr>
        </p:nvSpPr>
        <p:spPr>
          <a:xfrm>
            <a:off x="838200" y="6356350"/>
            <a:ext cx="2743200" cy="365125"/>
          </a:xfrm>
          <a:prstGeom prst="rect">
            <a:avLst/>
          </a:prstGeom>
        </p:spPr>
        <p:txBody>
          <a:bodyPr/>
          <a:lstStyle/>
          <a:p>
            <a:fld id="{8F72BA41-EC5B-4197-BCC8-0FD2E523CD7A}" type="datetimeFigureOut">
              <a:rPr lang="en-US" smtClean="0"/>
              <a:t>4/10/2025</a:t>
            </a:fld>
            <a:endParaRPr lang="en-US"/>
          </a:p>
        </p:txBody>
      </p:sp>
      <p:sp>
        <p:nvSpPr>
          <p:cNvPr id="5" name="Footer Placeholder 4">
            <a:extLst>
              <a:ext uri="{FF2B5EF4-FFF2-40B4-BE49-F238E27FC236}">
                <a16:creationId xmlns:a16="http://schemas.microsoft.com/office/drawing/2014/main" id="{356E9D5F-8CC5-8740-9426-35E9D812FC6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BB1DE0B-93CB-5C41-B581-C00D0F9F7CC2}"/>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57100835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1_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a:prstGeom prst="rect">
            <a:avLst/>
          </a:prstGeom>
        </p:spPr>
        <p:txBody>
          <a:bodyPr anchor="b">
            <a:normAutofit/>
          </a:bodyPr>
          <a:lstStyle>
            <a:lvl1pPr algn="ctr">
              <a:defRPr sz="48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a:t>Click to edit Master title style</a:t>
            </a:r>
          </a:p>
        </p:txBody>
      </p:sp>
      <p:sp>
        <p:nvSpPr>
          <p:cNvPr id="2" name="Footer Placeholder 1">
            <a:extLst>
              <a:ext uri="{FF2B5EF4-FFF2-40B4-BE49-F238E27FC236}">
                <a16:creationId xmlns:a16="http://schemas.microsoft.com/office/drawing/2014/main" id="{FD30FDD2-E0CC-3E4C-A49E-91BE8BE0367F}"/>
              </a:ext>
            </a:extLst>
          </p:cNvPr>
          <p:cNvSpPr>
            <a:spLocks noGrp="1"/>
          </p:cNvSpPr>
          <p:nvPr>
            <p:ph type="ftr" sz="quarter" idx="10"/>
          </p:nvPr>
        </p:nvSpPr>
        <p:spPr>
          <a:xfrm>
            <a:off x="4038600" y="6356350"/>
            <a:ext cx="4114800" cy="365125"/>
          </a:xfrm>
          <a:prstGeom prst="rect">
            <a:avLst/>
          </a:prstGeom>
        </p:spPr>
        <p:txBody>
          <a:bodyPr/>
          <a:lstStyle/>
          <a:p>
            <a:endParaRPr lang="en-US" dirty="0"/>
          </a:p>
        </p:txBody>
      </p:sp>
    </p:spTree>
    <p:extLst>
      <p:ext uri="{BB962C8B-B14F-4D97-AF65-F5344CB8AC3E}">
        <p14:creationId xmlns:p14="http://schemas.microsoft.com/office/powerpoint/2010/main" val="164358436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A119083-F06C-6F4F-9852-321B8C953CC2}"/>
              </a:ext>
            </a:extLst>
          </p:cNvPr>
          <p:cNvSpPr>
            <a:spLocks noGrp="1"/>
          </p:cNvSpPr>
          <p:nvPr>
            <p:ph type="ftr" sz="quarter" idx="10"/>
          </p:nvPr>
        </p:nvSpPr>
        <p:spPr>
          <a:xfrm>
            <a:off x="4038600" y="6356350"/>
            <a:ext cx="4114800" cy="365125"/>
          </a:xfrm>
          <a:prstGeom prst="rect">
            <a:avLst/>
          </a:prstGeom>
        </p:spPr>
        <p:txBody>
          <a:bodyPr/>
          <a:lstStyle/>
          <a:p>
            <a:endParaRPr lang="en-US" dirty="0"/>
          </a:p>
        </p:txBody>
      </p:sp>
    </p:spTree>
    <p:extLst>
      <p:ext uri="{BB962C8B-B14F-4D97-AF65-F5344CB8AC3E}">
        <p14:creationId xmlns:p14="http://schemas.microsoft.com/office/powerpoint/2010/main" val="363635694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A7CD3-94E1-42A9-BAB7-2AFCD9FCBD10}"/>
              </a:ext>
            </a:extLst>
          </p:cNvPr>
          <p:cNvSpPr>
            <a:spLocks noGrp="1"/>
          </p:cNvSpPr>
          <p:nvPr>
            <p:ph type="ctrTitle"/>
          </p:nvPr>
        </p:nvSpPr>
        <p:spPr>
          <a:xfrm>
            <a:off x="691078" y="722903"/>
            <a:ext cx="10495904" cy="2460770"/>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467609B-8FD3-4FF7-8EBC-6619CA868B33}"/>
              </a:ext>
            </a:extLst>
          </p:cNvPr>
          <p:cNvSpPr>
            <a:spLocks noGrp="1"/>
          </p:cNvSpPr>
          <p:nvPr>
            <p:ph type="subTitle" idx="1"/>
          </p:nvPr>
        </p:nvSpPr>
        <p:spPr>
          <a:xfrm>
            <a:off x="691078" y="3428997"/>
            <a:ext cx="10495904" cy="2306639"/>
          </a:xfrm>
        </p:spPr>
        <p:txBody>
          <a:bodyPr/>
          <a:lstStyle>
            <a:lvl1pPr marL="0" indent="0" algn="l">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ACC7A76F-3401-4F50-AE85-8F2AA247B99F}"/>
              </a:ext>
            </a:extLst>
          </p:cNvPr>
          <p:cNvSpPr>
            <a:spLocks noGrp="1"/>
          </p:cNvSpPr>
          <p:nvPr>
            <p:ph type="dt" sz="half" idx="10"/>
          </p:nvPr>
        </p:nvSpPr>
        <p:spPr/>
        <p:txBody>
          <a:bodyPr/>
          <a:lstStyle/>
          <a:p>
            <a:fld id="{8F72BA41-EC5B-4197-BCC8-0FD2E523CD7A}" type="datetimeFigureOut">
              <a:rPr lang="en-US" smtClean="0"/>
              <a:t>4/10/2025</a:t>
            </a:fld>
            <a:endParaRPr lang="en-US"/>
          </a:p>
        </p:txBody>
      </p:sp>
      <p:sp>
        <p:nvSpPr>
          <p:cNvPr id="5" name="Footer Placeholder 4">
            <a:extLst>
              <a:ext uri="{FF2B5EF4-FFF2-40B4-BE49-F238E27FC236}">
                <a16:creationId xmlns:a16="http://schemas.microsoft.com/office/drawing/2014/main" id="{DEF02E50-D34E-4DD4-8B3B-55D08F25F50A}"/>
              </a:ext>
            </a:extLst>
          </p:cNvPr>
          <p:cNvSpPr>
            <a:spLocks noGrp="1"/>
          </p:cNvSpPr>
          <p:nvPr>
            <p:ph type="ftr" sz="quarter" idx="11"/>
          </p:nvPr>
        </p:nvSpPr>
        <p:spPr>
          <a:xfrm>
            <a:off x="691078" y="236364"/>
            <a:ext cx="4114800" cy="417126"/>
          </a:xfrm>
        </p:spPr>
        <p:txBody>
          <a:bodyPr/>
          <a:lstStyle/>
          <a:p>
            <a:endParaRPr lang="en-US" dirty="0"/>
          </a:p>
        </p:txBody>
      </p:sp>
      <p:sp>
        <p:nvSpPr>
          <p:cNvPr id="6" name="Slide Number Placeholder 5">
            <a:extLst>
              <a:ext uri="{FF2B5EF4-FFF2-40B4-BE49-F238E27FC236}">
                <a16:creationId xmlns:a16="http://schemas.microsoft.com/office/drawing/2014/main" id="{37B53B71-D2FA-4DDC-9C9C-E26F7B591A8E}"/>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422306665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E15108C-154A-4A5A-9C05-91A49A422BA7}" type="slidenum">
              <a:rPr lang="en-US" smtClean="0"/>
              <a:pPr/>
              <a:t>‹#›</a:t>
            </a:fld>
            <a:endParaRPr lang="en-US" dirty="0"/>
          </a:p>
        </p:txBody>
      </p:sp>
    </p:spTree>
    <p:extLst>
      <p:ext uri="{BB962C8B-B14F-4D97-AF65-F5344CB8AC3E}">
        <p14:creationId xmlns:p14="http://schemas.microsoft.com/office/powerpoint/2010/main" val="125553723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dirty="0"/>
              <a:t>Click to edit Master title style</a:t>
            </a:r>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E15108C-154A-4A5A-9C05-91A49A422BA7}" type="slidenum">
              <a:rPr lang="en-US" smtClean="0"/>
              <a:pPr/>
              <a:t>‹#›</a:t>
            </a:fld>
            <a:endParaRPr lang="en-US" dirty="0"/>
          </a:p>
        </p:txBody>
      </p:sp>
      <p:pic>
        <p:nvPicPr>
          <p:cNvPr id="8" name="Picture 6" descr="Apple Logo Display Resolution PNG, Clipart, 1080p, Apple, Black And White,  Computer, Desktop Wallpaper Free PNG">
            <a:extLst>
              <a:ext uri="{FF2B5EF4-FFF2-40B4-BE49-F238E27FC236}">
                <a16:creationId xmlns:a16="http://schemas.microsoft.com/office/drawing/2014/main" id="{245E4F4C-3862-DB7C-4F57-9A6D0649CCCD}"/>
              </a:ext>
            </a:extLst>
          </p:cNvPr>
          <p:cNvPicPr>
            <a:picLocks noChangeAspect="1" noChangeArrowheads="1"/>
          </p:cNvPicPr>
          <p:nvPr userDrawn="1"/>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backgroundRemoval t="5824" b="94842" l="9753" r="89973">
                        <a14:foregroundMark x1="49313" y1="24459" x2="59066" y2="14309"/>
                        <a14:foregroundMark x1="59066" y1="14309" x2="62775" y2="5824"/>
                        <a14:foregroundMark x1="32005" y1="91847" x2="37500" y2="92512"/>
                        <a14:foregroundMark x1="61951" y1="94509" x2="65934" y2="94343"/>
                        <a14:foregroundMark x1="35577" y1="94842" x2="35577" y2="94842"/>
                      </a14:backgroundRemoval>
                    </a14:imgEffect>
                    <a14:imgEffect>
                      <a14:sharpenSoften amount="-50000"/>
                    </a14:imgEffect>
                    <a14:imgEffect>
                      <a14:brightnessContrast bright="20000" contrast="20000"/>
                    </a14:imgEffect>
                  </a14:imgLayer>
                </a14:imgProps>
              </a:ext>
              <a:ext uri="{28A0092B-C50C-407E-A947-70E740481C1C}">
                <a14:useLocalDpi xmlns:a14="http://schemas.microsoft.com/office/drawing/2010/main" val="0"/>
              </a:ext>
            </a:extLst>
          </a:blip>
          <a:srcRect l="13275" r="18168" b="2"/>
          <a:stretch/>
        </p:blipFill>
        <p:spPr bwMode="auto">
          <a:xfrm>
            <a:off x="10662331" y="88464"/>
            <a:ext cx="1377269" cy="165734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40159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72BA41-EC5B-4197-BCC8-0FD2E523CD7A}" type="datetimeFigureOut">
              <a:rPr lang="en-US" smtClean="0"/>
              <a:t>4/10/2025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208651080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4/10/2025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E15108C-154A-4A5A-9C05-91A49A422BA7}" type="slidenum">
              <a:rPr lang="en-US" smtClean="0"/>
              <a:pPr/>
              <a:t>‹#›</a:t>
            </a:fld>
            <a:endParaRPr lang="en-US" dirty="0"/>
          </a:p>
        </p:txBody>
      </p:sp>
    </p:spTree>
    <p:extLst>
      <p:ext uri="{BB962C8B-B14F-4D97-AF65-F5344CB8AC3E}">
        <p14:creationId xmlns:p14="http://schemas.microsoft.com/office/powerpoint/2010/main" val="6585463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4/10/2025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E15108C-154A-4A5A-9C05-91A49A422BA7}" type="slidenum">
              <a:rPr lang="en-US" smtClean="0"/>
              <a:pPr/>
              <a:t>‹#›</a:t>
            </a:fld>
            <a:endParaRPr lang="en-US" dirty="0"/>
          </a:p>
        </p:txBody>
      </p:sp>
    </p:spTree>
    <p:extLst>
      <p:ext uri="{BB962C8B-B14F-4D97-AF65-F5344CB8AC3E}">
        <p14:creationId xmlns:p14="http://schemas.microsoft.com/office/powerpoint/2010/main" val="38810161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F72BA41-EC5B-4197-BCC8-0FD2E523CD7A}" type="datetimeFigureOut">
              <a:rPr lang="en-US" smtClean="0"/>
              <a:t>4/10/2025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16262337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8F72BA41-EC5B-4197-BCC8-0FD2E523CD7A}" type="datetimeFigureOut">
              <a:rPr lang="en-US" smtClean="0"/>
              <a:t>4/10/2025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9891053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4/10/2025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E15108C-154A-4A5A-9C05-91A49A422BA7}" type="slidenum">
              <a:rPr lang="en-US" smtClean="0"/>
              <a:pPr/>
              <a:t>‹#›</a:t>
            </a:fld>
            <a:endParaRPr lang="en-US" dirty="0"/>
          </a:p>
        </p:txBody>
      </p:sp>
    </p:spTree>
    <p:extLst>
      <p:ext uri="{BB962C8B-B14F-4D97-AF65-F5344CB8AC3E}">
        <p14:creationId xmlns:p14="http://schemas.microsoft.com/office/powerpoint/2010/main" val="217223444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F72BA41-EC5B-4197-BCC8-0FD2E523CD7A}" type="datetimeFigureOut">
              <a:rPr lang="en-US" smtClean="0"/>
              <a:t>4/10/2025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048668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4/10/2025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E15108C-154A-4A5A-9C05-91A49A422BA7}" type="slidenum">
              <a:rPr lang="en-US" smtClean="0"/>
              <a:pPr/>
              <a:t>‹#›</a:t>
            </a:fld>
            <a:endParaRPr lang="en-US" dirty="0"/>
          </a:p>
        </p:txBody>
      </p:sp>
    </p:spTree>
    <p:extLst>
      <p:ext uri="{BB962C8B-B14F-4D97-AF65-F5344CB8AC3E}">
        <p14:creationId xmlns:p14="http://schemas.microsoft.com/office/powerpoint/2010/main" val="237124243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4/10/2025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E15108C-154A-4A5A-9C05-91A49A422BA7}" type="slidenum">
              <a:rPr lang="en-US" smtClean="0"/>
              <a:pPr/>
              <a:t>‹#›</a:t>
            </a:fld>
            <a:endParaRPr lang="en-US" dirty="0"/>
          </a:p>
        </p:txBody>
      </p:sp>
    </p:spTree>
    <p:extLst>
      <p:ext uri="{BB962C8B-B14F-4D97-AF65-F5344CB8AC3E}">
        <p14:creationId xmlns:p14="http://schemas.microsoft.com/office/powerpoint/2010/main" val="30755341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4/10/2025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E15108C-154A-4A5A-9C05-91A49A422BA7}" type="slidenum">
              <a:rPr lang="en-US" smtClean="0"/>
              <a:pPr/>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2610090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4/10/2025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E15108C-154A-4A5A-9C05-91A49A422BA7}" type="slidenum">
              <a:rPr lang="en-US" smtClean="0"/>
              <a:pPr/>
              <a:t>‹#›</a:t>
            </a:fld>
            <a:endParaRPr lang="en-US" dirty="0"/>
          </a:p>
        </p:txBody>
      </p:sp>
    </p:spTree>
    <p:extLst>
      <p:ext uri="{BB962C8B-B14F-4D97-AF65-F5344CB8AC3E}">
        <p14:creationId xmlns:p14="http://schemas.microsoft.com/office/powerpoint/2010/main" val="269659977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4/10/2025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E15108C-154A-4A5A-9C05-91A49A422BA7}" type="slidenum">
              <a:rPr lang="en-US" smtClean="0"/>
              <a:pPr/>
              <a:t>‹#›</a:t>
            </a:fld>
            <a:endParaRPr lang="en-US" dirty="0"/>
          </a:p>
        </p:txBody>
      </p:sp>
    </p:spTree>
    <p:extLst>
      <p:ext uri="{BB962C8B-B14F-4D97-AF65-F5344CB8AC3E}">
        <p14:creationId xmlns:p14="http://schemas.microsoft.com/office/powerpoint/2010/main" val="34416668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4/10/2025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E15108C-154A-4A5A-9C05-91A49A422BA7}" type="slidenum">
              <a:rPr lang="en-US" smtClean="0"/>
              <a:pPr/>
              <a:t>‹#›</a:t>
            </a:fld>
            <a:endParaRPr lang="en-US" dirty="0"/>
          </a:p>
        </p:txBody>
      </p:sp>
    </p:spTree>
    <p:extLst>
      <p:ext uri="{BB962C8B-B14F-4D97-AF65-F5344CB8AC3E}">
        <p14:creationId xmlns:p14="http://schemas.microsoft.com/office/powerpoint/2010/main" val="3332370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E15108C-154A-4A5A-9C05-91A49A422BA7}" type="slidenum">
              <a:rPr lang="en-US" smtClean="0"/>
              <a:pPr/>
              <a:t>‹#›</a:t>
            </a:fld>
            <a:endParaRPr lang="en-US" dirty="0"/>
          </a:p>
        </p:txBody>
      </p:sp>
    </p:spTree>
    <p:extLst>
      <p:ext uri="{BB962C8B-B14F-4D97-AF65-F5344CB8AC3E}">
        <p14:creationId xmlns:p14="http://schemas.microsoft.com/office/powerpoint/2010/main" val="941004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E15108C-154A-4A5A-9C05-91A49A422BA7}" type="slidenum">
              <a:rPr lang="en-US" smtClean="0"/>
              <a:pPr/>
              <a:t>‹#›</a:t>
            </a:fld>
            <a:endParaRPr lang="en-US" dirty="0"/>
          </a:p>
        </p:txBody>
      </p:sp>
    </p:spTree>
    <p:extLst>
      <p:ext uri="{BB962C8B-B14F-4D97-AF65-F5344CB8AC3E}">
        <p14:creationId xmlns:p14="http://schemas.microsoft.com/office/powerpoint/2010/main" val="132277927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E525-4063-4C4F-8334-FBA02DB6937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B14EC97-9D34-BE48-9367-02F3BA14827A}"/>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BB8E19-FEF2-7A4B-8575-5AFEB134BC56}"/>
              </a:ext>
            </a:extLst>
          </p:cNvPr>
          <p:cNvSpPr>
            <a:spLocks noGrp="1"/>
          </p:cNvSpPr>
          <p:nvPr>
            <p:ph type="dt" sz="half" idx="10"/>
          </p:nvPr>
        </p:nvSpPr>
        <p:spPr>
          <a:xfrm>
            <a:off x="838200" y="6356350"/>
            <a:ext cx="2743200" cy="365125"/>
          </a:xfrm>
          <a:prstGeom prst="rect">
            <a:avLst/>
          </a:prstGeom>
        </p:spPr>
        <p:txBody>
          <a:bodyPr/>
          <a:lstStyle/>
          <a:p>
            <a:fld id="{8F72BA41-EC5B-4197-BCC8-0FD2E523CD7A}" type="datetimeFigureOut">
              <a:rPr lang="en-US" smtClean="0"/>
              <a:t>4/10/2025</a:t>
            </a:fld>
            <a:endParaRPr lang="en-US"/>
          </a:p>
        </p:txBody>
      </p:sp>
      <p:sp>
        <p:nvSpPr>
          <p:cNvPr id="5" name="Footer Placeholder 4">
            <a:extLst>
              <a:ext uri="{FF2B5EF4-FFF2-40B4-BE49-F238E27FC236}">
                <a16:creationId xmlns:a16="http://schemas.microsoft.com/office/drawing/2014/main" id="{513A4E28-3138-784C-8CBB-8586D8EE030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FB07D0F-3645-6B43-9AD7-762199572C65}"/>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21774649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slideLayout" Target="../slideLayouts/slideLayout3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image" Target="../media/image1.png"/><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19" Type="http://schemas.openxmlformats.org/officeDocument/2006/relationships/theme" Target="../theme/theme2.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0D5B246-E282-3742-BD72-B1BCDC5A64B4}"/>
              </a:ext>
            </a:extLst>
          </p:cNvPr>
          <p:cNvSpPr>
            <a:spLocks noGrp="1"/>
          </p:cNvSpPr>
          <p:nvPr>
            <p:ph type="sldNum" sz="quarter" idx="4"/>
          </p:nvPr>
        </p:nvSpPr>
        <p:spPr>
          <a:xfrm>
            <a:off x="8714772" y="6025573"/>
            <a:ext cx="2743200" cy="401638"/>
          </a:xfrm>
          <a:prstGeom prst="rect">
            <a:avLst/>
          </a:prstGeom>
        </p:spPr>
        <p:txBody>
          <a:bodyPr vert="horz" lIns="91440" tIns="45720" rIns="91440" bIns="45720" rtlCol="0" anchor="ctr"/>
          <a:lstStyle>
            <a:lvl1pPr algn="r">
              <a:defRPr sz="1600">
                <a:solidFill>
                  <a:srgbClr val="1C7DDB"/>
                </a:solidFill>
                <a:latin typeface="Abadi" panose="020B0604020104020204" pitchFamily="34" charset="0"/>
              </a:defRPr>
            </a:lvl1pPr>
          </a:lstStyle>
          <a:p>
            <a:fld id="{BE15108C-154A-4A5A-9C05-91A49A422BA7}" type="slidenum">
              <a:rPr lang="en-US" smtClean="0"/>
              <a:pPr/>
              <a:t>‹#›</a:t>
            </a:fld>
            <a:endParaRPr lang="en-US" dirty="0"/>
          </a:p>
        </p:txBody>
      </p:sp>
    </p:spTree>
    <p:extLst>
      <p:ext uri="{BB962C8B-B14F-4D97-AF65-F5344CB8AC3E}">
        <p14:creationId xmlns:p14="http://schemas.microsoft.com/office/powerpoint/2010/main" val="79330654"/>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Lst>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4/10/2025</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BE15108C-154A-4A5A-9C05-91A49A422BA7}" type="slidenum">
              <a:rPr lang="en-US" smtClean="0"/>
              <a:pPr/>
              <a:t>‹#›</a:t>
            </a:fld>
            <a:endParaRPr lang="en-US" dirty="0"/>
          </a:p>
        </p:txBody>
      </p:sp>
    </p:spTree>
    <p:extLst>
      <p:ext uri="{BB962C8B-B14F-4D97-AF65-F5344CB8AC3E}">
        <p14:creationId xmlns:p14="http://schemas.microsoft.com/office/powerpoint/2010/main" val="2896448147"/>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 id="2147483817" r:id="rId12"/>
    <p:sldLayoutId id="2147483818" r:id="rId13"/>
    <p:sldLayoutId id="2147483819" r:id="rId14"/>
    <p:sldLayoutId id="2147483820" r:id="rId15"/>
    <p:sldLayoutId id="2147483821" r:id="rId16"/>
    <p:sldLayoutId id="2147483822" r:id="rId17"/>
    <p:sldLayoutId id="2147483823" r:id="rId18"/>
  </p:sldLayoutIdLst>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0.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0.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Layout" Target="../slideLayouts/slideLayout1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6.xml"/><Relationship Id="rId5" Type="http://schemas.openxmlformats.org/officeDocument/2006/relationships/image" Target="../media/image12.png"/><Relationship Id="rId4" Type="http://schemas.microsoft.com/office/2007/relationships/hdphoto" Target="../media/hdphoto2.wdp"/></Relationships>
</file>

<file path=ppt/slides/_rels/slide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3.png"/><Relationship Id="rId1" Type="http://schemas.openxmlformats.org/officeDocument/2006/relationships/slideLayout" Target="../slideLayouts/slideLayout20.xml"/><Relationship Id="rId4" Type="http://schemas.openxmlformats.org/officeDocument/2006/relationships/hyperlink" Target="https://www.freepik.com/premium-photo/green-bull-market-run-upward-presents-uptrend-stock-market-financial-business-concept-generative-ai_37833602.htm"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16.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16.xml"/><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7.xml"/><Relationship Id="rId6" Type="http://schemas.microsoft.com/office/2007/relationships/hdphoto" Target="../media/hdphoto4.wdp"/><Relationship Id="rId5" Type="http://schemas.openxmlformats.org/officeDocument/2006/relationships/image" Target="../media/image2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7.xml"/><Relationship Id="rId6" Type="http://schemas.microsoft.com/office/2007/relationships/hdphoto" Target="../media/hdphoto4.wdp"/><Relationship Id="rId5" Type="http://schemas.openxmlformats.org/officeDocument/2006/relationships/image" Target="../media/image2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pic>
        <p:nvPicPr>
          <p:cNvPr id="4" name="Picture 6" descr="Apple Logo Display Resolution PNG, Clipart, 1080p, Apple, Black And White,  Computer, Desktop Wallpaper Free PNG">
            <a:extLst>
              <a:ext uri="{FF2B5EF4-FFF2-40B4-BE49-F238E27FC236}">
                <a16:creationId xmlns:a16="http://schemas.microsoft.com/office/drawing/2014/main" id="{47A0A065-822B-CDDD-B3F4-733B6134342F}"/>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5824" b="94842" l="9753" r="89973">
                        <a14:foregroundMark x1="49313" y1="24459" x2="59066" y2="14309"/>
                        <a14:foregroundMark x1="59066" y1="14309" x2="62775" y2="5824"/>
                        <a14:foregroundMark x1="32005" y1="91847" x2="37500" y2="92512"/>
                        <a14:foregroundMark x1="61951" y1="94509" x2="65934" y2="94343"/>
                        <a14:foregroundMark x1="35577" y1="94842" x2="35577" y2="94842"/>
                      </a14:backgroundRemoval>
                    </a14:imgEffect>
                    <a14:imgEffect>
                      <a14:colorTemperature colorTemp="4700"/>
                    </a14:imgEffect>
                    <a14:imgEffect>
                      <a14:brightnessContrast bright="20000" contrast="20000"/>
                    </a14:imgEffect>
                  </a14:imgLayer>
                </a14:imgProps>
              </a:ext>
              <a:ext uri="{28A0092B-C50C-407E-A947-70E740481C1C}">
                <a14:useLocalDpi xmlns:a14="http://schemas.microsoft.com/office/drawing/2010/main" val="0"/>
              </a:ext>
            </a:extLst>
          </a:blip>
          <a:srcRect l="13275" r="18168" b="2"/>
          <a:stretch/>
        </p:blipFill>
        <p:spPr bwMode="auto">
          <a:xfrm>
            <a:off x="813481" y="1133972"/>
            <a:ext cx="3840815" cy="462186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D7F11C5-EE49-BA52-C878-9900F311A09B}"/>
              </a:ext>
            </a:extLst>
          </p:cNvPr>
          <p:cNvSpPr>
            <a:spLocks noGrp="1"/>
          </p:cNvSpPr>
          <p:nvPr>
            <p:ph type="ctrTitle"/>
          </p:nvPr>
        </p:nvSpPr>
        <p:spPr>
          <a:xfrm>
            <a:off x="4313449" y="618517"/>
            <a:ext cx="7793559" cy="1596177"/>
          </a:xfrm>
        </p:spPr>
        <p:txBody>
          <a:bodyPr vert="horz" lIns="91440" tIns="45720" rIns="91440" bIns="45720" rtlCol="0" anchor="ctr">
            <a:noAutofit/>
          </a:bodyPr>
          <a:lstStyle/>
          <a:p>
            <a:r>
              <a:rPr lang="en-US" b="1" dirty="0">
                <a:solidFill>
                  <a:srgbClr val="002060"/>
                </a:solidFill>
              </a:rPr>
              <a:t>CSIS-4260  Special </a:t>
            </a:r>
            <a:br>
              <a:rPr lang="en-US" b="1" dirty="0">
                <a:solidFill>
                  <a:srgbClr val="002060"/>
                </a:solidFill>
              </a:rPr>
            </a:br>
            <a:r>
              <a:rPr lang="en-US" b="1" dirty="0">
                <a:solidFill>
                  <a:srgbClr val="002060"/>
                </a:solidFill>
              </a:rPr>
              <a:t>Topic in Data Analytics</a:t>
            </a:r>
          </a:p>
        </p:txBody>
      </p:sp>
      <p:sp>
        <p:nvSpPr>
          <p:cNvPr id="3" name="Subtitle 2">
            <a:extLst>
              <a:ext uri="{FF2B5EF4-FFF2-40B4-BE49-F238E27FC236}">
                <a16:creationId xmlns:a16="http://schemas.microsoft.com/office/drawing/2014/main" id="{F989913B-3FFF-CE8A-2B68-8B812C8DB2D9}"/>
              </a:ext>
            </a:extLst>
          </p:cNvPr>
          <p:cNvSpPr>
            <a:spLocks noGrp="1"/>
          </p:cNvSpPr>
          <p:nvPr>
            <p:ph type="subTitle" idx="1"/>
          </p:nvPr>
        </p:nvSpPr>
        <p:spPr>
          <a:xfrm>
            <a:off x="5819775" y="2367092"/>
            <a:ext cx="5318160" cy="3847444"/>
          </a:xfrm>
        </p:spPr>
        <p:txBody>
          <a:bodyPr vert="horz" lIns="91440" tIns="45720" rIns="91440" bIns="45720" rtlCol="0">
            <a:normAutofit/>
          </a:bodyPr>
          <a:lstStyle/>
          <a:p>
            <a:r>
              <a:rPr lang="en-US" sz="2800" b="1" i="1" dirty="0">
                <a:solidFill>
                  <a:srgbClr val="002060"/>
                </a:solidFill>
              </a:rPr>
              <a:t>Apple’s Stocks Price Prediction</a:t>
            </a:r>
          </a:p>
          <a:p>
            <a:pPr indent="-228600" algn="l">
              <a:buFont typeface="Arial" panose="020B0604020202020204" pitchFamily="34" charset="0"/>
              <a:buChar char="•"/>
            </a:pPr>
            <a:endParaRPr lang="en-US" b="1" i="1" dirty="0">
              <a:solidFill>
                <a:srgbClr val="002060"/>
              </a:solidFill>
            </a:endParaRPr>
          </a:p>
          <a:p>
            <a:pPr algn="l"/>
            <a:r>
              <a:rPr lang="en-US" b="1" i="1" dirty="0">
                <a:solidFill>
                  <a:srgbClr val="002060"/>
                </a:solidFill>
              </a:rPr>
              <a:t>Thaw, May Pyae Phyo</a:t>
            </a:r>
          </a:p>
          <a:p>
            <a:pPr algn="l"/>
            <a:r>
              <a:rPr lang="en-US" b="1" i="1" dirty="0">
                <a:solidFill>
                  <a:srgbClr val="002060"/>
                </a:solidFill>
              </a:rPr>
              <a:t>Student ID -300367691</a:t>
            </a:r>
          </a:p>
        </p:txBody>
      </p:sp>
    </p:spTree>
    <p:extLst>
      <p:ext uri="{BB962C8B-B14F-4D97-AF65-F5344CB8AC3E}">
        <p14:creationId xmlns:p14="http://schemas.microsoft.com/office/powerpoint/2010/main" val="302145612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941C1-A7B6-916D-FCE9-7D08D1E9D00D}"/>
              </a:ext>
            </a:extLst>
          </p:cNvPr>
          <p:cNvSpPr>
            <a:spLocks noGrp="1"/>
          </p:cNvSpPr>
          <p:nvPr>
            <p:ph type="title"/>
          </p:nvPr>
        </p:nvSpPr>
        <p:spPr>
          <a:xfrm>
            <a:off x="1159581" y="489690"/>
            <a:ext cx="10364451" cy="744629"/>
          </a:xfrm>
        </p:spPr>
        <p:txBody>
          <a:bodyPr vert="horz" lIns="91440" tIns="45720" rIns="91440" bIns="45720" rtlCol="0" anchor="ctr">
            <a:normAutofit/>
          </a:bodyPr>
          <a:lstStyle/>
          <a:p>
            <a:r>
              <a:rPr lang="en-US" sz="4400" b="1" dirty="0">
                <a:solidFill>
                  <a:srgbClr val="002060"/>
                </a:solidFill>
                <a:effectLst/>
              </a:rPr>
              <a:t>Table of content</a:t>
            </a:r>
          </a:p>
        </p:txBody>
      </p:sp>
      <p:graphicFrame>
        <p:nvGraphicFramePr>
          <p:cNvPr id="7" name="Content Placeholder 6">
            <a:extLst>
              <a:ext uri="{FF2B5EF4-FFF2-40B4-BE49-F238E27FC236}">
                <a16:creationId xmlns:a16="http://schemas.microsoft.com/office/drawing/2014/main" id="{7E64A1DD-75AC-7723-B507-1C3CC5E7CB4F}"/>
              </a:ext>
            </a:extLst>
          </p:cNvPr>
          <p:cNvGraphicFramePr>
            <a:graphicFrameLocks noGrp="1"/>
          </p:cNvGraphicFramePr>
          <p:nvPr>
            <p:ph sz="quarter" idx="13"/>
            <p:extLst>
              <p:ext uri="{D42A27DB-BD31-4B8C-83A1-F6EECF244321}">
                <p14:modId xmlns:p14="http://schemas.microsoft.com/office/powerpoint/2010/main" val="3459199203"/>
              </p:ext>
            </p:extLst>
          </p:nvPr>
        </p:nvGraphicFramePr>
        <p:xfrm>
          <a:off x="1543050" y="1628994"/>
          <a:ext cx="9258300" cy="3888000"/>
        </p:xfrm>
        <a:graphic>
          <a:graphicData uri="http://schemas.openxmlformats.org/drawingml/2006/table">
            <a:tbl>
              <a:tblPr firstRow="1" bandRow="1">
                <a:effectLst>
                  <a:outerShdw blurRad="50800" dist="38100" dir="8100000" algn="tr" rotWithShape="0">
                    <a:prstClr val="black">
                      <a:alpha val="40000"/>
                    </a:prstClr>
                  </a:outerShdw>
                </a:effectLst>
                <a:tableStyleId>{3B4B98B0-60AC-42C2-AFA5-B58CD77FA1E5}</a:tableStyleId>
              </a:tblPr>
              <a:tblGrid>
                <a:gridCol w="1095375">
                  <a:extLst>
                    <a:ext uri="{9D8B030D-6E8A-4147-A177-3AD203B41FA5}">
                      <a16:colId xmlns:a16="http://schemas.microsoft.com/office/drawing/2014/main" val="1508466400"/>
                    </a:ext>
                  </a:extLst>
                </a:gridCol>
                <a:gridCol w="8162925">
                  <a:extLst>
                    <a:ext uri="{9D8B030D-6E8A-4147-A177-3AD203B41FA5}">
                      <a16:colId xmlns:a16="http://schemas.microsoft.com/office/drawing/2014/main" val="689035732"/>
                    </a:ext>
                  </a:extLst>
                </a:gridCol>
              </a:tblGrid>
              <a:tr h="432000">
                <a:tc>
                  <a:txBody>
                    <a:bodyPr/>
                    <a:lstStyle/>
                    <a:p>
                      <a:r>
                        <a:rPr lang="en-CA" sz="2000" dirty="0">
                          <a:solidFill>
                            <a:srgbClr val="002060"/>
                          </a:solidFill>
                        </a:rPr>
                        <a:t>#</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r>
                        <a:rPr lang="en-CA" sz="2000" dirty="0">
                          <a:solidFill>
                            <a:srgbClr val="002060"/>
                          </a:solidFill>
                        </a:rPr>
                        <a:t>Descriptions</a:t>
                      </a:r>
                    </a:p>
                  </a:txBody>
                  <a:tcPr>
                    <a:lnL>
                      <a:noFill/>
                    </a:lnL>
                    <a:lnR>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99551943"/>
                  </a:ext>
                </a:extLst>
              </a:tr>
              <a:tr h="432000">
                <a:tc>
                  <a:txBody>
                    <a:bodyPr/>
                    <a:lstStyle/>
                    <a:p>
                      <a:r>
                        <a:rPr lang="en-CA" sz="2000" dirty="0">
                          <a:solidFill>
                            <a:srgbClr val="002060"/>
                          </a:solidFill>
                        </a:rPr>
                        <a:t>1.</a:t>
                      </a:r>
                    </a:p>
                  </a:txBody>
                  <a:tcPr>
                    <a:lnL>
                      <a:noFill/>
                    </a:lnL>
                    <a:lnR>
                      <a:noFill/>
                    </a:lnR>
                    <a:lnT w="12700" cmpd="sng">
                      <a:noFill/>
                    </a:lnT>
                    <a:lnB>
                      <a:noFill/>
                    </a:lnB>
                    <a:lnTlToBr w="12700" cmpd="sng">
                      <a:noFill/>
                      <a:prstDash val="solid"/>
                    </a:lnTlToBr>
                    <a:lnBlToTr w="12700" cmpd="sng">
                      <a:noFill/>
                      <a:prstDash val="solid"/>
                    </a:lnBlToTr>
                  </a:tcPr>
                </a:tc>
                <a:tc>
                  <a:txBody>
                    <a:bodyPr/>
                    <a:lstStyle/>
                    <a:p>
                      <a:r>
                        <a:rPr lang="en-CA" sz="2000" dirty="0">
                          <a:solidFill>
                            <a:srgbClr val="002060"/>
                          </a:solidFill>
                        </a:rPr>
                        <a:t>Project Introduction (Industry &amp; Market Background)</a:t>
                      </a:r>
                    </a:p>
                  </a:txBody>
                  <a:tcPr>
                    <a:lnL>
                      <a:noFill/>
                    </a:lnL>
                    <a:lnR>
                      <a:noFill/>
                    </a:lnR>
                    <a:lnT w="12700" cmpd="sng">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912825147"/>
                  </a:ext>
                </a:extLst>
              </a:tr>
              <a:tr h="432000">
                <a:tc>
                  <a:txBody>
                    <a:bodyPr/>
                    <a:lstStyle/>
                    <a:p>
                      <a:r>
                        <a:rPr lang="en-CA" sz="2000" dirty="0">
                          <a:solidFill>
                            <a:srgbClr val="002060"/>
                          </a:solidFill>
                        </a:rPr>
                        <a:t>2.</a:t>
                      </a:r>
                    </a:p>
                  </a:txBody>
                  <a:tcPr>
                    <a:lnL>
                      <a:noFill/>
                    </a:lnL>
                    <a:lnR>
                      <a:noFill/>
                    </a:lnR>
                    <a:lnT>
                      <a:noFill/>
                    </a:lnT>
                    <a:lnB>
                      <a:noFill/>
                    </a:lnB>
                    <a:lnTlToBr w="12700" cmpd="sng">
                      <a:noFill/>
                      <a:prstDash val="solid"/>
                    </a:lnTlToBr>
                    <a:lnBlToTr w="12700" cmpd="sng">
                      <a:noFill/>
                      <a:prstDash val="solid"/>
                    </a:lnBlToTr>
                  </a:tcPr>
                </a:tc>
                <a:tc>
                  <a:txBody>
                    <a:bodyPr/>
                    <a:lstStyle/>
                    <a:p>
                      <a:r>
                        <a:rPr lang="en-CA" sz="2000" dirty="0">
                          <a:solidFill>
                            <a:srgbClr val="002060"/>
                          </a:solidFill>
                        </a:rPr>
                        <a:t>Data Collections &amp; Processing</a:t>
                      </a: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829499687"/>
                  </a:ext>
                </a:extLst>
              </a:tr>
              <a:tr h="432000">
                <a:tc>
                  <a:txBody>
                    <a:bodyPr/>
                    <a:lstStyle/>
                    <a:p>
                      <a:r>
                        <a:rPr lang="en-CA" sz="2000" dirty="0">
                          <a:solidFill>
                            <a:srgbClr val="002060"/>
                          </a:solidFill>
                        </a:rPr>
                        <a:t>3.</a:t>
                      </a:r>
                    </a:p>
                  </a:txBody>
                  <a:tcPr>
                    <a:lnL>
                      <a:noFill/>
                    </a:lnL>
                    <a:lnR>
                      <a:noFill/>
                    </a:lnR>
                    <a:lnT>
                      <a:noFill/>
                    </a:lnT>
                    <a:lnB>
                      <a:noFill/>
                    </a:lnB>
                    <a:lnTlToBr w="12700" cmpd="sng">
                      <a:noFill/>
                      <a:prstDash val="solid"/>
                    </a:lnTlToBr>
                    <a:lnBlToTr w="12700" cmpd="sng">
                      <a:noFill/>
                      <a:prstDash val="solid"/>
                    </a:lnBlToTr>
                  </a:tcPr>
                </a:tc>
                <a:tc>
                  <a:txBody>
                    <a:bodyPr/>
                    <a:lstStyle/>
                    <a:p>
                      <a:endParaRPr lang="en-CA" sz="2000" dirty="0">
                        <a:solidFill>
                          <a:srgbClr val="002060"/>
                        </a:solidFill>
                      </a:endParaRP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604868682"/>
                  </a:ext>
                </a:extLst>
              </a:tr>
              <a:tr h="432000">
                <a:tc>
                  <a:txBody>
                    <a:bodyPr/>
                    <a:lstStyle/>
                    <a:p>
                      <a:r>
                        <a:rPr lang="en-CA" sz="2000" dirty="0">
                          <a:solidFill>
                            <a:srgbClr val="002060"/>
                          </a:solidFill>
                        </a:rPr>
                        <a:t>5.</a:t>
                      </a:r>
                    </a:p>
                  </a:txBody>
                  <a:tcPr>
                    <a:lnL>
                      <a:noFill/>
                    </a:lnL>
                    <a:lnR>
                      <a:noFill/>
                    </a:lnR>
                    <a:lnT>
                      <a:noFill/>
                    </a:lnT>
                    <a:lnB>
                      <a:noFill/>
                    </a:lnB>
                    <a:lnTlToBr w="12700" cmpd="sng">
                      <a:noFill/>
                      <a:prstDash val="solid"/>
                    </a:lnTlToBr>
                    <a:lnBlToTr w="12700" cmpd="sng">
                      <a:noFill/>
                      <a:prstDash val="solid"/>
                    </a:lnBlToTr>
                  </a:tcPr>
                </a:tc>
                <a:tc>
                  <a:txBody>
                    <a:bodyPr/>
                    <a:lstStyle/>
                    <a:p>
                      <a:r>
                        <a:rPr lang="en-CA" sz="2000" dirty="0">
                          <a:solidFill>
                            <a:srgbClr val="002060"/>
                          </a:solidFill>
                        </a:rPr>
                        <a:t>Feature Engineering &amp; Data Integration</a:t>
                      </a: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012688186"/>
                  </a:ext>
                </a:extLst>
              </a:tr>
              <a:tr h="432000">
                <a:tc>
                  <a:txBody>
                    <a:bodyPr/>
                    <a:lstStyle/>
                    <a:p>
                      <a:r>
                        <a:rPr lang="en-CA" sz="2000" dirty="0">
                          <a:solidFill>
                            <a:srgbClr val="002060"/>
                          </a:solidFill>
                        </a:rPr>
                        <a:t>6.</a:t>
                      </a:r>
                    </a:p>
                  </a:txBody>
                  <a:tcPr>
                    <a:lnL>
                      <a:noFill/>
                    </a:lnL>
                    <a:lnR>
                      <a:noFill/>
                    </a:lnR>
                    <a:lnT>
                      <a:noFill/>
                    </a:lnT>
                    <a:lnB>
                      <a:noFill/>
                    </a:lnB>
                    <a:lnTlToBr w="12700" cmpd="sng">
                      <a:noFill/>
                      <a:prstDash val="solid"/>
                    </a:lnTlToBr>
                    <a:lnBlToTr w="12700" cmpd="sng">
                      <a:noFill/>
                      <a:prstDash val="solid"/>
                    </a:lnBlToTr>
                  </a:tcPr>
                </a:tc>
                <a:tc>
                  <a:txBody>
                    <a:bodyPr/>
                    <a:lstStyle/>
                    <a:p>
                      <a:r>
                        <a:rPr lang="en-CA" sz="2000" dirty="0">
                          <a:solidFill>
                            <a:srgbClr val="002060"/>
                          </a:solidFill>
                        </a:rPr>
                        <a:t>Modeling or Machine Learning &amp; Evaluation</a:t>
                      </a: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92794025"/>
                  </a:ext>
                </a:extLst>
              </a:tr>
              <a:tr h="432000">
                <a:tc>
                  <a:txBody>
                    <a:bodyPr/>
                    <a:lstStyle/>
                    <a:p>
                      <a:r>
                        <a:rPr lang="en-CA" sz="2000" dirty="0">
                          <a:solidFill>
                            <a:srgbClr val="002060"/>
                          </a:solidFill>
                        </a:rPr>
                        <a:t>7.</a:t>
                      </a:r>
                    </a:p>
                  </a:txBody>
                  <a:tcPr>
                    <a:lnL>
                      <a:noFill/>
                    </a:lnL>
                    <a:lnR>
                      <a:noFill/>
                    </a:lnR>
                    <a:lnT>
                      <a:noFill/>
                    </a:lnT>
                    <a:lnB>
                      <a:noFill/>
                    </a:lnB>
                    <a:lnTlToBr w="12700" cmpd="sng">
                      <a:noFill/>
                      <a:prstDash val="solid"/>
                    </a:lnTlToBr>
                    <a:lnBlToTr w="12700" cmpd="sng">
                      <a:noFill/>
                      <a:prstDash val="solid"/>
                    </a:lnBlToTr>
                  </a:tcPr>
                </a:tc>
                <a:tc>
                  <a:txBody>
                    <a:bodyPr/>
                    <a:lstStyle/>
                    <a:p>
                      <a:r>
                        <a:rPr lang="en-CA" sz="2000" dirty="0">
                          <a:solidFill>
                            <a:srgbClr val="002060"/>
                          </a:solidFill>
                        </a:rPr>
                        <a:t>Interactive Dashboard</a:t>
                      </a: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4127061909"/>
                  </a:ext>
                </a:extLst>
              </a:tr>
              <a:tr h="432000">
                <a:tc>
                  <a:txBody>
                    <a:bodyPr/>
                    <a:lstStyle/>
                    <a:p>
                      <a:r>
                        <a:rPr lang="en-CA" sz="2000" dirty="0">
                          <a:solidFill>
                            <a:srgbClr val="002060"/>
                          </a:solidFill>
                        </a:rPr>
                        <a:t>8.</a:t>
                      </a:r>
                    </a:p>
                  </a:txBody>
                  <a:tcPr>
                    <a:lnL>
                      <a:noFill/>
                    </a:lnL>
                    <a:lnR>
                      <a:noFill/>
                    </a:lnR>
                    <a:lnT>
                      <a:noFill/>
                    </a:lnT>
                    <a:lnB>
                      <a:noFill/>
                    </a:lnB>
                    <a:lnTlToBr w="12700" cmpd="sng">
                      <a:noFill/>
                      <a:prstDash val="solid"/>
                    </a:lnTlToBr>
                    <a:lnBlToTr w="12700" cmpd="sng">
                      <a:noFill/>
                      <a:prstDash val="solid"/>
                    </a:lnBlToTr>
                  </a:tcPr>
                </a:tc>
                <a:tc>
                  <a:txBody>
                    <a:bodyPr/>
                    <a:lstStyle/>
                    <a:p>
                      <a:r>
                        <a:rPr lang="en-CA" sz="2000" dirty="0">
                          <a:solidFill>
                            <a:srgbClr val="002060"/>
                          </a:solidFill>
                        </a:rPr>
                        <a:t>Conclusion</a:t>
                      </a:r>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947780040"/>
                  </a:ext>
                </a:extLst>
              </a:tr>
              <a:tr h="432000">
                <a:tc>
                  <a:txBody>
                    <a:bodyPr/>
                    <a:lstStyle/>
                    <a:p>
                      <a:r>
                        <a:rPr lang="en-CA" sz="2000" dirty="0">
                          <a:solidFill>
                            <a:srgbClr val="002060"/>
                          </a:solidFill>
                        </a:rPr>
                        <a:t>9.</a:t>
                      </a:r>
                    </a:p>
                  </a:txBody>
                  <a:tcPr>
                    <a:lnL>
                      <a:noFill/>
                    </a:lnL>
                    <a:lnR>
                      <a:noFill/>
                    </a:lnR>
                    <a:lnT>
                      <a:noFill/>
                    </a:lnT>
                    <a:lnB w="12700" cmpd="sng">
                      <a:noFill/>
                    </a:lnB>
                    <a:lnTlToBr w="12700" cmpd="sng">
                      <a:noFill/>
                      <a:prstDash val="solid"/>
                    </a:lnTlToBr>
                    <a:lnBlToTr w="12700" cmpd="sng">
                      <a:noFill/>
                      <a:prstDash val="solid"/>
                    </a:lnBlToTr>
                  </a:tcPr>
                </a:tc>
                <a:tc>
                  <a:txBody>
                    <a:bodyPr/>
                    <a:lstStyle/>
                    <a:p>
                      <a:r>
                        <a:rPr lang="en-CA" sz="2000" dirty="0">
                          <a:solidFill>
                            <a:srgbClr val="002060"/>
                          </a:solidFill>
                        </a:rPr>
                        <a:t>References &amp; Links</a:t>
                      </a:r>
                    </a:p>
                  </a:txBody>
                  <a:tcPr>
                    <a:lnL>
                      <a:noFill/>
                    </a:lnL>
                    <a:lnR>
                      <a:noFill/>
                    </a:lnR>
                    <a:lnT>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769761271"/>
                  </a:ext>
                </a:extLst>
              </a:tr>
            </a:tbl>
          </a:graphicData>
        </a:graphic>
      </p:graphicFrame>
    </p:spTree>
    <p:extLst>
      <p:ext uri="{BB962C8B-B14F-4D97-AF65-F5344CB8AC3E}">
        <p14:creationId xmlns:p14="http://schemas.microsoft.com/office/powerpoint/2010/main" val="7906196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3" name="Picture 2">
            <a:extLst>
              <a:ext uri="{FF2B5EF4-FFF2-40B4-BE49-F238E27FC236}">
                <a16:creationId xmlns:a16="http://schemas.microsoft.com/office/drawing/2014/main" id="{22790EC5-ACA7-4536-8066-B60199F3C6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4">
            <a:extLst>
              <a:ext uri="{FF2B5EF4-FFF2-40B4-BE49-F238E27FC236}">
                <a16:creationId xmlns:a16="http://schemas.microsoft.com/office/drawing/2014/main" id="{CAD20AEA-7CAF-4A83-BE2E-EAF010B8B7F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37" name="Rectangle 36">
            <a:extLst>
              <a:ext uri="{FF2B5EF4-FFF2-40B4-BE49-F238E27FC236}">
                <a16:creationId xmlns:a16="http://schemas.microsoft.com/office/drawing/2014/main" id="{B40FCD49-2060-48B9-8212-8A5F1DF472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descr="Office building overlayed with stock market graphs">
            <a:extLst>
              <a:ext uri="{FF2B5EF4-FFF2-40B4-BE49-F238E27FC236}">
                <a16:creationId xmlns:a16="http://schemas.microsoft.com/office/drawing/2014/main" id="{2126AE83-241C-AB90-135F-A76E65887E25}"/>
              </a:ext>
            </a:extLst>
          </p:cNvPr>
          <p:cNvPicPr>
            <a:picLocks noChangeAspect="1"/>
          </p:cNvPicPr>
          <p:nvPr/>
        </p:nvPicPr>
        <p:blipFill>
          <a:blip r:embed="rId4">
            <a:alphaModFix amt="35000"/>
          </a:blip>
          <a:srcRect t="188" b="15226"/>
          <a:stretch/>
        </p:blipFill>
        <p:spPr>
          <a:xfrm>
            <a:off x="20" y="10"/>
            <a:ext cx="12191980" cy="6857990"/>
          </a:xfrm>
          <a:prstGeom prst="rect">
            <a:avLst/>
          </a:prstGeom>
        </p:spPr>
      </p:pic>
      <p:pic>
        <p:nvPicPr>
          <p:cNvPr id="39" name="Picture 38">
            <a:extLst>
              <a:ext uri="{FF2B5EF4-FFF2-40B4-BE49-F238E27FC236}">
                <a16:creationId xmlns:a16="http://schemas.microsoft.com/office/drawing/2014/main" id="{83A45DCD-B5FB-4A86-88D2-91088C7FFC5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72557E0-0189-7BCF-4F5F-C12BDBC891E0}"/>
              </a:ext>
            </a:extLst>
          </p:cNvPr>
          <p:cNvSpPr>
            <a:spLocks noGrp="1"/>
          </p:cNvSpPr>
          <p:nvPr>
            <p:ph type="title"/>
          </p:nvPr>
        </p:nvSpPr>
        <p:spPr>
          <a:xfrm>
            <a:off x="1751012" y="1300785"/>
            <a:ext cx="8689976" cy="2509213"/>
          </a:xfrm>
        </p:spPr>
        <p:txBody>
          <a:bodyPr vert="horz" lIns="91440" tIns="45720" rIns="91440" bIns="45720" rtlCol="0" anchor="b">
            <a:normAutofit/>
          </a:bodyPr>
          <a:lstStyle/>
          <a:p>
            <a:r>
              <a:rPr lang="en-US" sz="4800" b="1" dirty="0"/>
              <a:t>Project Introduction (Industry &amp; Market Background)</a:t>
            </a:r>
          </a:p>
        </p:txBody>
      </p:sp>
    </p:spTree>
    <p:extLst>
      <p:ext uri="{BB962C8B-B14F-4D97-AF65-F5344CB8AC3E}">
        <p14:creationId xmlns:p14="http://schemas.microsoft.com/office/powerpoint/2010/main" val="155489716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958B3D00-D6D8-8741-0EEA-1CEA034AA8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09DD81-1BF6-A8FF-1D18-F4A1EC0CEB56}"/>
              </a:ext>
            </a:extLst>
          </p:cNvPr>
          <p:cNvSpPr>
            <a:spLocks noGrp="1"/>
          </p:cNvSpPr>
          <p:nvPr>
            <p:ph type="title"/>
          </p:nvPr>
        </p:nvSpPr>
        <p:spPr>
          <a:xfrm>
            <a:off x="1159581" y="489690"/>
            <a:ext cx="10364451" cy="744629"/>
          </a:xfrm>
        </p:spPr>
        <p:txBody>
          <a:bodyPr vert="horz" lIns="91440" tIns="45720" rIns="91440" bIns="45720" rtlCol="0" anchor="ctr">
            <a:normAutofit/>
          </a:bodyPr>
          <a:lstStyle/>
          <a:p>
            <a:r>
              <a:rPr lang="en-US" b="1" dirty="0">
                <a:solidFill>
                  <a:srgbClr val="002060"/>
                </a:solidFill>
                <a:effectLst/>
              </a:rPr>
              <a:t>WHY APPLE INC STOCK?</a:t>
            </a:r>
          </a:p>
        </p:txBody>
      </p:sp>
      <p:graphicFrame>
        <p:nvGraphicFramePr>
          <p:cNvPr id="17" name="Chart 16">
            <a:extLst>
              <a:ext uri="{FF2B5EF4-FFF2-40B4-BE49-F238E27FC236}">
                <a16:creationId xmlns:a16="http://schemas.microsoft.com/office/drawing/2014/main" id="{C7542564-061A-6630-1774-CF2A7113E066}"/>
              </a:ext>
            </a:extLst>
          </p:cNvPr>
          <p:cNvGraphicFramePr/>
          <p:nvPr>
            <p:extLst>
              <p:ext uri="{D42A27DB-BD31-4B8C-83A1-F6EECF244321}">
                <p14:modId xmlns:p14="http://schemas.microsoft.com/office/powerpoint/2010/main" val="58992116"/>
              </p:ext>
            </p:extLst>
          </p:nvPr>
        </p:nvGraphicFramePr>
        <p:xfrm>
          <a:off x="161924" y="1234319"/>
          <a:ext cx="5191125" cy="273760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0" name="Chart 19">
            <a:extLst>
              <a:ext uri="{FF2B5EF4-FFF2-40B4-BE49-F238E27FC236}">
                <a16:creationId xmlns:a16="http://schemas.microsoft.com/office/drawing/2014/main" id="{F35EFE75-9D0D-D654-DE58-FF0566AC56D8}"/>
              </a:ext>
            </a:extLst>
          </p:cNvPr>
          <p:cNvGraphicFramePr/>
          <p:nvPr>
            <p:extLst>
              <p:ext uri="{D42A27DB-BD31-4B8C-83A1-F6EECF244321}">
                <p14:modId xmlns:p14="http://schemas.microsoft.com/office/powerpoint/2010/main" val="2150084881"/>
              </p:ext>
            </p:extLst>
          </p:nvPr>
        </p:nvGraphicFramePr>
        <p:xfrm>
          <a:off x="161925" y="3971924"/>
          <a:ext cx="5191124" cy="2886076"/>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Box 21">
            <a:extLst>
              <a:ext uri="{FF2B5EF4-FFF2-40B4-BE49-F238E27FC236}">
                <a16:creationId xmlns:a16="http://schemas.microsoft.com/office/drawing/2014/main" id="{E8BCAD0C-29B0-C786-9661-087F30760D16}"/>
              </a:ext>
            </a:extLst>
          </p:cNvPr>
          <p:cNvSpPr txBox="1"/>
          <p:nvPr/>
        </p:nvSpPr>
        <p:spPr>
          <a:xfrm>
            <a:off x="6096000" y="1443262"/>
            <a:ext cx="5333998" cy="4070345"/>
          </a:xfrm>
          <a:prstGeom prst="rect">
            <a:avLst/>
          </a:prstGeom>
          <a:noFill/>
        </p:spPr>
        <p:txBody>
          <a:bodyPr wrap="square" rtlCol="0">
            <a:spAutoFit/>
          </a:bodyPr>
          <a:lstStyle/>
          <a:p>
            <a:pPr marL="0" indent="0">
              <a:buNone/>
            </a:pPr>
            <a:r>
              <a:rPr lang="en-US" sz="1200" b="1" dirty="0">
                <a:solidFill>
                  <a:srgbClr val="002060"/>
                </a:solidFill>
                <a:latin typeface="Segoe UI" panose="020B0502040204020203" pitchFamily="34" charset="0"/>
                <a:cs typeface="Segoe UI" panose="020B0502040204020203" pitchFamily="34" charset="0"/>
              </a:rPr>
              <a:t>To understand market context before modeling Apple’s stock</a:t>
            </a:r>
          </a:p>
          <a:p>
            <a:pPr marL="0" indent="0">
              <a:buNone/>
            </a:pPr>
            <a:r>
              <a:rPr lang="en-US" sz="1100" i="1" dirty="0">
                <a:solidFill>
                  <a:srgbClr val="002060"/>
                </a:solidFill>
                <a:latin typeface="Segoe UI" panose="020B0502040204020203" pitchFamily="34" charset="0"/>
                <a:cs typeface="Segoe UI" panose="020B0502040204020203" pitchFamily="34" charset="0"/>
              </a:rPr>
              <a:t>Stock prices don’t exist in a vacuum — they move with the market. By identifying high-performing sectors and leading companies, we get insight into the economic environment influencing Apple.</a:t>
            </a:r>
          </a:p>
          <a:p>
            <a:pPr marL="0" indent="0">
              <a:buNone/>
            </a:pPr>
            <a:endParaRPr lang="en-CA" sz="1050" i="1" dirty="0">
              <a:solidFill>
                <a:srgbClr val="002060"/>
              </a:solidFill>
              <a:latin typeface="Segoe UI Semibold" panose="020B0702040204020203" pitchFamily="34" charset="0"/>
              <a:cs typeface="Segoe UI Semibold" panose="020B0702040204020203" pitchFamily="34" charset="0"/>
            </a:endParaRPr>
          </a:p>
          <a:p>
            <a:r>
              <a:rPr lang="en-US" sz="1200" b="1" dirty="0">
                <a:solidFill>
                  <a:srgbClr val="002060"/>
                </a:solidFill>
                <a:latin typeface="Segoe UI" panose="020B0502040204020203" pitchFamily="34" charset="0"/>
                <a:cs typeface="Segoe UI" panose="020B0502040204020203" pitchFamily="34" charset="0"/>
              </a:rPr>
              <a:t>To validate Apple’s sector (Technology) performance over time</a:t>
            </a:r>
          </a:p>
          <a:p>
            <a:r>
              <a:rPr lang="en-US" sz="1100" i="1" dirty="0">
                <a:solidFill>
                  <a:srgbClr val="002060"/>
                </a:solidFill>
                <a:latin typeface="Segoe UI" panose="020B0502040204020203" pitchFamily="34" charset="0"/>
                <a:cs typeface="Segoe UI" panose="020B0502040204020203" pitchFamily="34" charset="0"/>
              </a:rPr>
              <a:t>Before jumping into prediction, we confirmed that Technology has been one of the top-performing sectors over the last 5 years — making Apple a strong candidate for analysis.</a:t>
            </a:r>
          </a:p>
          <a:p>
            <a:endParaRPr lang="en-US" sz="1200" dirty="0">
              <a:solidFill>
                <a:srgbClr val="002060"/>
              </a:solidFill>
              <a:latin typeface="Segoe UI" panose="020B0502040204020203" pitchFamily="34" charset="0"/>
              <a:cs typeface="Segoe UI" panose="020B0502040204020203" pitchFamily="34" charset="0"/>
            </a:endParaRPr>
          </a:p>
          <a:p>
            <a:r>
              <a:rPr lang="en-US" sz="1200" b="1" dirty="0">
                <a:solidFill>
                  <a:srgbClr val="002060"/>
                </a:solidFill>
                <a:latin typeface="Segoe UI" panose="020B0502040204020203" pitchFamily="34" charset="0"/>
                <a:cs typeface="Segoe UI" panose="020B0502040204020203" pitchFamily="34" charset="0"/>
              </a:rPr>
              <a:t>To identify comparable companies and benchmark opportunities</a:t>
            </a:r>
            <a:r>
              <a:rPr lang="en-US" sz="1200" dirty="0">
                <a:solidFill>
                  <a:srgbClr val="002060"/>
                </a:solidFill>
                <a:latin typeface="Segoe UI" panose="020B0502040204020203" pitchFamily="34" charset="0"/>
                <a:cs typeface="Segoe UI" panose="020B0502040204020203" pitchFamily="34" charset="0"/>
              </a:rPr>
              <a:t> </a:t>
            </a:r>
          </a:p>
          <a:p>
            <a:r>
              <a:rPr lang="en-US" sz="1100" i="1" dirty="0">
                <a:solidFill>
                  <a:srgbClr val="002060"/>
                </a:solidFill>
                <a:latin typeface="Segoe UI" panose="020B0502040204020203" pitchFamily="34" charset="0"/>
                <a:cs typeface="Segoe UI" panose="020B0502040204020203" pitchFamily="34" charset="0"/>
              </a:rPr>
              <a:t>By looking at top companies within Technology, we can compare Apple against peers like Microsoft or Nvidia — helping us understand whether Apple is leading, lagging, or in line.</a:t>
            </a:r>
            <a:endParaRPr lang="en-CA" sz="1100" i="1" dirty="0">
              <a:solidFill>
                <a:srgbClr val="002060"/>
              </a:solidFill>
              <a:latin typeface="Segoe UI" panose="020B0502040204020203" pitchFamily="34" charset="0"/>
              <a:cs typeface="Segoe UI" panose="020B0502040204020203" pitchFamily="34" charset="0"/>
            </a:endParaRPr>
          </a:p>
          <a:p>
            <a:endParaRPr lang="en-CA" sz="1200" i="1" dirty="0">
              <a:solidFill>
                <a:srgbClr val="002060"/>
              </a:solidFill>
              <a:latin typeface="Segoe UI" panose="020B0502040204020203" pitchFamily="34" charset="0"/>
              <a:cs typeface="Segoe UI" panose="020B0502040204020203" pitchFamily="34" charset="0"/>
            </a:endParaRPr>
          </a:p>
          <a:p>
            <a:r>
              <a:rPr lang="en-CA" sz="1200" i="1" dirty="0">
                <a:solidFill>
                  <a:srgbClr val="002060"/>
                </a:solidFill>
                <a:latin typeface="Segoe UI" panose="020B0502040204020203" pitchFamily="34" charset="0"/>
                <a:cs typeface="Segoe UI" panose="020B0502040204020203" pitchFamily="34" charset="0"/>
              </a:rPr>
              <a:t>Over the past </a:t>
            </a:r>
            <a:r>
              <a:rPr lang="en-CA" sz="1200" b="1" i="1" dirty="0">
                <a:solidFill>
                  <a:srgbClr val="002060"/>
                </a:solidFill>
                <a:latin typeface="Segoe UI" panose="020B0502040204020203" pitchFamily="34" charset="0"/>
                <a:cs typeface="Segoe UI" panose="020B0502040204020203" pitchFamily="34" charset="0"/>
              </a:rPr>
              <a:t>5 years</a:t>
            </a:r>
            <a:r>
              <a:rPr lang="en-CA" sz="1200" i="1" dirty="0">
                <a:solidFill>
                  <a:srgbClr val="002060"/>
                </a:solidFill>
                <a:latin typeface="Segoe UI" panose="020B0502040204020203" pitchFamily="34" charset="0"/>
                <a:cs typeface="Segoe UI" panose="020B0502040204020203" pitchFamily="34" charset="0"/>
              </a:rPr>
              <a:t>, there are 3 industries with highest of Returns which are </a:t>
            </a:r>
          </a:p>
          <a:p>
            <a:pPr marL="285750" indent="-285750">
              <a:buFont typeface="Arial" panose="020B0604020202020204" pitchFamily="34" charset="0"/>
              <a:buChar char="•"/>
            </a:pPr>
            <a:r>
              <a:rPr lang="en-CA" sz="1200" b="1" i="1" dirty="0">
                <a:solidFill>
                  <a:srgbClr val="002060"/>
                </a:solidFill>
                <a:latin typeface="Segoe UI" panose="020B0502040204020203" pitchFamily="34" charset="0"/>
                <a:cs typeface="Segoe UI" panose="020B0502040204020203" pitchFamily="34" charset="0"/>
              </a:rPr>
              <a:t>Energy – 344 %</a:t>
            </a:r>
          </a:p>
          <a:p>
            <a:pPr marL="285750" indent="-285750">
              <a:buFont typeface="Arial" panose="020B0604020202020204" pitchFamily="34" charset="0"/>
              <a:buChar char="•"/>
            </a:pPr>
            <a:r>
              <a:rPr lang="en-CA" sz="1200" b="1" i="1" dirty="0">
                <a:solidFill>
                  <a:srgbClr val="002060"/>
                </a:solidFill>
                <a:latin typeface="Segoe UI" panose="020B0502040204020203" pitchFamily="34" charset="0"/>
                <a:cs typeface="Segoe UI" panose="020B0502040204020203" pitchFamily="34" charset="0"/>
              </a:rPr>
              <a:t>Technology – 201%</a:t>
            </a:r>
          </a:p>
          <a:p>
            <a:pPr marL="285750" indent="-285750">
              <a:buFont typeface="Arial" panose="020B0604020202020204" pitchFamily="34" charset="0"/>
              <a:buChar char="•"/>
            </a:pPr>
            <a:r>
              <a:rPr lang="en-CA" sz="1200" b="1" i="1" dirty="0">
                <a:solidFill>
                  <a:srgbClr val="002060"/>
                </a:solidFill>
                <a:latin typeface="Segoe UI" panose="020B0502040204020203" pitchFamily="34" charset="0"/>
                <a:cs typeface="Segoe UI" panose="020B0502040204020203" pitchFamily="34" charset="0"/>
              </a:rPr>
              <a:t>Financials – 176 %</a:t>
            </a:r>
          </a:p>
          <a:p>
            <a:endParaRPr lang="en-CA" sz="1400" dirty="0">
              <a:solidFill>
                <a:srgbClr val="002060"/>
              </a:solidFill>
              <a:latin typeface="Segoe UI" panose="020B0502040204020203" pitchFamily="34" charset="0"/>
              <a:cs typeface="Segoe UI" panose="020B0502040204020203" pitchFamily="34" charset="0"/>
            </a:endParaRPr>
          </a:p>
          <a:p>
            <a:r>
              <a:rPr lang="en-CA" sz="1200" dirty="0">
                <a:solidFill>
                  <a:srgbClr val="002060"/>
                </a:solidFill>
                <a:latin typeface="Segoe UI" panose="020B0502040204020203" pitchFamily="34" charset="0"/>
                <a:cs typeface="Segoe UI" panose="020B0502040204020203" pitchFamily="34" charset="0"/>
              </a:rPr>
              <a:t>Among those industries, </a:t>
            </a:r>
            <a:r>
              <a:rPr lang="en-CA" sz="1200" b="1" dirty="0">
                <a:solidFill>
                  <a:srgbClr val="002060"/>
                </a:solidFill>
                <a:latin typeface="Segoe UI" panose="020B0502040204020203" pitchFamily="34" charset="0"/>
                <a:cs typeface="Segoe UI" panose="020B0502040204020203" pitchFamily="34" charset="0"/>
              </a:rPr>
              <a:t>NVIDIA</a:t>
            </a:r>
            <a:r>
              <a:rPr lang="en-CA" sz="1200" dirty="0">
                <a:solidFill>
                  <a:srgbClr val="002060"/>
                </a:solidFill>
                <a:latin typeface="Segoe UI" panose="020B0502040204020203" pitchFamily="34" charset="0"/>
                <a:cs typeface="Segoe UI" panose="020B0502040204020203" pitchFamily="34" charset="0"/>
              </a:rPr>
              <a:t> &amp; </a:t>
            </a:r>
            <a:r>
              <a:rPr lang="en-CA" sz="1200" b="1" dirty="0">
                <a:solidFill>
                  <a:srgbClr val="002060"/>
                </a:solidFill>
                <a:latin typeface="Segoe UI" panose="020B0502040204020203" pitchFamily="34" charset="0"/>
                <a:cs typeface="Segoe UI" panose="020B0502040204020203" pitchFamily="34" charset="0"/>
              </a:rPr>
              <a:t>APPLE</a:t>
            </a:r>
            <a:r>
              <a:rPr lang="en-CA" sz="1200" dirty="0">
                <a:solidFill>
                  <a:srgbClr val="002060"/>
                </a:solidFill>
                <a:latin typeface="Segoe UI" panose="020B0502040204020203" pitchFamily="34" charset="0"/>
                <a:cs typeface="Segoe UI" panose="020B0502040204020203" pitchFamily="34" charset="0"/>
              </a:rPr>
              <a:t> are closely competing each others.  </a:t>
            </a:r>
          </a:p>
        </p:txBody>
      </p:sp>
      <p:sp>
        <p:nvSpPr>
          <p:cNvPr id="25" name="TextBox 24">
            <a:extLst>
              <a:ext uri="{FF2B5EF4-FFF2-40B4-BE49-F238E27FC236}">
                <a16:creationId xmlns:a16="http://schemas.microsoft.com/office/drawing/2014/main" id="{1F7F38FD-F12E-DF90-BE3C-25BF430C8911}"/>
              </a:ext>
            </a:extLst>
          </p:cNvPr>
          <p:cNvSpPr txBox="1"/>
          <p:nvPr/>
        </p:nvSpPr>
        <p:spPr>
          <a:xfrm>
            <a:off x="6134100" y="6619845"/>
            <a:ext cx="4524375" cy="200055"/>
          </a:xfrm>
          <a:prstGeom prst="rect">
            <a:avLst/>
          </a:prstGeom>
          <a:solidFill>
            <a:schemeClr val="bg1">
              <a:lumMod val="95000"/>
            </a:schemeClr>
          </a:solidFill>
        </p:spPr>
        <p:txBody>
          <a:bodyPr wrap="square" rtlCol="0">
            <a:spAutoFit/>
          </a:bodyPr>
          <a:lstStyle/>
          <a:p>
            <a:r>
              <a:rPr lang="en-CA" sz="700" b="1" i="1" dirty="0">
                <a:latin typeface="Segoe UI" panose="020B0502040204020203" pitchFamily="34" charset="0"/>
                <a:cs typeface="Segoe UI" panose="020B0502040204020203" pitchFamily="34" charset="0"/>
              </a:rPr>
              <a:t>Sources: Yahoo Finance (</a:t>
            </a:r>
            <a:r>
              <a:rPr lang="en-CA" sz="700" b="1" i="1" dirty="0" err="1">
                <a:latin typeface="Segoe UI" panose="020B0502040204020203" pitchFamily="34" charset="0"/>
                <a:cs typeface="Segoe UI" panose="020B0502040204020203" pitchFamily="34" charset="0"/>
              </a:rPr>
              <a:t>yfinance</a:t>
            </a:r>
            <a:r>
              <a:rPr lang="en-CA" sz="700" b="1" i="1" dirty="0">
                <a:latin typeface="Segoe UI" panose="020B0502040204020203" pitchFamily="34" charset="0"/>
                <a:cs typeface="Segoe UI" panose="020B0502040204020203" pitchFamily="34" charset="0"/>
              </a:rPr>
              <a:t>), FMP API | Code: industry_analysis.py, top_3_companiesofsectors.py</a:t>
            </a:r>
          </a:p>
        </p:txBody>
      </p:sp>
    </p:spTree>
    <p:extLst>
      <p:ext uri="{BB962C8B-B14F-4D97-AF65-F5344CB8AC3E}">
        <p14:creationId xmlns:p14="http://schemas.microsoft.com/office/powerpoint/2010/main" val="35813107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B0E9FD-914F-ABC1-BC06-6DBCC0A2B249}"/>
            </a:ext>
          </a:extLst>
        </p:cNvPr>
        <p:cNvGrpSpPr/>
        <p:nvPr/>
      </p:nvGrpSpPr>
      <p:grpSpPr>
        <a:xfrm>
          <a:off x="0" y="0"/>
          <a:ext cx="0" cy="0"/>
          <a:chOff x="0" y="0"/>
          <a:chExt cx="0" cy="0"/>
        </a:xfrm>
      </p:grpSpPr>
      <p:pic>
        <p:nvPicPr>
          <p:cNvPr id="9" name="Picture 2">
            <a:extLst>
              <a:ext uri="{FF2B5EF4-FFF2-40B4-BE49-F238E27FC236}">
                <a16:creationId xmlns:a16="http://schemas.microsoft.com/office/drawing/2014/main" id="{22790EC5-ACA7-4536-8066-B60199F3C6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CAD20AEA-7CAF-4A83-BE2E-EAF010B8B7F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3" name="Rectangle 12">
            <a:extLst>
              <a:ext uri="{FF2B5EF4-FFF2-40B4-BE49-F238E27FC236}">
                <a16:creationId xmlns:a16="http://schemas.microsoft.com/office/drawing/2014/main" id="{B40FCD49-2060-48B9-8212-8A5F1DF472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Illuminated server room panel">
            <a:extLst>
              <a:ext uri="{FF2B5EF4-FFF2-40B4-BE49-F238E27FC236}">
                <a16:creationId xmlns:a16="http://schemas.microsoft.com/office/drawing/2014/main" id="{73FD68BE-2896-7CEC-E897-1A1B429CC332}"/>
              </a:ext>
            </a:extLst>
          </p:cNvPr>
          <p:cNvPicPr>
            <a:picLocks noChangeAspect="1"/>
          </p:cNvPicPr>
          <p:nvPr/>
        </p:nvPicPr>
        <p:blipFill>
          <a:blip r:embed="rId4">
            <a:alphaModFix amt="35000"/>
          </a:blip>
          <a:srcRect t="15730"/>
          <a:stretch/>
        </p:blipFill>
        <p:spPr>
          <a:xfrm>
            <a:off x="20" y="10"/>
            <a:ext cx="12191980" cy="6857990"/>
          </a:xfrm>
          <a:prstGeom prst="rect">
            <a:avLst/>
          </a:prstGeom>
        </p:spPr>
      </p:pic>
      <p:pic>
        <p:nvPicPr>
          <p:cNvPr id="16" name="Picture 15">
            <a:extLst>
              <a:ext uri="{FF2B5EF4-FFF2-40B4-BE49-F238E27FC236}">
                <a16:creationId xmlns:a16="http://schemas.microsoft.com/office/drawing/2014/main" id="{83A45DCD-B5FB-4A86-88D2-91088C7FFC5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2460E68-F3AF-45FD-F008-12972670F3CA}"/>
              </a:ext>
            </a:extLst>
          </p:cNvPr>
          <p:cNvSpPr>
            <a:spLocks noGrp="1"/>
          </p:cNvSpPr>
          <p:nvPr>
            <p:ph type="title"/>
          </p:nvPr>
        </p:nvSpPr>
        <p:spPr>
          <a:xfrm>
            <a:off x="1751012" y="1300785"/>
            <a:ext cx="8689976" cy="2509213"/>
          </a:xfrm>
        </p:spPr>
        <p:txBody>
          <a:bodyPr vert="horz" lIns="91440" tIns="45720" rIns="91440" bIns="45720" rtlCol="0" anchor="b">
            <a:normAutofit/>
          </a:bodyPr>
          <a:lstStyle/>
          <a:p>
            <a:r>
              <a:rPr lang="en-US" sz="4800" b="1" dirty="0"/>
              <a:t>Data Collections &amp; Processing</a:t>
            </a:r>
          </a:p>
        </p:txBody>
      </p:sp>
    </p:spTree>
    <p:extLst>
      <p:ext uri="{BB962C8B-B14F-4D97-AF65-F5344CB8AC3E}">
        <p14:creationId xmlns:p14="http://schemas.microsoft.com/office/powerpoint/2010/main" val="18396340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24892F95-D199-D54B-7628-38E224988F96}"/>
            </a:ext>
          </a:extLst>
        </p:cNvPr>
        <p:cNvGrpSpPr/>
        <p:nvPr/>
      </p:nvGrpSpPr>
      <p:grpSpPr>
        <a:xfrm>
          <a:off x="0" y="0"/>
          <a:ext cx="0" cy="0"/>
          <a:chOff x="0" y="0"/>
          <a:chExt cx="0" cy="0"/>
        </a:xfrm>
      </p:grpSpPr>
      <p:pic>
        <p:nvPicPr>
          <p:cNvPr id="5122" name="Picture 2" descr="51,900+ Empty Jar No Lid Stock Illustrations, Royalty-Free Vector Graphics  &amp; Clip Art - iStock">
            <a:extLst>
              <a:ext uri="{FF2B5EF4-FFF2-40B4-BE49-F238E27FC236}">
                <a16:creationId xmlns:a16="http://schemas.microsoft.com/office/drawing/2014/main" id="{C643BF2F-1C07-D88C-D5EA-7CDC04769DAC}"/>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10000" b="90000" l="10000" r="90000">
                        <a14:foregroundMark x1="42974" y1="19281" x2="47549" y2="18627"/>
                        <a14:foregroundMark x1="46078" y1="23366" x2="46895" y2="23366"/>
                        <a14:foregroundMark x1="46895" y1="23366" x2="46895" y2="23366"/>
                        <a14:foregroundMark x1="69608" y1="25163" x2="71405" y2="26144"/>
                      </a14:backgroundRemoval>
                    </a14:imgEffect>
                  </a14:imgLayer>
                </a14:imgProps>
              </a:ext>
              <a:ext uri="{28A0092B-C50C-407E-A947-70E740481C1C}">
                <a14:useLocalDpi xmlns:a14="http://schemas.microsoft.com/office/drawing/2010/main" val="0"/>
              </a:ext>
            </a:extLst>
          </a:blip>
          <a:srcRect l="14301" r="15255"/>
          <a:stretch/>
        </p:blipFill>
        <p:spPr bwMode="auto">
          <a:xfrm>
            <a:off x="1344346" y="1930440"/>
            <a:ext cx="2724150" cy="3867149"/>
          </a:xfrm>
          <a:prstGeom prst="rect">
            <a:avLst/>
          </a:prstGeom>
          <a:noFill/>
          <a:extLst>
            <a:ext uri="{909E8E84-426E-40DD-AFC4-6F175D3DCCD1}">
              <a14:hiddenFill xmlns:a14="http://schemas.microsoft.com/office/drawing/2010/main">
                <a:solidFill>
                  <a:srgbClr val="FFFFFF"/>
                </a:solidFill>
              </a14:hiddenFill>
            </a:ext>
          </a:extLst>
        </p:spPr>
      </p:pic>
      <p:sp>
        <p:nvSpPr>
          <p:cNvPr id="5" name="Sdata4">
            <a:extLst>
              <a:ext uri="{FF2B5EF4-FFF2-40B4-BE49-F238E27FC236}">
                <a16:creationId xmlns:a16="http://schemas.microsoft.com/office/drawing/2014/main" id="{1FA68B9B-5D1A-EF96-324D-BA9CCE2A5D7D}"/>
              </a:ext>
            </a:extLst>
          </p:cNvPr>
          <p:cNvSpPr/>
          <p:nvPr/>
        </p:nvSpPr>
        <p:spPr>
          <a:xfrm>
            <a:off x="1857375" y="1767017"/>
            <a:ext cx="533400" cy="476250"/>
          </a:xfrm>
          <a:prstGeom prst="ellips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Sdata5">
            <a:extLst>
              <a:ext uri="{FF2B5EF4-FFF2-40B4-BE49-F238E27FC236}">
                <a16:creationId xmlns:a16="http://schemas.microsoft.com/office/drawing/2014/main" id="{933F988F-3AC3-7EF3-2286-97B5505F47B2}"/>
              </a:ext>
            </a:extLst>
          </p:cNvPr>
          <p:cNvSpPr/>
          <p:nvPr/>
        </p:nvSpPr>
        <p:spPr>
          <a:xfrm>
            <a:off x="2247273" y="1855013"/>
            <a:ext cx="533400" cy="476250"/>
          </a:xfrm>
          <a:prstGeom prst="ellips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Sdata7">
            <a:extLst>
              <a:ext uri="{FF2B5EF4-FFF2-40B4-BE49-F238E27FC236}">
                <a16:creationId xmlns:a16="http://schemas.microsoft.com/office/drawing/2014/main" id="{201AFAC2-762B-AFD8-7CF2-400B009C882A}"/>
              </a:ext>
            </a:extLst>
          </p:cNvPr>
          <p:cNvSpPr/>
          <p:nvPr/>
        </p:nvSpPr>
        <p:spPr>
          <a:xfrm>
            <a:off x="2124075" y="1466980"/>
            <a:ext cx="533400" cy="476250"/>
          </a:xfrm>
          <a:prstGeom prst="ellips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Sdata8">
            <a:extLst>
              <a:ext uri="{FF2B5EF4-FFF2-40B4-BE49-F238E27FC236}">
                <a16:creationId xmlns:a16="http://schemas.microsoft.com/office/drawing/2014/main" id="{3020C0B2-2823-6D4D-2C9C-994077E88DF6}"/>
              </a:ext>
            </a:extLst>
          </p:cNvPr>
          <p:cNvSpPr/>
          <p:nvPr/>
        </p:nvSpPr>
        <p:spPr>
          <a:xfrm>
            <a:off x="2708923" y="1872282"/>
            <a:ext cx="533400" cy="476250"/>
          </a:xfrm>
          <a:prstGeom prst="ellips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Sdata9">
            <a:extLst>
              <a:ext uri="{FF2B5EF4-FFF2-40B4-BE49-F238E27FC236}">
                <a16:creationId xmlns:a16="http://schemas.microsoft.com/office/drawing/2014/main" id="{7FDF2D57-AC2B-295A-E6FA-589472BE4BE6}"/>
              </a:ext>
            </a:extLst>
          </p:cNvPr>
          <p:cNvSpPr/>
          <p:nvPr/>
        </p:nvSpPr>
        <p:spPr>
          <a:xfrm>
            <a:off x="2513973" y="1459836"/>
            <a:ext cx="533400" cy="476250"/>
          </a:xfrm>
          <a:prstGeom prst="ellips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Sdata10">
            <a:extLst>
              <a:ext uri="{FF2B5EF4-FFF2-40B4-BE49-F238E27FC236}">
                <a16:creationId xmlns:a16="http://schemas.microsoft.com/office/drawing/2014/main" id="{32481C14-6FA5-E6B5-81B0-3ED55C6F6AD1}"/>
              </a:ext>
            </a:extLst>
          </p:cNvPr>
          <p:cNvSpPr/>
          <p:nvPr/>
        </p:nvSpPr>
        <p:spPr>
          <a:xfrm>
            <a:off x="3134351" y="1875363"/>
            <a:ext cx="533400" cy="476250"/>
          </a:xfrm>
          <a:prstGeom prst="ellips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Sdata11">
            <a:extLst>
              <a:ext uri="{FF2B5EF4-FFF2-40B4-BE49-F238E27FC236}">
                <a16:creationId xmlns:a16="http://schemas.microsoft.com/office/drawing/2014/main" id="{BA9273F1-7F8A-6DA6-66D4-70B9E312A089}"/>
              </a:ext>
            </a:extLst>
          </p:cNvPr>
          <p:cNvSpPr/>
          <p:nvPr/>
        </p:nvSpPr>
        <p:spPr>
          <a:xfrm>
            <a:off x="3170571" y="1528892"/>
            <a:ext cx="533400" cy="476250"/>
          </a:xfrm>
          <a:prstGeom prst="ellips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Sdata12">
            <a:extLst>
              <a:ext uri="{FF2B5EF4-FFF2-40B4-BE49-F238E27FC236}">
                <a16:creationId xmlns:a16="http://schemas.microsoft.com/office/drawing/2014/main" id="{3B97020E-4164-1918-30C3-026AA6EC496E}"/>
              </a:ext>
            </a:extLst>
          </p:cNvPr>
          <p:cNvSpPr/>
          <p:nvPr/>
        </p:nvSpPr>
        <p:spPr>
          <a:xfrm>
            <a:off x="2932446" y="1443102"/>
            <a:ext cx="533400" cy="476250"/>
          </a:xfrm>
          <a:prstGeom prst="ellips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Sdata13">
            <a:extLst>
              <a:ext uri="{FF2B5EF4-FFF2-40B4-BE49-F238E27FC236}">
                <a16:creationId xmlns:a16="http://schemas.microsoft.com/office/drawing/2014/main" id="{8020F613-368D-63D0-8636-CBF544F062CA}"/>
              </a:ext>
            </a:extLst>
          </p:cNvPr>
          <p:cNvSpPr/>
          <p:nvPr/>
        </p:nvSpPr>
        <p:spPr>
          <a:xfrm>
            <a:off x="1802103" y="1352680"/>
            <a:ext cx="533400" cy="476250"/>
          </a:xfrm>
          <a:prstGeom prst="ellips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Title 1">
            <a:extLst>
              <a:ext uri="{FF2B5EF4-FFF2-40B4-BE49-F238E27FC236}">
                <a16:creationId xmlns:a16="http://schemas.microsoft.com/office/drawing/2014/main" id="{11BD80A4-8D34-8974-139F-4BA87D88EE73}"/>
              </a:ext>
            </a:extLst>
          </p:cNvPr>
          <p:cNvSpPr>
            <a:spLocks noGrp="1"/>
          </p:cNvSpPr>
          <p:nvPr>
            <p:ph type="title"/>
          </p:nvPr>
        </p:nvSpPr>
        <p:spPr>
          <a:xfrm>
            <a:off x="1159581" y="489690"/>
            <a:ext cx="10364451" cy="744629"/>
          </a:xfrm>
        </p:spPr>
        <p:txBody>
          <a:bodyPr vert="horz" lIns="91440" tIns="45720" rIns="91440" bIns="45720" rtlCol="0" anchor="ctr">
            <a:normAutofit/>
          </a:bodyPr>
          <a:lstStyle/>
          <a:p>
            <a:r>
              <a:rPr lang="en-US" sz="3200" b="1" dirty="0">
                <a:solidFill>
                  <a:srgbClr val="002060"/>
                </a:solidFill>
                <a:effectLst/>
              </a:rPr>
              <a:t>How are Data collected and Processed?</a:t>
            </a:r>
          </a:p>
        </p:txBody>
      </p:sp>
      <p:sp>
        <p:nvSpPr>
          <p:cNvPr id="15" name="ndata14">
            <a:extLst>
              <a:ext uri="{FF2B5EF4-FFF2-40B4-BE49-F238E27FC236}">
                <a16:creationId xmlns:a16="http://schemas.microsoft.com/office/drawing/2014/main" id="{8E875958-0928-89FA-34C3-6843A5825CE7}"/>
              </a:ext>
            </a:extLst>
          </p:cNvPr>
          <p:cNvSpPr/>
          <p:nvPr/>
        </p:nvSpPr>
        <p:spPr>
          <a:xfrm>
            <a:off x="1830022" y="1125981"/>
            <a:ext cx="532800" cy="475200"/>
          </a:xfrm>
          <a:prstGeom prst="ellipse">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08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003">
            <a:schemeClr val="lt2"/>
          </a:fillRef>
          <a:effectRef idx="0">
            <a:schemeClr val="accent1"/>
          </a:effectRef>
          <a:fontRef idx="minor">
            <a:schemeClr val="lt1"/>
          </a:fontRef>
        </p:style>
        <p:txBody>
          <a:bodyPr rtlCol="0" anchor="ctr"/>
          <a:lstStyle/>
          <a:p>
            <a:pPr algn="ctr"/>
            <a:endParaRPr lang="en-CA" dirty="0"/>
          </a:p>
        </p:txBody>
      </p:sp>
      <p:sp>
        <p:nvSpPr>
          <p:cNvPr id="16" name="ndata14">
            <a:extLst>
              <a:ext uri="{FF2B5EF4-FFF2-40B4-BE49-F238E27FC236}">
                <a16:creationId xmlns:a16="http://schemas.microsoft.com/office/drawing/2014/main" id="{93DBF36B-D751-5788-62D1-7EFA1CC9DF79}"/>
              </a:ext>
            </a:extLst>
          </p:cNvPr>
          <p:cNvSpPr/>
          <p:nvPr/>
        </p:nvSpPr>
        <p:spPr>
          <a:xfrm>
            <a:off x="1705624" y="1429322"/>
            <a:ext cx="532800" cy="475200"/>
          </a:xfrm>
          <a:prstGeom prst="ellipse">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08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003">
            <a:schemeClr val="lt2"/>
          </a:fillRef>
          <a:effectRef idx="0">
            <a:schemeClr val="accent1"/>
          </a:effectRef>
          <a:fontRef idx="minor">
            <a:schemeClr val="lt1"/>
          </a:fontRef>
        </p:style>
        <p:txBody>
          <a:bodyPr rtlCol="0" anchor="ctr"/>
          <a:lstStyle/>
          <a:p>
            <a:pPr algn="ctr"/>
            <a:endParaRPr lang="en-CA" dirty="0"/>
          </a:p>
        </p:txBody>
      </p:sp>
      <p:sp>
        <p:nvSpPr>
          <p:cNvPr id="19" name="ndata14">
            <a:extLst>
              <a:ext uri="{FF2B5EF4-FFF2-40B4-BE49-F238E27FC236}">
                <a16:creationId xmlns:a16="http://schemas.microsoft.com/office/drawing/2014/main" id="{83BDDC24-A3DC-0014-D8F8-271586C0EC0D}"/>
              </a:ext>
            </a:extLst>
          </p:cNvPr>
          <p:cNvSpPr/>
          <p:nvPr/>
        </p:nvSpPr>
        <p:spPr>
          <a:xfrm>
            <a:off x="2355215" y="1352548"/>
            <a:ext cx="532800" cy="475200"/>
          </a:xfrm>
          <a:prstGeom prst="ellipse">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08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003">
            <a:schemeClr val="lt2"/>
          </a:fillRef>
          <a:effectRef idx="0">
            <a:schemeClr val="accent1"/>
          </a:effectRef>
          <a:fontRef idx="minor">
            <a:schemeClr val="lt1"/>
          </a:fontRef>
        </p:style>
        <p:txBody>
          <a:bodyPr rtlCol="0" anchor="ctr"/>
          <a:lstStyle/>
          <a:p>
            <a:pPr algn="ctr"/>
            <a:endParaRPr lang="en-CA" dirty="0"/>
          </a:p>
        </p:txBody>
      </p:sp>
      <p:sp>
        <p:nvSpPr>
          <p:cNvPr id="20" name="ndata14">
            <a:extLst>
              <a:ext uri="{FF2B5EF4-FFF2-40B4-BE49-F238E27FC236}">
                <a16:creationId xmlns:a16="http://schemas.microsoft.com/office/drawing/2014/main" id="{F456896E-6781-CD3B-5D87-7D690DC6BB50}"/>
              </a:ext>
            </a:extLst>
          </p:cNvPr>
          <p:cNvSpPr/>
          <p:nvPr/>
        </p:nvSpPr>
        <p:spPr>
          <a:xfrm>
            <a:off x="2828903" y="1495053"/>
            <a:ext cx="532800" cy="475200"/>
          </a:xfrm>
          <a:prstGeom prst="ellipse">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08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003">
            <a:schemeClr val="lt2"/>
          </a:fillRef>
          <a:effectRef idx="0">
            <a:schemeClr val="accent1"/>
          </a:effectRef>
          <a:fontRef idx="minor">
            <a:schemeClr val="lt1"/>
          </a:fontRef>
        </p:style>
        <p:txBody>
          <a:bodyPr rtlCol="0" anchor="ctr"/>
          <a:lstStyle/>
          <a:p>
            <a:pPr algn="ctr"/>
            <a:endParaRPr lang="en-CA" dirty="0"/>
          </a:p>
        </p:txBody>
      </p:sp>
      <p:sp>
        <p:nvSpPr>
          <p:cNvPr id="21" name="ndata14">
            <a:extLst>
              <a:ext uri="{FF2B5EF4-FFF2-40B4-BE49-F238E27FC236}">
                <a16:creationId xmlns:a16="http://schemas.microsoft.com/office/drawing/2014/main" id="{44E24796-698A-9DD1-5512-58ECF346A9D9}"/>
              </a:ext>
            </a:extLst>
          </p:cNvPr>
          <p:cNvSpPr/>
          <p:nvPr/>
        </p:nvSpPr>
        <p:spPr>
          <a:xfrm>
            <a:off x="3142560" y="1182026"/>
            <a:ext cx="532800" cy="475200"/>
          </a:xfrm>
          <a:prstGeom prst="ellipse">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08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003">
            <a:schemeClr val="lt2"/>
          </a:fillRef>
          <a:effectRef idx="0">
            <a:schemeClr val="accent1"/>
          </a:effectRef>
          <a:fontRef idx="minor">
            <a:schemeClr val="lt1"/>
          </a:fontRef>
        </p:style>
        <p:txBody>
          <a:bodyPr rtlCol="0" anchor="ctr"/>
          <a:lstStyle/>
          <a:p>
            <a:pPr algn="ctr"/>
            <a:endParaRPr lang="en-CA" dirty="0"/>
          </a:p>
        </p:txBody>
      </p:sp>
      <p:sp>
        <p:nvSpPr>
          <p:cNvPr id="22" name="ndata14">
            <a:extLst>
              <a:ext uri="{FF2B5EF4-FFF2-40B4-BE49-F238E27FC236}">
                <a16:creationId xmlns:a16="http://schemas.microsoft.com/office/drawing/2014/main" id="{8CD190D7-097A-BE7F-4C14-4C51D08B17DC}"/>
              </a:ext>
            </a:extLst>
          </p:cNvPr>
          <p:cNvSpPr/>
          <p:nvPr/>
        </p:nvSpPr>
        <p:spPr>
          <a:xfrm>
            <a:off x="2679476" y="1105668"/>
            <a:ext cx="532800" cy="475200"/>
          </a:xfrm>
          <a:prstGeom prst="ellipse">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08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003">
            <a:schemeClr val="lt2"/>
          </a:fillRef>
          <a:effectRef idx="0">
            <a:schemeClr val="accent1"/>
          </a:effectRef>
          <a:fontRef idx="minor">
            <a:schemeClr val="lt1"/>
          </a:fontRef>
        </p:style>
        <p:txBody>
          <a:bodyPr rtlCol="0" anchor="ctr"/>
          <a:lstStyle/>
          <a:p>
            <a:pPr algn="ctr"/>
            <a:endParaRPr lang="en-CA" dirty="0"/>
          </a:p>
        </p:txBody>
      </p:sp>
      <p:sp>
        <p:nvSpPr>
          <p:cNvPr id="23" name="ndata14">
            <a:extLst>
              <a:ext uri="{FF2B5EF4-FFF2-40B4-BE49-F238E27FC236}">
                <a16:creationId xmlns:a16="http://schemas.microsoft.com/office/drawing/2014/main" id="{8C6DC199-4871-8046-9B81-3A5770DB8050}"/>
              </a:ext>
            </a:extLst>
          </p:cNvPr>
          <p:cNvSpPr/>
          <p:nvPr/>
        </p:nvSpPr>
        <p:spPr>
          <a:xfrm>
            <a:off x="2269448" y="1114415"/>
            <a:ext cx="532800" cy="475200"/>
          </a:xfrm>
          <a:prstGeom prst="ellipse">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08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003">
            <a:schemeClr val="lt2"/>
          </a:fillRef>
          <a:effectRef idx="0">
            <a:schemeClr val="accent1"/>
          </a:effectRef>
          <a:fontRef idx="minor">
            <a:schemeClr val="lt1"/>
          </a:fontRef>
        </p:style>
        <p:txBody>
          <a:bodyPr rtlCol="0" anchor="ctr"/>
          <a:lstStyle/>
          <a:p>
            <a:pPr algn="ctr"/>
            <a:endParaRPr lang="en-CA" dirty="0"/>
          </a:p>
        </p:txBody>
      </p:sp>
      <p:sp>
        <p:nvSpPr>
          <p:cNvPr id="24" name="ndata14">
            <a:extLst>
              <a:ext uri="{FF2B5EF4-FFF2-40B4-BE49-F238E27FC236}">
                <a16:creationId xmlns:a16="http://schemas.microsoft.com/office/drawing/2014/main" id="{C8CE696A-4B50-E59C-2262-9D2B90D1C403}"/>
              </a:ext>
            </a:extLst>
          </p:cNvPr>
          <p:cNvSpPr/>
          <p:nvPr/>
        </p:nvSpPr>
        <p:spPr>
          <a:xfrm>
            <a:off x="3099678" y="1365246"/>
            <a:ext cx="532800" cy="493200"/>
          </a:xfrm>
          <a:prstGeom prst="ellipse">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08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003">
            <a:schemeClr val="lt2"/>
          </a:fillRef>
          <a:effectRef idx="0">
            <a:schemeClr val="accent1"/>
          </a:effectRef>
          <a:fontRef idx="minor">
            <a:schemeClr val="lt1"/>
          </a:fontRef>
        </p:style>
        <p:txBody>
          <a:bodyPr rtlCol="0" anchor="ctr"/>
          <a:lstStyle/>
          <a:p>
            <a:pPr algn="ctr"/>
            <a:endParaRPr lang="en-CA" dirty="0"/>
          </a:p>
        </p:txBody>
      </p:sp>
      <p:sp>
        <p:nvSpPr>
          <p:cNvPr id="25" name="Arrow: Right 24">
            <a:extLst>
              <a:ext uri="{FF2B5EF4-FFF2-40B4-BE49-F238E27FC236}">
                <a16:creationId xmlns:a16="http://schemas.microsoft.com/office/drawing/2014/main" id="{D7F8F2B8-4FA0-874D-0307-4BB496E5FBDF}"/>
              </a:ext>
            </a:extLst>
          </p:cNvPr>
          <p:cNvSpPr/>
          <p:nvPr/>
        </p:nvSpPr>
        <p:spPr>
          <a:xfrm>
            <a:off x="3962400" y="4816831"/>
            <a:ext cx="1333500" cy="40568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6" name="Arrow: Right 25">
            <a:extLst>
              <a:ext uri="{FF2B5EF4-FFF2-40B4-BE49-F238E27FC236}">
                <a16:creationId xmlns:a16="http://schemas.microsoft.com/office/drawing/2014/main" id="{46AC54E9-C851-1D1E-FAC2-C5A5F2129BAF}"/>
              </a:ext>
            </a:extLst>
          </p:cNvPr>
          <p:cNvSpPr/>
          <p:nvPr/>
        </p:nvSpPr>
        <p:spPr>
          <a:xfrm rot="20043993">
            <a:off x="3962400" y="3911160"/>
            <a:ext cx="1333500" cy="419100"/>
          </a:xfrm>
          <a:prstGeom prst="rightArrow">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5400000" scaled="1"/>
            <a:tileRect/>
          </a:gradFill>
          <a:ln>
            <a:solidFill>
              <a:srgbClr val="FF5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7" name="ndata14">
            <a:extLst>
              <a:ext uri="{FF2B5EF4-FFF2-40B4-BE49-F238E27FC236}">
                <a16:creationId xmlns:a16="http://schemas.microsoft.com/office/drawing/2014/main" id="{571F5E96-8E77-212E-288E-5A1DA518D73F}"/>
              </a:ext>
            </a:extLst>
          </p:cNvPr>
          <p:cNvSpPr/>
          <p:nvPr/>
        </p:nvSpPr>
        <p:spPr>
          <a:xfrm>
            <a:off x="1961895" y="1545081"/>
            <a:ext cx="532800" cy="475200"/>
          </a:xfrm>
          <a:prstGeom prst="ellipse">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08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003">
            <a:schemeClr val="lt2"/>
          </a:fillRef>
          <a:effectRef idx="0">
            <a:schemeClr val="accent1"/>
          </a:effectRef>
          <a:fontRef idx="minor">
            <a:schemeClr val="lt1"/>
          </a:fontRef>
        </p:style>
        <p:txBody>
          <a:bodyPr rtlCol="0" anchor="ctr"/>
          <a:lstStyle/>
          <a:p>
            <a:pPr algn="ctr"/>
            <a:endParaRPr lang="en-CA" dirty="0"/>
          </a:p>
        </p:txBody>
      </p:sp>
      <p:sp>
        <p:nvSpPr>
          <p:cNvPr id="28" name="ndata14">
            <a:extLst>
              <a:ext uri="{FF2B5EF4-FFF2-40B4-BE49-F238E27FC236}">
                <a16:creationId xmlns:a16="http://schemas.microsoft.com/office/drawing/2014/main" id="{64745E14-EEEF-50C7-9698-DE06AE9F8447}"/>
              </a:ext>
            </a:extLst>
          </p:cNvPr>
          <p:cNvSpPr/>
          <p:nvPr/>
        </p:nvSpPr>
        <p:spPr>
          <a:xfrm>
            <a:off x="2440021" y="1641063"/>
            <a:ext cx="532800" cy="475200"/>
          </a:xfrm>
          <a:prstGeom prst="ellipse">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08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003">
            <a:schemeClr val="lt2"/>
          </a:fillRef>
          <a:effectRef idx="0">
            <a:schemeClr val="accent1"/>
          </a:effectRef>
          <a:fontRef idx="minor">
            <a:schemeClr val="lt1"/>
          </a:fontRef>
        </p:style>
        <p:txBody>
          <a:bodyPr rtlCol="0" anchor="ctr"/>
          <a:lstStyle/>
          <a:p>
            <a:pPr algn="ctr"/>
            <a:endParaRPr lang="en-CA" dirty="0"/>
          </a:p>
        </p:txBody>
      </p:sp>
      <p:sp>
        <p:nvSpPr>
          <p:cNvPr id="29" name="ndata14">
            <a:extLst>
              <a:ext uri="{FF2B5EF4-FFF2-40B4-BE49-F238E27FC236}">
                <a16:creationId xmlns:a16="http://schemas.microsoft.com/office/drawing/2014/main" id="{648EE9EE-8106-6D80-B65A-A74590715EEF}"/>
              </a:ext>
            </a:extLst>
          </p:cNvPr>
          <p:cNvSpPr/>
          <p:nvPr/>
        </p:nvSpPr>
        <p:spPr>
          <a:xfrm>
            <a:off x="3134116" y="1697961"/>
            <a:ext cx="532800" cy="475200"/>
          </a:xfrm>
          <a:prstGeom prst="ellipse">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08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003">
            <a:schemeClr val="lt2"/>
          </a:fillRef>
          <a:effectRef idx="0">
            <a:schemeClr val="accent1"/>
          </a:effectRef>
          <a:fontRef idx="minor">
            <a:schemeClr val="lt1"/>
          </a:fontRef>
        </p:style>
        <p:txBody>
          <a:bodyPr rtlCol="0" anchor="ctr"/>
          <a:lstStyle/>
          <a:p>
            <a:pPr algn="ctr"/>
            <a:endParaRPr lang="en-CA" dirty="0"/>
          </a:p>
        </p:txBody>
      </p:sp>
      <p:sp>
        <p:nvSpPr>
          <p:cNvPr id="30" name="Sdata4">
            <a:extLst>
              <a:ext uri="{FF2B5EF4-FFF2-40B4-BE49-F238E27FC236}">
                <a16:creationId xmlns:a16="http://schemas.microsoft.com/office/drawing/2014/main" id="{21930734-2D68-2DF0-BFAD-F9C865EEBDFE}"/>
              </a:ext>
            </a:extLst>
          </p:cNvPr>
          <p:cNvSpPr/>
          <p:nvPr/>
        </p:nvSpPr>
        <p:spPr>
          <a:xfrm>
            <a:off x="1713909" y="1869665"/>
            <a:ext cx="533400" cy="476250"/>
          </a:xfrm>
          <a:prstGeom prst="ellips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1" name="Sdata4">
            <a:extLst>
              <a:ext uri="{FF2B5EF4-FFF2-40B4-BE49-F238E27FC236}">
                <a16:creationId xmlns:a16="http://schemas.microsoft.com/office/drawing/2014/main" id="{9C1029FC-5F38-9A7E-58C5-78DD006BB95B}"/>
              </a:ext>
            </a:extLst>
          </p:cNvPr>
          <p:cNvSpPr/>
          <p:nvPr/>
        </p:nvSpPr>
        <p:spPr>
          <a:xfrm>
            <a:off x="2843686" y="2056707"/>
            <a:ext cx="533400" cy="476250"/>
          </a:xfrm>
          <a:prstGeom prst="ellips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5124" name="Picture 4" descr="Youth Leadership Program, YLP, CFLI, CFLI Canada, Canada, Ontario">
            <a:extLst>
              <a:ext uri="{FF2B5EF4-FFF2-40B4-BE49-F238E27FC236}">
                <a16:creationId xmlns:a16="http://schemas.microsoft.com/office/drawing/2014/main" id="{062EEB7A-1CFC-A902-134B-F185282711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34957" y="5267337"/>
            <a:ext cx="982503" cy="393001"/>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5C5FA906-A7EA-602A-5F31-61C0E20B0A3F}"/>
              </a:ext>
            </a:extLst>
          </p:cNvPr>
          <p:cNvSpPr txBox="1"/>
          <p:nvPr/>
        </p:nvSpPr>
        <p:spPr>
          <a:xfrm>
            <a:off x="5460743" y="4600747"/>
            <a:ext cx="1762125" cy="1323439"/>
          </a:xfrm>
          <a:prstGeom prst="rect">
            <a:avLst/>
          </a:prstGeom>
          <a:noFill/>
        </p:spPr>
        <p:txBody>
          <a:bodyPr wrap="square" rtlCol="0">
            <a:spAutoFit/>
          </a:bodyPr>
          <a:lstStyle/>
          <a:p>
            <a:r>
              <a:rPr lang="en-CA" sz="1600" dirty="0">
                <a:latin typeface="Segoe UI" panose="020B0502040204020203" pitchFamily="34" charset="0"/>
                <a:cs typeface="Segoe UI" panose="020B0502040204020203" pitchFamily="34" charset="0"/>
              </a:rPr>
              <a:t>5 years stock historic data of Apple are extracted from </a:t>
            </a:r>
            <a:r>
              <a:rPr lang="en-CA" sz="1600" dirty="0" err="1">
                <a:latin typeface="Segoe UI" panose="020B0502040204020203" pitchFamily="34" charset="0"/>
                <a:cs typeface="Segoe UI" panose="020B0502040204020203" pitchFamily="34" charset="0"/>
              </a:rPr>
              <a:t>Yfinance</a:t>
            </a:r>
            <a:r>
              <a:rPr lang="en-CA" sz="1600" dirty="0">
                <a:latin typeface="Segoe UI" panose="020B0502040204020203" pitchFamily="34" charset="0"/>
                <a:cs typeface="Segoe UI" panose="020B0502040204020203" pitchFamily="34" charset="0"/>
              </a:rPr>
              <a:t> library.</a:t>
            </a:r>
          </a:p>
        </p:txBody>
      </p:sp>
      <p:pic>
        <p:nvPicPr>
          <p:cNvPr id="5126" name="Picture 6" descr="News API connector, ELT, automatic data replication | Precog">
            <a:extLst>
              <a:ext uri="{FF2B5EF4-FFF2-40B4-BE49-F238E27FC236}">
                <a16:creationId xmlns:a16="http://schemas.microsoft.com/office/drawing/2014/main" id="{30D2AE1D-ECCE-435D-430A-84C5FF7326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22868" y="2532975"/>
            <a:ext cx="1194592" cy="352882"/>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How to Create an RSS Feed from a Google Alert">
            <a:extLst>
              <a:ext uri="{FF2B5EF4-FFF2-40B4-BE49-F238E27FC236}">
                <a16:creationId xmlns:a16="http://schemas.microsoft.com/office/drawing/2014/main" id="{EB56DBF3-99B7-6064-6F82-74190CC6037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22868" y="3133559"/>
            <a:ext cx="1194592" cy="490441"/>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4" descr="Youth Leadership Program, YLP, CFLI, CFLI Canada, Canada, Ontario">
            <a:extLst>
              <a:ext uri="{FF2B5EF4-FFF2-40B4-BE49-F238E27FC236}">
                <a16:creationId xmlns:a16="http://schemas.microsoft.com/office/drawing/2014/main" id="{A0E2482E-1D1A-BB7B-C25C-F222537FD8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1712" y="3794233"/>
            <a:ext cx="1055272" cy="422109"/>
          </a:xfrm>
          <a:prstGeom prst="rect">
            <a:avLst/>
          </a:prstGeom>
          <a:noFill/>
          <a:extLst>
            <a:ext uri="{909E8E84-426E-40DD-AFC4-6F175D3DCCD1}">
              <a14:hiddenFill xmlns:a14="http://schemas.microsoft.com/office/drawing/2010/main">
                <a:solidFill>
                  <a:srgbClr val="FFFFFF"/>
                </a:solidFill>
              </a14:hiddenFill>
            </a:ext>
          </a:extLst>
        </p:spPr>
      </p:pic>
      <p:sp>
        <p:nvSpPr>
          <p:cNvPr id="34" name="TextBox 33">
            <a:extLst>
              <a:ext uri="{FF2B5EF4-FFF2-40B4-BE49-F238E27FC236}">
                <a16:creationId xmlns:a16="http://schemas.microsoft.com/office/drawing/2014/main" id="{9CE2A7A6-82FE-D6D6-B586-2E2117EB2148}"/>
              </a:ext>
            </a:extLst>
          </p:cNvPr>
          <p:cNvSpPr txBox="1"/>
          <p:nvPr/>
        </p:nvSpPr>
        <p:spPr>
          <a:xfrm>
            <a:off x="5460743" y="2461754"/>
            <a:ext cx="1838325" cy="1077218"/>
          </a:xfrm>
          <a:prstGeom prst="rect">
            <a:avLst/>
          </a:prstGeom>
          <a:noFill/>
        </p:spPr>
        <p:txBody>
          <a:bodyPr wrap="square" rtlCol="0">
            <a:spAutoFit/>
          </a:bodyPr>
          <a:lstStyle/>
          <a:p>
            <a:r>
              <a:rPr lang="en-CA" sz="1600" dirty="0">
                <a:latin typeface="Segoe UI" panose="020B0502040204020203" pitchFamily="34" charset="0"/>
                <a:cs typeface="Segoe UI" panose="020B0502040204020203" pitchFamily="34" charset="0"/>
              </a:rPr>
              <a:t>5 years news data are scrapped by using 3 different places.</a:t>
            </a:r>
          </a:p>
        </p:txBody>
      </p:sp>
      <p:graphicFrame>
        <p:nvGraphicFramePr>
          <p:cNvPr id="35" name="Table 34">
            <a:extLst>
              <a:ext uri="{FF2B5EF4-FFF2-40B4-BE49-F238E27FC236}">
                <a16:creationId xmlns:a16="http://schemas.microsoft.com/office/drawing/2014/main" id="{82A95439-9920-72B1-176A-D8AA3C0F9C3B}"/>
              </a:ext>
            </a:extLst>
          </p:cNvPr>
          <p:cNvGraphicFramePr>
            <a:graphicFrameLocks noGrp="1"/>
          </p:cNvGraphicFramePr>
          <p:nvPr>
            <p:extLst>
              <p:ext uri="{D42A27DB-BD31-4B8C-83A1-F6EECF244321}">
                <p14:modId xmlns:p14="http://schemas.microsoft.com/office/powerpoint/2010/main" val="2749262860"/>
              </p:ext>
            </p:extLst>
          </p:nvPr>
        </p:nvGraphicFramePr>
        <p:xfrm>
          <a:off x="8934018" y="2501900"/>
          <a:ext cx="2848552" cy="1854200"/>
        </p:xfrm>
        <a:graphic>
          <a:graphicData uri="http://schemas.openxmlformats.org/drawingml/2006/table">
            <a:tbl>
              <a:tblPr firstRow="1" bandRow="1">
                <a:tableStyleId>{2D5ABB26-0587-4C30-8999-92F81FD0307C}</a:tableStyleId>
              </a:tblPr>
              <a:tblGrid>
                <a:gridCol w="1742071">
                  <a:extLst>
                    <a:ext uri="{9D8B030D-6E8A-4147-A177-3AD203B41FA5}">
                      <a16:colId xmlns:a16="http://schemas.microsoft.com/office/drawing/2014/main" val="855136719"/>
                    </a:ext>
                  </a:extLst>
                </a:gridCol>
                <a:gridCol w="1106481">
                  <a:extLst>
                    <a:ext uri="{9D8B030D-6E8A-4147-A177-3AD203B41FA5}">
                      <a16:colId xmlns:a16="http://schemas.microsoft.com/office/drawing/2014/main" val="518540082"/>
                    </a:ext>
                  </a:extLst>
                </a:gridCol>
              </a:tblGrid>
              <a:tr h="370840">
                <a:tc>
                  <a:txBody>
                    <a:bodyPr/>
                    <a:lstStyle/>
                    <a:p>
                      <a:r>
                        <a:rPr lang="en-CA" sz="1400" b="1" dirty="0">
                          <a:latin typeface="Segoe UI" panose="020B0502040204020203" pitchFamily="34" charset="0"/>
                          <a:cs typeface="Segoe UI" panose="020B0502040204020203" pitchFamily="34" charset="0"/>
                        </a:rPr>
                        <a:t>Sources</a:t>
                      </a:r>
                    </a:p>
                  </a:txBody>
                  <a:tcPr marL="68700" marR="6870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cell3D prstMaterial="dkEdge">
                      <a:bevel prst="coolSlant"/>
                      <a:lightRig rig="flood" dir="t"/>
                    </a:cell3D>
                  </a:tcPr>
                </a:tc>
                <a:tc>
                  <a:txBody>
                    <a:bodyPr/>
                    <a:lstStyle/>
                    <a:p>
                      <a:r>
                        <a:rPr lang="en-CA" sz="1400" b="1" dirty="0">
                          <a:latin typeface="Segoe UI" panose="020B0502040204020203" pitchFamily="34" charset="0"/>
                          <a:cs typeface="Segoe UI" panose="020B0502040204020203" pitchFamily="34" charset="0"/>
                        </a:rPr>
                        <a:t>Total</a:t>
                      </a:r>
                    </a:p>
                  </a:txBody>
                  <a:tcPr marL="68700" marR="6870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cell3D prstMaterial="dkEdge">
                      <a:bevel prst="coolSlant"/>
                      <a:lightRig rig="flood" dir="t"/>
                    </a:cell3D>
                  </a:tcPr>
                </a:tc>
                <a:extLst>
                  <a:ext uri="{0D108BD9-81ED-4DB2-BD59-A6C34878D82A}">
                    <a16:rowId xmlns:a16="http://schemas.microsoft.com/office/drawing/2014/main" val="3182009452"/>
                  </a:ext>
                </a:extLst>
              </a:tr>
              <a:tr h="370840">
                <a:tc>
                  <a:txBody>
                    <a:bodyPr/>
                    <a:lstStyle/>
                    <a:p>
                      <a:r>
                        <a:rPr lang="en-CA" sz="1200" dirty="0" err="1">
                          <a:latin typeface="Segoe UI" panose="020B0502040204020203" pitchFamily="34" charset="0"/>
                          <a:cs typeface="Segoe UI" panose="020B0502040204020203" pitchFamily="34" charset="0"/>
                        </a:rPr>
                        <a:t>NewsAPI</a:t>
                      </a:r>
                      <a:endParaRPr lang="en-CA" sz="1200" dirty="0">
                        <a:latin typeface="Segoe UI" panose="020B0502040204020203" pitchFamily="34" charset="0"/>
                        <a:cs typeface="Segoe UI" panose="020B0502040204020203" pitchFamily="34" charset="0"/>
                      </a:endParaRPr>
                    </a:p>
                  </a:txBody>
                  <a:tcPr marL="68700" marR="68700">
                    <a:lnL w="12700" cap="flat" cmpd="sng" algn="ctr">
                      <a:solidFill>
                        <a:schemeClr val="tx1"/>
                      </a:solidFill>
                      <a:prstDash val="solid"/>
                      <a:round/>
                      <a:headEnd type="none" w="med" len="med"/>
                      <a:tailEnd type="none" w="med" len="med"/>
                    </a:lnL>
                    <a:cell3D prstMaterial="dkEdge">
                      <a:bevel prst="coolSlant"/>
                      <a:lightRig rig="flood" dir="t"/>
                    </a:cell3D>
                  </a:tcPr>
                </a:tc>
                <a:tc>
                  <a:txBody>
                    <a:bodyPr/>
                    <a:lstStyle/>
                    <a:p>
                      <a:r>
                        <a:rPr lang="en-CA" sz="1200" dirty="0">
                          <a:latin typeface="Segoe UI" panose="020B0502040204020203" pitchFamily="34" charset="0"/>
                          <a:cs typeface="Segoe UI" panose="020B0502040204020203" pitchFamily="34" charset="0"/>
                        </a:rPr>
                        <a:t>840</a:t>
                      </a:r>
                    </a:p>
                  </a:txBody>
                  <a:tcPr marL="68700" marR="68700">
                    <a:lnR w="12700" cap="flat" cmpd="sng" algn="ctr">
                      <a:solidFill>
                        <a:schemeClr val="tx1"/>
                      </a:solidFill>
                      <a:prstDash val="solid"/>
                      <a:round/>
                      <a:headEnd type="none" w="med" len="med"/>
                      <a:tailEnd type="none" w="med" len="med"/>
                    </a:lnR>
                    <a:cell3D prstMaterial="dkEdge">
                      <a:bevel prst="coolSlant"/>
                      <a:lightRig rig="flood" dir="t"/>
                    </a:cell3D>
                  </a:tcPr>
                </a:tc>
                <a:extLst>
                  <a:ext uri="{0D108BD9-81ED-4DB2-BD59-A6C34878D82A}">
                    <a16:rowId xmlns:a16="http://schemas.microsoft.com/office/drawing/2014/main" val="1103434883"/>
                  </a:ext>
                </a:extLst>
              </a:tr>
              <a:tr h="370840">
                <a:tc>
                  <a:txBody>
                    <a:bodyPr/>
                    <a:lstStyle/>
                    <a:p>
                      <a:r>
                        <a:rPr lang="en-CA" sz="1200" dirty="0">
                          <a:latin typeface="Segoe UI" panose="020B0502040204020203" pitchFamily="34" charset="0"/>
                          <a:cs typeface="Segoe UI" panose="020B0502040204020203" pitchFamily="34" charset="0"/>
                        </a:rPr>
                        <a:t>Google RSS</a:t>
                      </a:r>
                    </a:p>
                  </a:txBody>
                  <a:tcPr marL="68700" marR="68700">
                    <a:lnL w="12700" cap="flat" cmpd="sng" algn="ctr">
                      <a:solidFill>
                        <a:schemeClr val="tx1"/>
                      </a:solidFill>
                      <a:prstDash val="solid"/>
                      <a:round/>
                      <a:headEnd type="none" w="med" len="med"/>
                      <a:tailEnd type="none" w="med" len="med"/>
                    </a:lnL>
                    <a:cell3D prstMaterial="dkEdge">
                      <a:bevel prst="coolSlant"/>
                      <a:lightRig rig="flood" dir="t"/>
                    </a:cell3D>
                    <a:gradFill flip="none" rotWithShape="1">
                      <a:gsLst>
                        <a:gs pos="0">
                          <a:srgbClr val="FF5050">
                            <a:tint val="66000"/>
                            <a:satMod val="160000"/>
                          </a:srgbClr>
                        </a:gs>
                        <a:gs pos="50000">
                          <a:srgbClr val="FF5050">
                            <a:tint val="44500"/>
                            <a:satMod val="160000"/>
                          </a:srgbClr>
                        </a:gs>
                        <a:gs pos="100000">
                          <a:srgbClr val="FF5050">
                            <a:tint val="23500"/>
                            <a:satMod val="160000"/>
                          </a:srgbClr>
                        </a:gs>
                      </a:gsLst>
                      <a:path path="circle">
                        <a:fillToRect l="100000" b="100000"/>
                      </a:path>
                      <a:tileRect t="-100000" r="-100000"/>
                    </a:gradFill>
                  </a:tcPr>
                </a:tc>
                <a:tc>
                  <a:txBody>
                    <a:bodyPr/>
                    <a:lstStyle/>
                    <a:p>
                      <a:r>
                        <a:rPr lang="en-CA" sz="1200" dirty="0">
                          <a:latin typeface="Segoe UI" panose="020B0502040204020203" pitchFamily="34" charset="0"/>
                          <a:cs typeface="Segoe UI" panose="020B0502040204020203" pitchFamily="34" charset="0"/>
                        </a:rPr>
                        <a:t>4454</a:t>
                      </a:r>
                    </a:p>
                  </a:txBody>
                  <a:tcPr marL="68700" marR="68700">
                    <a:lnR w="12700" cap="flat" cmpd="sng" algn="ctr">
                      <a:solidFill>
                        <a:schemeClr val="tx1"/>
                      </a:solidFill>
                      <a:prstDash val="solid"/>
                      <a:round/>
                      <a:headEnd type="none" w="med" len="med"/>
                      <a:tailEnd type="none" w="med" len="med"/>
                    </a:lnR>
                    <a:cell3D prstMaterial="dkEdge">
                      <a:bevel prst="coolSlant"/>
                      <a:lightRig rig="flood" dir="t"/>
                    </a:cell3D>
                    <a:gradFill flip="none" rotWithShape="1">
                      <a:gsLst>
                        <a:gs pos="0">
                          <a:srgbClr val="FF5050">
                            <a:tint val="66000"/>
                            <a:satMod val="160000"/>
                          </a:srgbClr>
                        </a:gs>
                        <a:gs pos="50000">
                          <a:srgbClr val="FF5050">
                            <a:tint val="44500"/>
                            <a:satMod val="160000"/>
                          </a:srgbClr>
                        </a:gs>
                        <a:gs pos="100000">
                          <a:srgbClr val="FF5050">
                            <a:tint val="23500"/>
                            <a:satMod val="160000"/>
                          </a:srgbClr>
                        </a:gs>
                      </a:gsLst>
                      <a:path path="circle">
                        <a:fillToRect l="100000" b="100000"/>
                      </a:path>
                      <a:tileRect t="-100000" r="-100000"/>
                    </a:gradFill>
                  </a:tcPr>
                </a:tc>
                <a:extLst>
                  <a:ext uri="{0D108BD9-81ED-4DB2-BD59-A6C34878D82A}">
                    <a16:rowId xmlns:a16="http://schemas.microsoft.com/office/drawing/2014/main" val="4181245205"/>
                  </a:ext>
                </a:extLst>
              </a:tr>
              <a:tr h="370840">
                <a:tc>
                  <a:txBody>
                    <a:bodyPr/>
                    <a:lstStyle/>
                    <a:p>
                      <a:r>
                        <a:rPr lang="en-CA" sz="1200" dirty="0">
                          <a:latin typeface="Segoe UI" panose="020B0502040204020203" pitchFamily="34" charset="0"/>
                          <a:cs typeface="Segoe UI" panose="020B0502040204020203" pitchFamily="34" charset="0"/>
                        </a:rPr>
                        <a:t>Google Custom</a:t>
                      </a:r>
                    </a:p>
                  </a:txBody>
                  <a:tcPr marL="68700" marR="68700">
                    <a:lnL w="12700" cap="flat" cmpd="sng" algn="ctr">
                      <a:solidFill>
                        <a:schemeClr val="tx1"/>
                      </a:solidFill>
                      <a:prstDash val="solid"/>
                      <a:round/>
                      <a:headEnd type="none" w="med" len="med"/>
                      <a:tailEnd type="none" w="med" len="med"/>
                    </a:lnL>
                    <a:cell3D prstMaterial="dkEdge">
                      <a:bevel prst="coolSlant"/>
                      <a:lightRig rig="flood" dir="t"/>
                    </a:cell3D>
                    <a:gradFill flip="none" rotWithShape="1">
                      <a:gsLst>
                        <a:gs pos="0">
                          <a:srgbClr val="FF5050">
                            <a:tint val="66000"/>
                            <a:satMod val="160000"/>
                          </a:srgbClr>
                        </a:gs>
                        <a:gs pos="50000">
                          <a:srgbClr val="FF5050">
                            <a:tint val="44500"/>
                            <a:satMod val="160000"/>
                          </a:srgbClr>
                        </a:gs>
                        <a:gs pos="100000">
                          <a:srgbClr val="FF5050">
                            <a:tint val="23500"/>
                            <a:satMod val="160000"/>
                          </a:srgbClr>
                        </a:gs>
                      </a:gsLst>
                      <a:path path="circle">
                        <a:fillToRect l="100000" b="100000"/>
                      </a:path>
                      <a:tileRect t="-100000" r="-100000"/>
                    </a:gradFill>
                  </a:tcPr>
                </a:tc>
                <a:tc>
                  <a:txBody>
                    <a:bodyPr/>
                    <a:lstStyle/>
                    <a:p>
                      <a:r>
                        <a:rPr lang="en-CA" sz="1200" dirty="0">
                          <a:latin typeface="Segoe UI" panose="020B0502040204020203" pitchFamily="34" charset="0"/>
                          <a:cs typeface="Segoe UI" panose="020B0502040204020203" pitchFamily="34" charset="0"/>
                        </a:rPr>
                        <a:t>1039</a:t>
                      </a:r>
                    </a:p>
                  </a:txBody>
                  <a:tcPr marL="68700" marR="68700">
                    <a:lnR w="12700" cap="flat" cmpd="sng" algn="ctr">
                      <a:solidFill>
                        <a:schemeClr val="tx1"/>
                      </a:solidFill>
                      <a:prstDash val="solid"/>
                      <a:round/>
                      <a:headEnd type="none" w="med" len="med"/>
                      <a:tailEnd type="none" w="med" len="med"/>
                    </a:lnR>
                    <a:cell3D prstMaterial="dkEdge">
                      <a:bevel prst="coolSlant"/>
                      <a:lightRig rig="flood" dir="t"/>
                    </a:cell3D>
                    <a:gradFill flip="none" rotWithShape="1">
                      <a:gsLst>
                        <a:gs pos="0">
                          <a:srgbClr val="FF5050">
                            <a:tint val="66000"/>
                            <a:satMod val="160000"/>
                          </a:srgbClr>
                        </a:gs>
                        <a:gs pos="50000">
                          <a:srgbClr val="FF5050">
                            <a:tint val="44500"/>
                            <a:satMod val="160000"/>
                          </a:srgbClr>
                        </a:gs>
                        <a:gs pos="100000">
                          <a:srgbClr val="FF5050">
                            <a:tint val="23500"/>
                            <a:satMod val="160000"/>
                          </a:srgbClr>
                        </a:gs>
                      </a:gsLst>
                      <a:path path="circle">
                        <a:fillToRect l="100000" b="100000"/>
                      </a:path>
                      <a:tileRect t="-100000" r="-100000"/>
                    </a:gradFill>
                  </a:tcPr>
                </a:tc>
                <a:extLst>
                  <a:ext uri="{0D108BD9-81ED-4DB2-BD59-A6C34878D82A}">
                    <a16:rowId xmlns:a16="http://schemas.microsoft.com/office/drawing/2014/main" val="783815110"/>
                  </a:ext>
                </a:extLst>
              </a:tr>
              <a:tr h="370840">
                <a:tc>
                  <a:txBody>
                    <a:bodyPr/>
                    <a:lstStyle/>
                    <a:p>
                      <a:r>
                        <a:rPr lang="en-CA" sz="1200" dirty="0">
                          <a:latin typeface="Segoe UI" panose="020B0502040204020203" pitchFamily="34" charset="0"/>
                          <a:cs typeface="Segoe UI" panose="020B0502040204020203" pitchFamily="34" charset="0"/>
                        </a:rPr>
                        <a:t>Yahoo Finance</a:t>
                      </a:r>
                    </a:p>
                  </a:txBody>
                  <a:tcPr marL="68700" marR="68700">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cell3D prstMaterial="dkEdge">
                      <a:bevel prst="coolSlant"/>
                      <a:lightRig rig="flood" dir="t"/>
                    </a:cell3D>
                  </a:tcPr>
                </a:tc>
                <a:tc>
                  <a:txBody>
                    <a:bodyPr/>
                    <a:lstStyle/>
                    <a:p>
                      <a:r>
                        <a:rPr lang="en-CA" sz="1200" dirty="0">
                          <a:latin typeface="Segoe UI" panose="020B0502040204020203" pitchFamily="34" charset="0"/>
                          <a:cs typeface="Segoe UI" panose="020B0502040204020203" pitchFamily="34" charset="0"/>
                        </a:rPr>
                        <a:t>10</a:t>
                      </a:r>
                    </a:p>
                  </a:txBody>
                  <a:tcPr marL="68700" marR="68700">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cell3D prstMaterial="dkEdge">
                      <a:bevel prst="coolSlant"/>
                      <a:lightRig rig="flood" dir="t"/>
                    </a:cell3D>
                  </a:tcPr>
                </a:tc>
                <a:extLst>
                  <a:ext uri="{0D108BD9-81ED-4DB2-BD59-A6C34878D82A}">
                    <a16:rowId xmlns:a16="http://schemas.microsoft.com/office/drawing/2014/main" val="1868436875"/>
                  </a:ext>
                </a:extLst>
              </a:tr>
            </a:tbl>
          </a:graphicData>
        </a:graphic>
      </p:graphicFrame>
      <p:sp>
        <p:nvSpPr>
          <p:cNvPr id="36" name="TextBox 35">
            <a:extLst>
              <a:ext uri="{FF2B5EF4-FFF2-40B4-BE49-F238E27FC236}">
                <a16:creationId xmlns:a16="http://schemas.microsoft.com/office/drawing/2014/main" id="{8C30C907-E0BE-3CE1-FECB-8504EDED574C}"/>
              </a:ext>
            </a:extLst>
          </p:cNvPr>
          <p:cNvSpPr txBox="1"/>
          <p:nvPr/>
        </p:nvSpPr>
        <p:spPr>
          <a:xfrm>
            <a:off x="4068496" y="6548052"/>
            <a:ext cx="8123504" cy="307777"/>
          </a:xfrm>
          <a:prstGeom prst="rect">
            <a:avLst/>
          </a:prstGeom>
          <a:solidFill>
            <a:schemeClr val="bg1"/>
          </a:solidFill>
        </p:spPr>
        <p:txBody>
          <a:bodyPr wrap="square" rtlCol="0">
            <a:spAutoFit/>
          </a:bodyPr>
          <a:lstStyle/>
          <a:p>
            <a:r>
              <a:rPr lang="en-CA" sz="700" b="1" i="1" dirty="0">
                <a:latin typeface="Segoe UI" panose="020B0502040204020203" pitchFamily="34" charset="0"/>
                <a:cs typeface="Segoe UI" panose="020B0502040204020203" pitchFamily="34" charset="0"/>
              </a:rPr>
              <a:t>Sources: Yahoo Finance (</a:t>
            </a:r>
            <a:r>
              <a:rPr lang="en-CA" sz="700" b="1" i="1" dirty="0" err="1">
                <a:latin typeface="Segoe UI" panose="020B0502040204020203" pitchFamily="34" charset="0"/>
                <a:cs typeface="Segoe UI" panose="020B0502040204020203" pitchFamily="34" charset="0"/>
              </a:rPr>
              <a:t>yfinance</a:t>
            </a:r>
            <a:r>
              <a:rPr lang="en-CA" sz="700" b="1" i="1" dirty="0">
                <a:latin typeface="Segoe UI" panose="020B0502040204020203" pitchFamily="34" charset="0"/>
                <a:cs typeface="Segoe UI" panose="020B0502040204020203" pitchFamily="34" charset="0"/>
              </a:rPr>
              <a:t>), FMP API, Google News RSS, Google Custom Search (BS4), NewsAPI.org, Yahoo Finance News (</a:t>
            </a:r>
            <a:r>
              <a:rPr lang="en-CA" sz="700" b="1" i="1" dirty="0" err="1">
                <a:latin typeface="Segoe UI" panose="020B0502040204020203" pitchFamily="34" charset="0"/>
                <a:cs typeface="Segoe UI" panose="020B0502040204020203" pitchFamily="34" charset="0"/>
              </a:rPr>
              <a:t>yfinance</a:t>
            </a:r>
            <a:r>
              <a:rPr lang="en-CA" sz="700" b="1" i="1" dirty="0">
                <a:latin typeface="Segoe UI" panose="020B0502040204020203" pitchFamily="34" charset="0"/>
                <a:cs typeface="Segoe UI" panose="020B0502040204020203" pitchFamily="34" charset="0"/>
              </a:rPr>
              <a:t>) | Code: industry_analysis.py, top_3_companiesofsectors.py, 4.A_D_AppleNews_GoogleRSS.py, 4.B_AppleNews_Scrape_NewsAPI.py, 4.C_AppleNews_Scrape_Yfinance.py, 5.D_News_MergeNClean_extracted_files.py_</a:t>
            </a:r>
          </a:p>
        </p:txBody>
      </p:sp>
      <p:sp>
        <p:nvSpPr>
          <p:cNvPr id="37" name="Arrow: Right 36">
            <a:extLst>
              <a:ext uri="{FF2B5EF4-FFF2-40B4-BE49-F238E27FC236}">
                <a16:creationId xmlns:a16="http://schemas.microsoft.com/office/drawing/2014/main" id="{E103CFB1-9D82-B224-6BC2-420EEF813B5D}"/>
              </a:ext>
            </a:extLst>
          </p:cNvPr>
          <p:cNvSpPr/>
          <p:nvPr/>
        </p:nvSpPr>
        <p:spPr>
          <a:xfrm>
            <a:off x="233916" y="4742121"/>
            <a:ext cx="1333500" cy="48039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Stock Data</a:t>
            </a:r>
          </a:p>
        </p:txBody>
      </p:sp>
      <p:sp>
        <p:nvSpPr>
          <p:cNvPr id="38" name="Arrow: Right 37">
            <a:extLst>
              <a:ext uri="{FF2B5EF4-FFF2-40B4-BE49-F238E27FC236}">
                <a16:creationId xmlns:a16="http://schemas.microsoft.com/office/drawing/2014/main" id="{812BAF1F-ADAC-EA88-9886-41B1AB2939E5}"/>
              </a:ext>
            </a:extLst>
          </p:cNvPr>
          <p:cNvSpPr/>
          <p:nvPr/>
        </p:nvSpPr>
        <p:spPr>
          <a:xfrm>
            <a:off x="233916" y="4046000"/>
            <a:ext cx="1333500" cy="480399"/>
          </a:xfrm>
          <a:prstGeom prst="rightArrow">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62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solidFill>
                  <a:schemeClr val="tx1"/>
                </a:solidFill>
              </a:rPr>
              <a:t>News Data</a:t>
            </a:r>
          </a:p>
        </p:txBody>
      </p:sp>
    </p:spTree>
    <p:extLst>
      <p:ext uri="{BB962C8B-B14F-4D97-AF65-F5344CB8AC3E}">
        <p14:creationId xmlns:p14="http://schemas.microsoft.com/office/powerpoint/2010/main" val="405531183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42" presetClass="path" presetSubtype="0" accel="50000" decel="50000" fill="hold" grpId="0" nodeType="withEffect">
                                  <p:stCondLst>
                                    <p:cond delay="0"/>
                                  </p:stCondLst>
                                  <p:childTnLst>
                                    <p:animMotion origin="layout" path="M -0.01003 0.18866 L -0.00807 0.4206 " pathEditMode="fixed" rAng="0" ptsTypes="AA">
                                      <p:cBhvr>
                                        <p:cTn id="14" dur="100" fill="hold"/>
                                        <p:tgtEl>
                                          <p:spTgt spid="5"/>
                                        </p:tgtEl>
                                        <p:attrNameLst>
                                          <p:attrName>ppt_x</p:attrName>
                                          <p:attrName>ppt_y</p:attrName>
                                        </p:attrNameLst>
                                      </p:cBhvr>
                                      <p:rCtr x="91" y="11597"/>
                                    </p:animMotion>
                                  </p:childTnLst>
                                </p:cTn>
                              </p:par>
                            </p:childTnLst>
                          </p:cTn>
                        </p:par>
                        <p:par>
                          <p:cTn id="15" fill="hold">
                            <p:stCondLst>
                              <p:cond delay="100"/>
                            </p:stCondLst>
                            <p:childTnLst>
                              <p:par>
                                <p:cTn id="16" presetID="1" presetClass="entr" presetSubtype="0" fill="hold" grpId="1" nodeType="afterEffect">
                                  <p:stCondLst>
                                    <p:cond delay="0"/>
                                  </p:stCondLst>
                                  <p:childTnLst>
                                    <p:set>
                                      <p:cBhvr>
                                        <p:cTn id="17" dur="1" fill="hold">
                                          <p:stCondLst>
                                            <p:cond delay="0"/>
                                          </p:stCondLst>
                                        </p:cTn>
                                        <p:tgtEl>
                                          <p:spTgt spid="14"/>
                                        </p:tgtEl>
                                        <p:attrNameLst>
                                          <p:attrName>style.visibility</p:attrName>
                                        </p:attrNameLst>
                                      </p:cBhvr>
                                      <p:to>
                                        <p:strVal val="visible"/>
                                      </p:to>
                                    </p:set>
                                  </p:childTnLst>
                                </p:cTn>
                              </p:par>
                              <p:par>
                                <p:cTn id="18" presetID="42" presetClass="path" presetSubtype="0" accel="50000" decel="50000" fill="hold" grpId="0" nodeType="withEffect">
                                  <p:stCondLst>
                                    <p:cond delay="0"/>
                                  </p:stCondLst>
                                  <p:childTnLst>
                                    <p:animMotion origin="layout" path="M 0.01992 0.2301 L 0.01992 0.4801 " pathEditMode="fixed" rAng="0" ptsTypes="AA">
                                      <p:cBhvr>
                                        <p:cTn id="19" dur="100" fill="hold"/>
                                        <p:tgtEl>
                                          <p:spTgt spid="14"/>
                                        </p:tgtEl>
                                        <p:attrNameLst>
                                          <p:attrName>ppt_x</p:attrName>
                                          <p:attrName>ppt_y</p:attrName>
                                        </p:attrNameLst>
                                      </p:cBhvr>
                                      <p:rCtr x="0" y="12500"/>
                                    </p:animMotion>
                                  </p:childTnLst>
                                </p:cTn>
                              </p:par>
                              <p:par>
                                <p:cTn id="20" presetID="1" presetClass="entr" presetSubtype="0" fill="hold" grpId="0" nodeType="withEffect">
                                  <p:stCondLst>
                                    <p:cond delay="0"/>
                                  </p:stCondLst>
                                  <p:childTnLst>
                                    <p:set>
                                      <p:cBhvr>
                                        <p:cTn id="21" dur="1" fill="hold">
                                          <p:stCondLst>
                                            <p:cond delay="0"/>
                                          </p:stCondLst>
                                        </p:cTn>
                                        <p:tgtEl>
                                          <p:spTgt spid="38"/>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32"/>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5124"/>
                                        </p:tgtEl>
                                        <p:attrNameLst>
                                          <p:attrName>style.visibility</p:attrName>
                                        </p:attrNameLst>
                                      </p:cBhvr>
                                      <p:to>
                                        <p:strVal val="visible"/>
                                      </p:to>
                                    </p:set>
                                  </p:childTnLst>
                                </p:cTn>
                              </p:par>
                            </p:childTnLst>
                          </p:cTn>
                        </p:par>
                        <p:par>
                          <p:cTn id="26" fill="hold">
                            <p:stCondLst>
                              <p:cond delay="200"/>
                            </p:stCondLst>
                            <p:childTnLst>
                              <p:par>
                                <p:cTn id="27" presetID="1" presetClass="entr" presetSubtype="0" fill="hold" grpId="1" nodeType="after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42" presetClass="path" presetSubtype="0" accel="50000" decel="50000" fill="hold" grpId="0" nodeType="withEffect">
                                  <p:stCondLst>
                                    <p:cond delay="0"/>
                                  </p:stCondLst>
                                  <p:childTnLst>
                                    <p:animMotion origin="layout" path="M 0.00235 0.23796 L 0.00235 0.48796 " pathEditMode="fixed" rAng="0" ptsTypes="AA">
                                      <p:cBhvr>
                                        <p:cTn id="30" dur="100" fill="hold"/>
                                        <p:tgtEl>
                                          <p:spTgt spid="8"/>
                                        </p:tgtEl>
                                        <p:attrNameLst>
                                          <p:attrName>ppt_x</p:attrName>
                                          <p:attrName>ppt_y</p:attrName>
                                        </p:attrNameLst>
                                      </p:cBhvr>
                                      <p:rCtr x="0" y="12500"/>
                                    </p:animMotion>
                                  </p:childTnLst>
                                </p:cTn>
                              </p:par>
                            </p:childTnLst>
                          </p:cTn>
                        </p:par>
                        <p:par>
                          <p:cTn id="31" fill="hold">
                            <p:stCondLst>
                              <p:cond delay="300"/>
                            </p:stCondLst>
                            <p:childTnLst>
                              <p:par>
                                <p:cTn id="32" presetID="1" presetClass="entr" presetSubtype="0" fill="hold" grpId="1" nodeType="afterEffect">
                                  <p:stCondLst>
                                    <p:cond delay="0"/>
                                  </p:stCondLst>
                                  <p:childTnLst>
                                    <p:set>
                                      <p:cBhvr>
                                        <p:cTn id="33" dur="1" fill="hold">
                                          <p:stCondLst>
                                            <p:cond delay="0"/>
                                          </p:stCondLst>
                                        </p:cTn>
                                        <p:tgtEl>
                                          <p:spTgt spid="10"/>
                                        </p:tgtEl>
                                        <p:attrNameLst>
                                          <p:attrName>style.visibility</p:attrName>
                                        </p:attrNameLst>
                                      </p:cBhvr>
                                      <p:to>
                                        <p:strVal val="visible"/>
                                      </p:to>
                                    </p:set>
                                  </p:childTnLst>
                                </p:cTn>
                              </p:par>
                              <p:par>
                                <p:cTn id="34" presetID="42" presetClass="path" presetSubtype="0" accel="50000" decel="50000" fill="hold" grpId="0" nodeType="withEffect">
                                  <p:stCondLst>
                                    <p:cond delay="0"/>
                                  </p:stCondLst>
                                  <p:childTnLst>
                                    <p:animMotion origin="layout" path="M -0.00078 0.20092 L -0.00078 0.45092 " pathEditMode="fixed" rAng="0" ptsTypes="AA">
                                      <p:cBhvr>
                                        <p:cTn id="35" dur="100" fill="hold"/>
                                        <p:tgtEl>
                                          <p:spTgt spid="10"/>
                                        </p:tgtEl>
                                        <p:attrNameLst>
                                          <p:attrName>ppt_x</p:attrName>
                                          <p:attrName>ppt_y</p:attrName>
                                        </p:attrNameLst>
                                      </p:cBhvr>
                                      <p:rCtr x="0" y="12500"/>
                                    </p:animMotion>
                                  </p:childTnLst>
                                </p:cTn>
                              </p:par>
                            </p:childTnLst>
                          </p:cTn>
                        </p:par>
                        <p:par>
                          <p:cTn id="36" fill="hold">
                            <p:stCondLst>
                              <p:cond delay="400"/>
                            </p:stCondLst>
                            <p:childTnLst>
                              <p:par>
                                <p:cTn id="37" presetID="1" presetClass="entr" presetSubtype="0" fill="hold" grpId="1" nodeType="afterEffect">
                                  <p:stCondLst>
                                    <p:cond delay="0"/>
                                  </p:stCondLst>
                                  <p:childTnLst>
                                    <p:set>
                                      <p:cBhvr>
                                        <p:cTn id="38" dur="1" fill="hold">
                                          <p:stCondLst>
                                            <p:cond delay="0"/>
                                          </p:stCondLst>
                                        </p:cTn>
                                        <p:tgtEl>
                                          <p:spTgt spid="6"/>
                                        </p:tgtEl>
                                        <p:attrNameLst>
                                          <p:attrName>style.visibility</p:attrName>
                                        </p:attrNameLst>
                                      </p:cBhvr>
                                      <p:to>
                                        <p:strVal val="visible"/>
                                      </p:to>
                                    </p:set>
                                  </p:childTnLst>
                                </p:cTn>
                              </p:par>
                              <p:par>
                                <p:cTn id="39" presetID="42" presetClass="path" presetSubtype="0" accel="50000" decel="50000" fill="hold" grpId="0" nodeType="withEffect">
                                  <p:stCondLst>
                                    <p:cond delay="0"/>
                                  </p:stCondLst>
                                  <p:childTnLst>
                                    <p:animMotion origin="layout" path="M -0.03659 0.17662 L -0.03659 0.42662 " pathEditMode="fixed" rAng="0" ptsTypes="AA">
                                      <p:cBhvr>
                                        <p:cTn id="40" dur="100" fill="hold"/>
                                        <p:tgtEl>
                                          <p:spTgt spid="6"/>
                                        </p:tgtEl>
                                        <p:attrNameLst>
                                          <p:attrName>ppt_x</p:attrName>
                                          <p:attrName>ppt_y</p:attrName>
                                        </p:attrNameLst>
                                      </p:cBhvr>
                                      <p:rCtr x="0" y="12500"/>
                                    </p:animMotion>
                                  </p:childTnLst>
                                </p:cTn>
                              </p:par>
                            </p:childTnLst>
                          </p:cTn>
                        </p:par>
                        <p:par>
                          <p:cTn id="41" fill="hold">
                            <p:stCondLst>
                              <p:cond delay="500"/>
                            </p:stCondLst>
                            <p:childTnLst>
                              <p:par>
                                <p:cTn id="42" presetID="1" presetClass="entr" presetSubtype="0" fill="hold" grpId="1" nodeType="afterEffect">
                                  <p:stCondLst>
                                    <p:cond delay="0"/>
                                  </p:stCondLst>
                                  <p:childTnLst>
                                    <p:set>
                                      <p:cBhvr>
                                        <p:cTn id="43" dur="1" fill="hold">
                                          <p:stCondLst>
                                            <p:cond delay="0"/>
                                          </p:stCondLst>
                                        </p:cTn>
                                        <p:tgtEl>
                                          <p:spTgt spid="9"/>
                                        </p:tgtEl>
                                        <p:attrNameLst>
                                          <p:attrName>style.visibility</p:attrName>
                                        </p:attrNameLst>
                                      </p:cBhvr>
                                      <p:to>
                                        <p:strVal val="visible"/>
                                      </p:to>
                                    </p:set>
                                  </p:childTnLst>
                                </p:cTn>
                              </p:par>
                              <p:par>
                                <p:cTn id="44" presetID="42" presetClass="path" presetSubtype="0" accel="50000" decel="50000" fill="hold" grpId="0" nodeType="withEffect">
                                  <p:stCondLst>
                                    <p:cond delay="0"/>
                                  </p:stCondLst>
                                  <p:childTnLst>
                                    <p:animMotion origin="layout" path="M -0.04961 0.18819 L -0.04792 0.43032 " pathEditMode="fixed" rAng="0" ptsTypes="AA">
                                      <p:cBhvr>
                                        <p:cTn id="45" dur="100" fill="hold"/>
                                        <p:tgtEl>
                                          <p:spTgt spid="9"/>
                                        </p:tgtEl>
                                        <p:attrNameLst>
                                          <p:attrName>ppt_x</p:attrName>
                                          <p:attrName>ppt_y</p:attrName>
                                        </p:attrNameLst>
                                      </p:cBhvr>
                                      <p:rCtr x="78" y="12106"/>
                                    </p:animMotion>
                                  </p:childTnLst>
                                </p:cTn>
                              </p:par>
                            </p:childTnLst>
                          </p:cTn>
                        </p:par>
                        <p:par>
                          <p:cTn id="46" fill="hold">
                            <p:stCondLst>
                              <p:cond delay="600"/>
                            </p:stCondLst>
                            <p:childTnLst>
                              <p:par>
                                <p:cTn id="47" presetID="1" presetClass="entr" presetSubtype="0" fill="hold" grpId="1" nodeType="after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par>
                                <p:cTn id="49" presetID="42" presetClass="path" presetSubtype="0" accel="50000" decel="50000" fill="hold" grpId="0" nodeType="withEffect">
                                  <p:stCondLst>
                                    <p:cond delay="0"/>
                                  </p:stCondLst>
                                  <p:childTnLst>
                                    <p:animMotion origin="layout" path="M -0.05078 0.18959 L -0.05078 0.42755 " pathEditMode="fixed" rAng="0" ptsTypes="AA">
                                      <p:cBhvr>
                                        <p:cTn id="50" dur="100" fill="hold"/>
                                        <p:tgtEl>
                                          <p:spTgt spid="11"/>
                                        </p:tgtEl>
                                        <p:attrNameLst>
                                          <p:attrName>ppt_x</p:attrName>
                                          <p:attrName>ppt_y</p:attrName>
                                        </p:attrNameLst>
                                      </p:cBhvr>
                                      <p:rCtr x="0" y="11898"/>
                                    </p:animMotion>
                                  </p:childTnLst>
                                </p:cTn>
                              </p:par>
                            </p:childTnLst>
                          </p:cTn>
                        </p:par>
                        <p:par>
                          <p:cTn id="51" fill="hold">
                            <p:stCondLst>
                              <p:cond delay="700"/>
                            </p:stCondLst>
                            <p:childTnLst>
                              <p:par>
                                <p:cTn id="52" presetID="1" presetClass="entr" presetSubtype="0" fill="hold" grpId="1" nodeType="afterEffect">
                                  <p:stCondLst>
                                    <p:cond delay="0"/>
                                  </p:stCondLst>
                                  <p:childTnLst>
                                    <p:set>
                                      <p:cBhvr>
                                        <p:cTn id="53" dur="1" fill="hold">
                                          <p:stCondLst>
                                            <p:cond delay="0"/>
                                          </p:stCondLst>
                                        </p:cTn>
                                        <p:tgtEl>
                                          <p:spTgt spid="12"/>
                                        </p:tgtEl>
                                        <p:attrNameLst>
                                          <p:attrName>style.visibility</p:attrName>
                                        </p:attrNameLst>
                                      </p:cBhvr>
                                      <p:to>
                                        <p:strVal val="visible"/>
                                      </p:to>
                                    </p:set>
                                  </p:childTnLst>
                                </p:cTn>
                              </p:par>
                              <p:par>
                                <p:cTn id="54" presetID="42" presetClass="path" presetSubtype="0" accel="50000" decel="50000" fill="hold" grpId="0" nodeType="withEffect">
                                  <p:stCondLst>
                                    <p:cond delay="0"/>
                                  </p:stCondLst>
                                  <p:childTnLst>
                                    <p:animMotion origin="layout" path="M -0.02331 0.22246 L -0.02331 0.47246 " pathEditMode="fixed" rAng="0" ptsTypes="AA">
                                      <p:cBhvr>
                                        <p:cTn id="55" dur="100" fill="hold"/>
                                        <p:tgtEl>
                                          <p:spTgt spid="12"/>
                                        </p:tgtEl>
                                        <p:attrNameLst>
                                          <p:attrName>ppt_x</p:attrName>
                                          <p:attrName>ppt_y</p:attrName>
                                        </p:attrNameLst>
                                      </p:cBhvr>
                                      <p:rCtr x="0" y="12500"/>
                                    </p:animMotion>
                                  </p:childTnLst>
                                </p:cTn>
                              </p:par>
                            </p:childTnLst>
                          </p:cTn>
                        </p:par>
                        <p:par>
                          <p:cTn id="56" fill="hold">
                            <p:stCondLst>
                              <p:cond delay="800"/>
                            </p:stCondLst>
                            <p:childTnLst>
                              <p:par>
                                <p:cTn id="57" presetID="1" presetClass="entr" presetSubtype="0" fill="hold" grpId="1" nodeType="afterEffect">
                                  <p:stCondLst>
                                    <p:cond delay="0"/>
                                  </p:stCondLst>
                                  <p:childTnLst>
                                    <p:set>
                                      <p:cBhvr>
                                        <p:cTn id="58" dur="1" fill="hold">
                                          <p:stCondLst>
                                            <p:cond delay="0"/>
                                          </p:stCondLst>
                                        </p:cTn>
                                        <p:tgtEl>
                                          <p:spTgt spid="13"/>
                                        </p:tgtEl>
                                        <p:attrNameLst>
                                          <p:attrName>style.visibility</p:attrName>
                                        </p:attrNameLst>
                                      </p:cBhvr>
                                      <p:to>
                                        <p:strVal val="visible"/>
                                      </p:to>
                                    </p:set>
                                  </p:childTnLst>
                                </p:cTn>
                              </p:par>
                              <p:par>
                                <p:cTn id="59" presetID="42" presetClass="path" presetSubtype="0" accel="50000" decel="50000" fill="hold" grpId="0" nodeType="withEffect">
                                  <p:stCondLst>
                                    <p:cond delay="0"/>
                                  </p:stCondLst>
                                  <p:childTnLst>
                                    <p:animMotion origin="layout" path="M 0.0151 0.23588 L 0.0151 0.48588 " pathEditMode="fixed" rAng="0" ptsTypes="AA">
                                      <p:cBhvr>
                                        <p:cTn id="60" dur="100" fill="hold"/>
                                        <p:tgtEl>
                                          <p:spTgt spid="13"/>
                                        </p:tgtEl>
                                        <p:attrNameLst>
                                          <p:attrName>ppt_x</p:attrName>
                                          <p:attrName>ppt_y</p:attrName>
                                        </p:attrNameLst>
                                      </p:cBhvr>
                                      <p:rCtr x="0" y="12500"/>
                                    </p:animMotion>
                                  </p:childTnLst>
                                </p:cTn>
                              </p:par>
                            </p:childTnLst>
                          </p:cTn>
                        </p:par>
                        <p:par>
                          <p:cTn id="61" fill="hold">
                            <p:stCondLst>
                              <p:cond delay="900"/>
                            </p:stCondLst>
                            <p:childTnLst>
                              <p:par>
                                <p:cTn id="62" presetID="1" presetClass="entr" presetSubtype="0" fill="hold" grpId="1" nodeType="afterEffect">
                                  <p:stCondLst>
                                    <p:cond delay="0"/>
                                  </p:stCondLst>
                                  <p:childTnLst>
                                    <p:set>
                                      <p:cBhvr>
                                        <p:cTn id="63" dur="1" fill="hold">
                                          <p:stCondLst>
                                            <p:cond delay="0"/>
                                          </p:stCondLst>
                                        </p:cTn>
                                        <p:tgtEl>
                                          <p:spTgt spid="30"/>
                                        </p:tgtEl>
                                        <p:attrNameLst>
                                          <p:attrName>style.visibility</p:attrName>
                                        </p:attrNameLst>
                                      </p:cBhvr>
                                      <p:to>
                                        <p:strVal val="visible"/>
                                      </p:to>
                                    </p:set>
                                  </p:childTnLst>
                                </p:cTn>
                              </p:par>
                              <p:par>
                                <p:cTn id="64" presetID="42" presetClass="path" presetSubtype="0" accel="50000" decel="50000" fill="hold" grpId="0" nodeType="withEffect">
                                  <p:stCondLst>
                                    <p:cond delay="0"/>
                                  </p:stCondLst>
                                  <p:childTnLst>
                                    <p:animMotion origin="layout" path="M 0.01966 0.19676 L 0.01172 0.42824 " pathEditMode="fixed" rAng="0" ptsTypes="AA">
                                      <p:cBhvr>
                                        <p:cTn id="65" dur="100" fill="hold"/>
                                        <p:tgtEl>
                                          <p:spTgt spid="30"/>
                                        </p:tgtEl>
                                        <p:attrNameLst>
                                          <p:attrName>ppt_x</p:attrName>
                                          <p:attrName>ppt_y</p:attrName>
                                        </p:attrNameLst>
                                      </p:cBhvr>
                                      <p:rCtr x="-404" y="11574"/>
                                    </p:animMotion>
                                  </p:childTnLst>
                                </p:cTn>
                              </p:par>
                            </p:childTnLst>
                          </p:cTn>
                        </p:par>
                        <p:par>
                          <p:cTn id="66" fill="hold">
                            <p:stCondLst>
                              <p:cond delay="1000"/>
                            </p:stCondLst>
                            <p:childTnLst>
                              <p:par>
                                <p:cTn id="67" presetID="1" presetClass="entr" presetSubtype="0" fill="hold" grpId="1" nodeType="afterEffect">
                                  <p:stCondLst>
                                    <p:cond delay="0"/>
                                  </p:stCondLst>
                                  <p:childTnLst>
                                    <p:set>
                                      <p:cBhvr>
                                        <p:cTn id="68" dur="1" fill="hold">
                                          <p:stCondLst>
                                            <p:cond delay="0"/>
                                          </p:stCondLst>
                                        </p:cTn>
                                        <p:tgtEl>
                                          <p:spTgt spid="31"/>
                                        </p:tgtEl>
                                        <p:attrNameLst>
                                          <p:attrName>style.visibility</p:attrName>
                                        </p:attrNameLst>
                                      </p:cBhvr>
                                      <p:to>
                                        <p:strVal val="visible"/>
                                      </p:to>
                                    </p:set>
                                  </p:childTnLst>
                                </p:cTn>
                              </p:par>
                              <p:par>
                                <p:cTn id="69" presetID="42" presetClass="path" presetSubtype="0" accel="50000" decel="50000" fill="hold" grpId="0" nodeType="withEffect">
                                  <p:stCondLst>
                                    <p:cond delay="0"/>
                                  </p:stCondLst>
                                  <p:childTnLst>
                                    <p:animMotion origin="layout" path="M -0.07292 0.15278 L -0.07292 0.40278 " pathEditMode="fixed" rAng="0" ptsTypes="AA">
                                      <p:cBhvr>
                                        <p:cTn id="70" dur="100" fill="hold"/>
                                        <p:tgtEl>
                                          <p:spTgt spid="31"/>
                                        </p:tgtEl>
                                        <p:attrNameLst>
                                          <p:attrName>ppt_x</p:attrName>
                                          <p:attrName>ppt_y</p:attrName>
                                        </p:attrNameLst>
                                      </p:cBhvr>
                                      <p:rCtr x="0" y="12500"/>
                                    </p:animMotion>
                                  </p:childTnLst>
                                </p:cTn>
                              </p:par>
                              <p:par>
                                <p:cTn id="71" presetID="1" presetClass="entr" presetSubtype="0" fill="hold" grpId="1" nodeType="withEffect">
                                  <p:stCondLst>
                                    <p:cond delay="0"/>
                                  </p:stCondLst>
                                  <p:childTnLst>
                                    <p:set>
                                      <p:cBhvr>
                                        <p:cTn id="72" dur="1" fill="hold">
                                          <p:stCondLst>
                                            <p:cond delay="0"/>
                                          </p:stCondLst>
                                        </p:cTn>
                                        <p:tgtEl>
                                          <p:spTgt spid="15"/>
                                        </p:tgtEl>
                                        <p:attrNameLst>
                                          <p:attrName>style.visibility</p:attrName>
                                        </p:attrNameLst>
                                      </p:cBhvr>
                                      <p:to>
                                        <p:strVal val="visible"/>
                                      </p:to>
                                    </p:set>
                                  </p:childTnLst>
                                </p:cTn>
                              </p:par>
                              <p:par>
                                <p:cTn id="73" presetID="42" presetClass="path" presetSubtype="0" accel="50000" decel="50000" fill="hold" grpId="0" nodeType="withEffect">
                                  <p:stCondLst>
                                    <p:cond delay="0"/>
                                  </p:stCondLst>
                                  <p:childTnLst>
                                    <p:animMotion origin="layout" path="M 5E-6 0.01088 L -0.0017 0.40417 " pathEditMode="relative" rAng="0" ptsTypes="AA">
                                      <p:cBhvr>
                                        <p:cTn id="74" dur="100" fill="hold"/>
                                        <p:tgtEl>
                                          <p:spTgt spid="15"/>
                                        </p:tgtEl>
                                        <p:attrNameLst>
                                          <p:attrName>ppt_x</p:attrName>
                                          <p:attrName>ppt_y</p:attrName>
                                        </p:attrNameLst>
                                      </p:cBhvr>
                                      <p:rCtr x="-91" y="19653"/>
                                    </p:animMotion>
                                  </p:childTnLst>
                                </p:cTn>
                              </p:par>
                              <p:par>
                                <p:cTn id="75" presetID="1" presetClass="entr" presetSubtype="0" fill="hold" grpId="0" nodeType="withEffect">
                                  <p:stCondLst>
                                    <p:cond delay="0"/>
                                  </p:stCondLst>
                                  <p:childTnLst>
                                    <p:set>
                                      <p:cBhvr>
                                        <p:cTn id="76" dur="1" fill="hold">
                                          <p:stCondLst>
                                            <p:cond delay="0"/>
                                          </p:stCondLst>
                                        </p:cTn>
                                        <p:tgtEl>
                                          <p:spTgt spid="26"/>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5126"/>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5128"/>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33"/>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34"/>
                                        </p:tgtEl>
                                        <p:attrNameLst>
                                          <p:attrName>style.visibility</p:attrName>
                                        </p:attrNameLst>
                                      </p:cBhvr>
                                      <p:to>
                                        <p:strVal val="visible"/>
                                      </p:to>
                                    </p:set>
                                  </p:childTnLst>
                                </p:cTn>
                              </p:par>
                            </p:childTnLst>
                          </p:cTn>
                        </p:par>
                        <p:par>
                          <p:cTn id="85" fill="hold">
                            <p:stCondLst>
                              <p:cond delay="1100"/>
                            </p:stCondLst>
                            <p:childTnLst>
                              <p:par>
                                <p:cTn id="86" presetID="1" presetClass="entr" presetSubtype="0" fill="hold" grpId="1" nodeType="afterEffect">
                                  <p:stCondLst>
                                    <p:cond delay="0"/>
                                  </p:stCondLst>
                                  <p:childTnLst>
                                    <p:set>
                                      <p:cBhvr>
                                        <p:cTn id="87" dur="1" fill="hold">
                                          <p:stCondLst>
                                            <p:cond delay="0"/>
                                          </p:stCondLst>
                                        </p:cTn>
                                        <p:tgtEl>
                                          <p:spTgt spid="16"/>
                                        </p:tgtEl>
                                        <p:attrNameLst>
                                          <p:attrName>style.visibility</p:attrName>
                                        </p:attrNameLst>
                                      </p:cBhvr>
                                      <p:to>
                                        <p:strVal val="visible"/>
                                      </p:to>
                                    </p:set>
                                  </p:childTnLst>
                                </p:cTn>
                              </p:par>
                              <p:par>
                                <p:cTn id="88" presetID="42" presetClass="path" presetSubtype="0" accel="50000" decel="50000" fill="hold" grpId="0" nodeType="withEffect">
                                  <p:stCondLst>
                                    <p:cond delay="0"/>
                                  </p:stCondLst>
                                  <p:childTnLst>
                                    <p:animMotion origin="layout" path="M 1.25E-6 0.01088 L -0.00169 0.40416 " pathEditMode="relative" rAng="0" ptsTypes="AA">
                                      <p:cBhvr>
                                        <p:cTn id="89" dur="100" fill="hold"/>
                                        <p:tgtEl>
                                          <p:spTgt spid="16"/>
                                        </p:tgtEl>
                                        <p:attrNameLst>
                                          <p:attrName>ppt_x</p:attrName>
                                          <p:attrName>ppt_y</p:attrName>
                                        </p:attrNameLst>
                                      </p:cBhvr>
                                      <p:rCtr x="-91" y="19653"/>
                                    </p:animMotion>
                                  </p:childTnLst>
                                </p:cTn>
                              </p:par>
                            </p:childTnLst>
                          </p:cTn>
                        </p:par>
                        <p:par>
                          <p:cTn id="90" fill="hold">
                            <p:stCondLst>
                              <p:cond delay="1200"/>
                            </p:stCondLst>
                            <p:childTnLst>
                              <p:par>
                                <p:cTn id="91" presetID="1" presetClass="entr" presetSubtype="0" fill="hold" grpId="1" nodeType="afterEffect">
                                  <p:stCondLst>
                                    <p:cond delay="0"/>
                                  </p:stCondLst>
                                  <p:childTnLst>
                                    <p:set>
                                      <p:cBhvr>
                                        <p:cTn id="92" dur="1" fill="hold">
                                          <p:stCondLst>
                                            <p:cond delay="0"/>
                                          </p:stCondLst>
                                        </p:cTn>
                                        <p:tgtEl>
                                          <p:spTgt spid="19"/>
                                        </p:tgtEl>
                                        <p:attrNameLst>
                                          <p:attrName>style.visibility</p:attrName>
                                        </p:attrNameLst>
                                      </p:cBhvr>
                                      <p:to>
                                        <p:strVal val="visible"/>
                                      </p:to>
                                    </p:set>
                                  </p:childTnLst>
                                </p:cTn>
                              </p:par>
                              <p:par>
                                <p:cTn id="93" presetID="42" presetClass="path" presetSubtype="0" accel="50000" decel="50000" fill="hold" grpId="0" nodeType="withEffect">
                                  <p:stCondLst>
                                    <p:cond delay="0"/>
                                  </p:stCondLst>
                                  <p:childTnLst>
                                    <p:animMotion origin="layout" path="M -3.95833E-6 0.01088 L -0.00169 0.40417 " pathEditMode="relative" rAng="0" ptsTypes="AA">
                                      <p:cBhvr>
                                        <p:cTn id="94" dur="100" fill="hold"/>
                                        <p:tgtEl>
                                          <p:spTgt spid="19"/>
                                        </p:tgtEl>
                                        <p:attrNameLst>
                                          <p:attrName>ppt_x</p:attrName>
                                          <p:attrName>ppt_y</p:attrName>
                                        </p:attrNameLst>
                                      </p:cBhvr>
                                      <p:rCtr x="-91" y="19653"/>
                                    </p:animMotion>
                                  </p:childTnLst>
                                </p:cTn>
                              </p:par>
                            </p:childTnLst>
                          </p:cTn>
                        </p:par>
                        <p:par>
                          <p:cTn id="95" fill="hold">
                            <p:stCondLst>
                              <p:cond delay="1300"/>
                            </p:stCondLst>
                            <p:childTnLst>
                              <p:par>
                                <p:cTn id="96" presetID="1" presetClass="entr" presetSubtype="0" fill="hold" grpId="1" nodeType="afterEffect">
                                  <p:stCondLst>
                                    <p:cond delay="0"/>
                                  </p:stCondLst>
                                  <p:childTnLst>
                                    <p:set>
                                      <p:cBhvr>
                                        <p:cTn id="97" dur="1" fill="hold">
                                          <p:stCondLst>
                                            <p:cond delay="0"/>
                                          </p:stCondLst>
                                        </p:cTn>
                                        <p:tgtEl>
                                          <p:spTgt spid="20"/>
                                        </p:tgtEl>
                                        <p:attrNameLst>
                                          <p:attrName>style.visibility</p:attrName>
                                        </p:attrNameLst>
                                      </p:cBhvr>
                                      <p:to>
                                        <p:strVal val="visible"/>
                                      </p:to>
                                    </p:set>
                                  </p:childTnLst>
                                </p:cTn>
                              </p:par>
                              <p:par>
                                <p:cTn id="98" presetID="42" presetClass="path" presetSubtype="0" accel="50000" decel="50000" fill="hold" grpId="0" nodeType="withEffect">
                                  <p:stCondLst>
                                    <p:cond delay="0"/>
                                  </p:stCondLst>
                                  <p:childTnLst>
                                    <p:animMotion origin="layout" path="M 3.75E-6 0.01088 L -0.0017 0.40416 " pathEditMode="relative" rAng="0" ptsTypes="AA">
                                      <p:cBhvr>
                                        <p:cTn id="99" dur="100" fill="hold"/>
                                        <p:tgtEl>
                                          <p:spTgt spid="20"/>
                                        </p:tgtEl>
                                        <p:attrNameLst>
                                          <p:attrName>ppt_x</p:attrName>
                                          <p:attrName>ppt_y</p:attrName>
                                        </p:attrNameLst>
                                      </p:cBhvr>
                                      <p:rCtr x="-91" y="19653"/>
                                    </p:animMotion>
                                  </p:childTnLst>
                                </p:cTn>
                              </p:par>
                            </p:childTnLst>
                          </p:cTn>
                        </p:par>
                        <p:par>
                          <p:cTn id="100" fill="hold">
                            <p:stCondLst>
                              <p:cond delay="1400"/>
                            </p:stCondLst>
                            <p:childTnLst>
                              <p:par>
                                <p:cTn id="101" presetID="1" presetClass="entr" presetSubtype="0" fill="hold" grpId="1" nodeType="afterEffect">
                                  <p:stCondLst>
                                    <p:cond delay="0"/>
                                  </p:stCondLst>
                                  <p:childTnLst>
                                    <p:set>
                                      <p:cBhvr>
                                        <p:cTn id="102" dur="1" fill="hold">
                                          <p:stCondLst>
                                            <p:cond delay="0"/>
                                          </p:stCondLst>
                                        </p:cTn>
                                        <p:tgtEl>
                                          <p:spTgt spid="21"/>
                                        </p:tgtEl>
                                        <p:attrNameLst>
                                          <p:attrName>style.visibility</p:attrName>
                                        </p:attrNameLst>
                                      </p:cBhvr>
                                      <p:to>
                                        <p:strVal val="visible"/>
                                      </p:to>
                                    </p:set>
                                  </p:childTnLst>
                                </p:cTn>
                              </p:par>
                              <p:par>
                                <p:cTn id="103" presetID="42" presetClass="path" presetSubtype="0" accel="50000" decel="50000" fill="hold" grpId="0" nodeType="withEffect">
                                  <p:stCondLst>
                                    <p:cond delay="0"/>
                                  </p:stCondLst>
                                  <p:childTnLst>
                                    <p:animMotion origin="layout" path="M 2.70833E-6 0.01088 L -0.0017 0.40417 " pathEditMode="relative" rAng="0" ptsTypes="AA">
                                      <p:cBhvr>
                                        <p:cTn id="104" dur="100" fill="hold"/>
                                        <p:tgtEl>
                                          <p:spTgt spid="21"/>
                                        </p:tgtEl>
                                        <p:attrNameLst>
                                          <p:attrName>ppt_x</p:attrName>
                                          <p:attrName>ppt_y</p:attrName>
                                        </p:attrNameLst>
                                      </p:cBhvr>
                                      <p:rCtr x="-91" y="19653"/>
                                    </p:animMotion>
                                  </p:childTnLst>
                                </p:cTn>
                              </p:par>
                            </p:childTnLst>
                          </p:cTn>
                        </p:par>
                        <p:par>
                          <p:cTn id="105" fill="hold">
                            <p:stCondLst>
                              <p:cond delay="1500"/>
                            </p:stCondLst>
                            <p:childTnLst>
                              <p:par>
                                <p:cTn id="106" presetID="1" presetClass="entr" presetSubtype="0" fill="hold" grpId="1" nodeType="afterEffect">
                                  <p:stCondLst>
                                    <p:cond delay="0"/>
                                  </p:stCondLst>
                                  <p:childTnLst>
                                    <p:set>
                                      <p:cBhvr>
                                        <p:cTn id="107" dur="1" fill="hold">
                                          <p:stCondLst>
                                            <p:cond delay="0"/>
                                          </p:stCondLst>
                                        </p:cTn>
                                        <p:tgtEl>
                                          <p:spTgt spid="22"/>
                                        </p:tgtEl>
                                        <p:attrNameLst>
                                          <p:attrName>style.visibility</p:attrName>
                                        </p:attrNameLst>
                                      </p:cBhvr>
                                      <p:to>
                                        <p:strVal val="visible"/>
                                      </p:to>
                                    </p:set>
                                  </p:childTnLst>
                                </p:cTn>
                              </p:par>
                              <p:par>
                                <p:cTn id="108" presetID="42" presetClass="path" presetSubtype="0" accel="50000" decel="50000" fill="hold" grpId="0" nodeType="withEffect">
                                  <p:stCondLst>
                                    <p:cond delay="0"/>
                                  </p:stCondLst>
                                  <p:childTnLst>
                                    <p:animMotion origin="layout" path="M 3.54167E-6 0.01088 L -0.0017 0.40417 " pathEditMode="relative" rAng="0" ptsTypes="AA">
                                      <p:cBhvr>
                                        <p:cTn id="109" dur="100" fill="hold"/>
                                        <p:tgtEl>
                                          <p:spTgt spid="22"/>
                                        </p:tgtEl>
                                        <p:attrNameLst>
                                          <p:attrName>ppt_x</p:attrName>
                                          <p:attrName>ppt_y</p:attrName>
                                        </p:attrNameLst>
                                      </p:cBhvr>
                                      <p:rCtr x="-91" y="19653"/>
                                    </p:animMotion>
                                  </p:childTnLst>
                                </p:cTn>
                              </p:par>
                            </p:childTnLst>
                          </p:cTn>
                        </p:par>
                        <p:par>
                          <p:cTn id="110" fill="hold">
                            <p:stCondLst>
                              <p:cond delay="1600"/>
                            </p:stCondLst>
                            <p:childTnLst>
                              <p:par>
                                <p:cTn id="111" presetID="1" presetClass="entr" presetSubtype="0" fill="hold" grpId="1" nodeType="afterEffect">
                                  <p:stCondLst>
                                    <p:cond delay="0"/>
                                  </p:stCondLst>
                                  <p:childTnLst>
                                    <p:set>
                                      <p:cBhvr>
                                        <p:cTn id="112" dur="1" fill="hold">
                                          <p:stCondLst>
                                            <p:cond delay="0"/>
                                          </p:stCondLst>
                                        </p:cTn>
                                        <p:tgtEl>
                                          <p:spTgt spid="23"/>
                                        </p:tgtEl>
                                        <p:attrNameLst>
                                          <p:attrName>style.visibility</p:attrName>
                                        </p:attrNameLst>
                                      </p:cBhvr>
                                      <p:to>
                                        <p:strVal val="visible"/>
                                      </p:to>
                                    </p:set>
                                  </p:childTnLst>
                                </p:cTn>
                              </p:par>
                              <p:par>
                                <p:cTn id="113" presetID="42" presetClass="path" presetSubtype="0" accel="50000" decel="50000" fill="hold" grpId="0" nodeType="withEffect">
                                  <p:stCondLst>
                                    <p:cond delay="0"/>
                                  </p:stCondLst>
                                  <p:childTnLst>
                                    <p:animMotion origin="layout" path="M -2.70833E-6 0.01088 L -0.00169 0.40417 " pathEditMode="relative" rAng="0" ptsTypes="AA">
                                      <p:cBhvr>
                                        <p:cTn id="114" dur="100" fill="hold"/>
                                        <p:tgtEl>
                                          <p:spTgt spid="23"/>
                                        </p:tgtEl>
                                        <p:attrNameLst>
                                          <p:attrName>ppt_x</p:attrName>
                                          <p:attrName>ppt_y</p:attrName>
                                        </p:attrNameLst>
                                      </p:cBhvr>
                                      <p:rCtr x="-91" y="19653"/>
                                    </p:animMotion>
                                  </p:childTnLst>
                                </p:cTn>
                              </p:par>
                            </p:childTnLst>
                          </p:cTn>
                        </p:par>
                        <p:par>
                          <p:cTn id="115" fill="hold">
                            <p:stCondLst>
                              <p:cond delay="1700"/>
                            </p:stCondLst>
                            <p:childTnLst>
                              <p:par>
                                <p:cTn id="116" presetID="1" presetClass="entr" presetSubtype="0" fill="hold" grpId="1" nodeType="afterEffect">
                                  <p:stCondLst>
                                    <p:cond delay="0"/>
                                  </p:stCondLst>
                                  <p:childTnLst>
                                    <p:set>
                                      <p:cBhvr>
                                        <p:cTn id="117" dur="1" fill="hold">
                                          <p:stCondLst>
                                            <p:cond delay="0"/>
                                          </p:stCondLst>
                                        </p:cTn>
                                        <p:tgtEl>
                                          <p:spTgt spid="24"/>
                                        </p:tgtEl>
                                        <p:attrNameLst>
                                          <p:attrName>style.visibility</p:attrName>
                                        </p:attrNameLst>
                                      </p:cBhvr>
                                      <p:to>
                                        <p:strVal val="visible"/>
                                      </p:to>
                                    </p:set>
                                  </p:childTnLst>
                                </p:cTn>
                              </p:par>
                              <p:par>
                                <p:cTn id="118" presetID="42" presetClass="path" presetSubtype="0" accel="50000" decel="50000" fill="hold" grpId="0" nodeType="withEffect">
                                  <p:stCondLst>
                                    <p:cond delay="0"/>
                                  </p:stCondLst>
                                  <p:childTnLst>
                                    <p:animMotion origin="layout" path="M -1.66667E-6 0.01088 L -0.00169 0.40417 " pathEditMode="relative" rAng="0" ptsTypes="AA">
                                      <p:cBhvr>
                                        <p:cTn id="119" dur="100" fill="hold"/>
                                        <p:tgtEl>
                                          <p:spTgt spid="24"/>
                                        </p:tgtEl>
                                        <p:attrNameLst>
                                          <p:attrName>ppt_x</p:attrName>
                                          <p:attrName>ppt_y</p:attrName>
                                        </p:attrNameLst>
                                      </p:cBhvr>
                                      <p:rCtr x="-91" y="19653"/>
                                    </p:animMotion>
                                  </p:childTnLst>
                                </p:cTn>
                              </p:par>
                            </p:childTnLst>
                          </p:cTn>
                        </p:par>
                        <p:par>
                          <p:cTn id="120" fill="hold">
                            <p:stCondLst>
                              <p:cond delay="1800"/>
                            </p:stCondLst>
                            <p:childTnLst>
                              <p:par>
                                <p:cTn id="121" presetID="1" presetClass="entr" presetSubtype="0" fill="hold" grpId="1" nodeType="afterEffect">
                                  <p:stCondLst>
                                    <p:cond delay="0"/>
                                  </p:stCondLst>
                                  <p:childTnLst>
                                    <p:set>
                                      <p:cBhvr>
                                        <p:cTn id="122" dur="1" fill="hold">
                                          <p:stCondLst>
                                            <p:cond delay="0"/>
                                          </p:stCondLst>
                                        </p:cTn>
                                        <p:tgtEl>
                                          <p:spTgt spid="27"/>
                                        </p:tgtEl>
                                        <p:attrNameLst>
                                          <p:attrName>style.visibility</p:attrName>
                                        </p:attrNameLst>
                                      </p:cBhvr>
                                      <p:to>
                                        <p:strVal val="visible"/>
                                      </p:to>
                                    </p:set>
                                  </p:childTnLst>
                                </p:cTn>
                              </p:par>
                              <p:par>
                                <p:cTn id="123" presetID="42" presetClass="path" presetSubtype="0" accel="50000" decel="50000" fill="hold" grpId="0" nodeType="withEffect">
                                  <p:stCondLst>
                                    <p:cond delay="0"/>
                                  </p:stCondLst>
                                  <p:childTnLst>
                                    <p:animMotion origin="layout" path="M -2.29167E-6 0.01088 L -0.00169 0.40417 " pathEditMode="relative" rAng="0" ptsTypes="AA">
                                      <p:cBhvr>
                                        <p:cTn id="124" dur="100" fill="hold"/>
                                        <p:tgtEl>
                                          <p:spTgt spid="27"/>
                                        </p:tgtEl>
                                        <p:attrNameLst>
                                          <p:attrName>ppt_x</p:attrName>
                                          <p:attrName>ppt_y</p:attrName>
                                        </p:attrNameLst>
                                      </p:cBhvr>
                                      <p:rCtr x="-91" y="19653"/>
                                    </p:animMotion>
                                  </p:childTnLst>
                                </p:cTn>
                              </p:par>
                            </p:childTnLst>
                          </p:cTn>
                        </p:par>
                        <p:par>
                          <p:cTn id="125" fill="hold">
                            <p:stCondLst>
                              <p:cond delay="1900"/>
                            </p:stCondLst>
                            <p:childTnLst>
                              <p:par>
                                <p:cTn id="126" presetID="1" presetClass="entr" presetSubtype="0" fill="hold" grpId="1" nodeType="afterEffect">
                                  <p:stCondLst>
                                    <p:cond delay="0"/>
                                  </p:stCondLst>
                                  <p:childTnLst>
                                    <p:set>
                                      <p:cBhvr>
                                        <p:cTn id="127" dur="1" fill="hold">
                                          <p:stCondLst>
                                            <p:cond delay="0"/>
                                          </p:stCondLst>
                                        </p:cTn>
                                        <p:tgtEl>
                                          <p:spTgt spid="28"/>
                                        </p:tgtEl>
                                        <p:attrNameLst>
                                          <p:attrName>style.visibility</p:attrName>
                                        </p:attrNameLst>
                                      </p:cBhvr>
                                      <p:to>
                                        <p:strVal val="visible"/>
                                      </p:to>
                                    </p:set>
                                  </p:childTnLst>
                                </p:cTn>
                              </p:par>
                              <p:par>
                                <p:cTn id="128" presetID="42" presetClass="path" presetSubtype="0" accel="50000" decel="50000" fill="hold" grpId="0" nodeType="withEffect">
                                  <p:stCondLst>
                                    <p:cond delay="0"/>
                                  </p:stCondLst>
                                  <p:childTnLst>
                                    <p:animMotion origin="layout" path="M 4.79167E-6 0.01088 L -0.0017 0.40417 " pathEditMode="relative" rAng="0" ptsTypes="AA">
                                      <p:cBhvr>
                                        <p:cTn id="129" dur="100" fill="hold"/>
                                        <p:tgtEl>
                                          <p:spTgt spid="28"/>
                                        </p:tgtEl>
                                        <p:attrNameLst>
                                          <p:attrName>ppt_x</p:attrName>
                                          <p:attrName>ppt_y</p:attrName>
                                        </p:attrNameLst>
                                      </p:cBhvr>
                                      <p:rCtr x="-91" y="19653"/>
                                    </p:animMotion>
                                  </p:childTnLst>
                                </p:cTn>
                              </p:par>
                            </p:childTnLst>
                          </p:cTn>
                        </p:par>
                        <p:par>
                          <p:cTn id="130" fill="hold">
                            <p:stCondLst>
                              <p:cond delay="2000"/>
                            </p:stCondLst>
                            <p:childTnLst>
                              <p:par>
                                <p:cTn id="131" presetID="1" presetClass="entr" presetSubtype="0" fill="hold" grpId="1" nodeType="afterEffect">
                                  <p:stCondLst>
                                    <p:cond delay="0"/>
                                  </p:stCondLst>
                                  <p:childTnLst>
                                    <p:set>
                                      <p:cBhvr>
                                        <p:cTn id="132" dur="1" fill="hold">
                                          <p:stCondLst>
                                            <p:cond delay="0"/>
                                          </p:stCondLst>
                                        </p:cTn>
                                        <p:tgtEl>
                                          <p:spTgt spid="29"/>
                                        </p:tgtEl>
                                        <p:attrNameLst>
                                          <p:attrName>style.visibility</p:attrName>
                                        </p:attrNameLst>
                                      </p:cBhvr>
                                      <p:to>
                                        <p:strVal val="visible"/>
                                      </p:to>
                                    </p:set>
                                  </p:childTnLst>
                                </p:cTn>
                              </p:par>
                              <p:par>
                                <p:cTn id="133" presetID="42" presetClass="path" presetSubtype="0" accel="50000" decel="50000" fill="hold" grpId="0" nodeType="withEffect">
                                  <p:stCondLst>
                                    <p:cond delay="0"/>
                                  </p:stCondLst>
                                  <p:childTnLst>
                                    <p:animMotion origin="layout" path="M 3.75E-6 0.01088 L -0.0017 0.40416 " pathEditMode="relative" rAng="0" ptsTypes="AA">
                                      <p:cBhvr>
                                        <p:cTn id="134" dur="100" fill="hold"/>
                                        <p:tgtEl>
                                          <p:spTgt spid="29"/>
                                        </p:tgtEl>
                                        <p:attrNameLst>
                                          <p:attrName>ppt_x</p:attrName>
                                          <p:attrName>ppt_y</p:attrName>
                                        </p:attrNameLst>
                                      </p:cBhvr>
                                      <p:rCtr x="-91" y="19653"/>
                                    </p:animMotion>
                                  </p:childTnLst>
                                </p:cTn>
                              </p:par>
                              <p:par>
                                <p:cTn id="135" presetID="1" presetClass="entr" presetSubtype="0" fill="hold" nodeType="withEffect">
                                  <p:stCondLst>
                                    <p:cond delay="0"/>
                                  </p:stCondLst>
                                  <p:childTnLst>
                                    <p:set>
                                      <p:cBhvr>
                                        <p:cTn id="13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9" grpId="0" animBg="1"/>
      <p:bldP spid="19" grpId="1" animBg="1"/>
      <p:bldP spid="20" grpId="0" animBg="1"/>
      <p:bldP spid="20" grpId="1" animBg="1"/>
      <p:bldP spid="21" grpId="0" animBg="1"/>
      <p:bldP spid="21" grpId="1" animBg="1"/>
      <p:bldP spid="22" grpId="0" animBg="1"/>
      <p:bldP spid="22" grpId="1" animBg="1"/>
      <p:bldP spid="23" grpId="0" animBg="1"/>
      <p:bldP spid="23" grpId="1" animBg="1"/>
      <p:bldP spid="24" grpId="0" animBg="1"/>
      <p:bldP spid="24" grpId="1" animBg="1"/>
      <p:bldP spid="25" grpId="0" animBg="1"/>
      <p:bldP spid="26" grpId="0" animBg="1"/>
      <p:bldP spid="27" grpId="0" animBg="1"/>
      <p:bldP spid="27" grpId="1" animBg="1"/>
      <p:bldP spid="28" grpId="0" animBg="1"/>
      <p:bldP spid="28" grpId="1" animBg="1"/>
      <p:bldP spid="29" grpId="0" animBg="1"/>
      <p:bldP spid="29" grpId="1" animBg="1"/>
      <p:bldP spid="30" grpId="0" animBg="1"/>
      <p:bldP spid="30" grpId="1" animBg="1"/>
      <p:bldP spid="31" grpId="0" animBg="1"/>
      <p:bldP spid="31" grpId="1" animBg="1"/>
      <p:bldP spid="32" grpId="0"/>
      <p:bldP spid="34" grpId="0"/>
      <p:bldP spid="36" grpId="0" animBg="1"/>
      <p:bldP spid="37" grpId="0" animBg="1"/>
      <p:bldP spid="3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F3289C32-2245-A05A-B45D-AB1483AEC170}"/>
            </a:ext>
          </a:extLst>
        </p:cNvPr>
        <p:cNvGrpSpPr/>
        <p:nvPr/>
      </p:nvGrpSpPr>
      <p:grpSpPr>
        <a:xfrm>
          <a:off x="0" y="0"/>
          <a:ext cx="0" cy="0"/>
          <a:chOff x="0" y="0"/>
          <a:chExt cx="0" cy="0"/>
        </a:xfrm>
      </p:grpSpPr>
      <p:pic>
        <p:nvPicPr>
          <p:cNvPr id="5122" name="Picture 2" descr="51,900+ Empty Jar No Lid Stock Illustrations, Royalty-Free Vector Graphics  &amp; Clip Art - iStock">
            <a:extLst>
              <a:ext uri="{FF2B5EF4-FFF2-40B4-BE49-F238E27FC236}">
                <a16:creationId xmlns:a16="http://schemas.microsoft.com/office/drawing/2014/main" id="{2228C760-A421-FB9A-EC28-F813D9FC9E26}"/>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10000" b="90000" l="10000" r="90000">
                        <a14:foregroundMark x1="42974" y1="19281" x2="47549" y2="18627"/>
                        <a14:foregroundMark x1="46078" y1="23366" x2="46895" y2="23366"/>
                        <a14:foregroundMark x1="46895" y1="23366" x2="46895" y2="23366"/>
                        <a14:foregroundMark x1="69608" y1="25163" x2="71405" y2="26144"/>
                      </a14:backgroundRemoval>
                    </a14:imgEffect>
                  </a14:imgLayer>
                </a14:imgProps>
              </a:ext>
              <a:ext uri="{28A0092B-C50C-407E-A947-70E740481C1C}">
                <a14:useLocalDpi xmlns:a14="http://schemas.microsoft.com/office/drawing/2010/main" val="0"/>
              </a:ext>
            </a:extLst>
          </a:blip>
          <a:srcRect l="21879" t="8920" r="21481" b="8872"/>
          <a:stretch/>
        </p:blipFill>
        <p:spPr bwMode="auto">
          <a:xfrm>
            <a:off x="1637414" y="2275367"/>
            <a:ext cx="2190307" cy="3179134"/>
          </a:xfrm>
          <a:prstGeom prst="rect">
            <a:avLst/>
          </a:prstGeom>
          <a:noFill/>
          <a:extLst>
            <a:ext uri="{909E8E84-426E-40DD-AFC4-6F175D3DCCD1}">
              <a14:hiddenFill xmlns:a14="http://schemas.microsoft.com/office/drawing/2010/main">
                <a:solidFill>
                  <a:srgbClr val="FFFFFF"/>
                </a:solidFill>
              </a14:hiddenFill>
            </a:ext>
          </a:extLst>
        </p:spPr>
      </p:pic>
      <p:sp>
        <p:nvSpPr>
          <p:cNvPr id="5" name="Sdata4">
            <a:extLst>
              <a:ext uri="{FF2B5EF4-FFF2-40B4-BE49-F238E27FC236}">
                <a16:creationId xmlns:a16="http://schemas.microsoft.com/office/drawing/2014/main" id="{96861EBE-03A3-FF0D-F701-C8E9B253FDB1}"/>
              </a:ext>
            </a:extLst>
          </p:cNvPr>
          <p:cNvSpPr>
            <a:spLocks noGrp="1" noRot="1" noMove="1" noResize="1" noEditPoints="1" noAdjustHandles="1" noChangeArrowheads="1" noChangeShapeType="1"/>
          </p:cNvSpPr>
          <p:nvPr/>
        </p:nvSpPr>
        <p:spPr>
          <a:xfrm>
            <a:off x="1837476" y="4804778"/>
            <a:ext cx="533400" cy="476250"/>
          </a:xfrm>
          <a:prstGeom prst="ellips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Sdata5">
            <a:extLst>
              <a:ext uri="{FF2B5EF4-FFF2-40B4-BE49-F238E27FC236}">
                <a16:creationId xmlns:a16="http://schemas.microsoft.com/office/drawing/2014/main" id="{20B201C8-E9C9-CD15-AA08-EEEEBB9D3471}"/>
              </a:ext>
            </a:extLst>
          </p:cNvPr>
          <p:cNvSpPr>
            <a:spLocks noGrp="1" noRot="1" noMove="1" noResize="1" noEditPoints="1" noAdjustHandles="1" noChangeArrowheads="1" noChangeShapeType="1"/>
          </p:cNvSpPr>
          <p:nvPr/>
        </p:nvSpPr>
        <p:spPr>
          <a:xfrm>
            <a:off x="2246134" y="4848949"/>
            <a:ext cx="533400" cy="476250"/>
          </a:xfrm>
          <a:prstGeom prst="ellips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Sdata7">
            <a:extLst>
              <a:ext uri="{FF2B5EF4-FFF2-40B4-BE49-F238E27FC236}">
                <a16:creationId xmlns:a16="http://schemas.microsoft.com/office/drawing/2014/main" id="{56EA6C54-1DBB-7B30-D4C3-E6C80B9058F1}"/>
              </a:ext>
            </a:extLst>
          </p:cNvPr>
          <p:cNvSpPr>
            <a:spLocks noGrp="1" noRot="1" noMove="1" noResize="1" noEditPoints="1" noAdjustHandles="1" noChangeArrowheads="1" noChangeShapeType="1"/>
          </p:cNvSpPr>
          <p:nvPr/>
        </p:nvSpPr>
        <p:spPr>
          <a:xfrm>
            <a:off x="2220718" y="4071376"/>
            <a:ext cx="533400" cy="476250"/>
          </a:xfrm>
          <a:prstGeom prst="ellips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Sdata8">
            <a:extLst>
              <a:ext uri="{FF2B5EF4-FFF2-40B4-BE49-F238E27FC236}">
                <a16:creationId xmlns:a16="http://schemas.microsoft.com/office/drawing/2014/main" id="{D73574C5-2420-11C4-FA77-A0851A95D000}"/>
              </a:ext>
            </a:extLst>
          </p:cNvPr>
          <p:cNvSpPr>
            <a:spLocks noGrp="1" noRot="1" noMove="1" noResize="1" noEditPoints="1" noAdjustHandles="1" noChangeArrowheads="1" noChangeShapeType="1"/>
          </p:cNvSpPr>
          <p:nvPr/>
        </p:nvSpPr>
        <p:spPr>
          <a:xfrm>
            <a:off x="2709258" y="4827780"/>
            <a:ext cx="533400" cy="476250"/>
          </a:xfrm>
          <a:prstGeom prst="ellips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Sdata9">
            <a:extLst>
              <a:ext uri="{FF2B5EF4-FFF2-40B4-BE49-F238E27FC236}">
                <a16:creationId xmlns:a16="http://schemas.microsoft.com/office/drawing/2014/main" id="{44614054-142D-CD3A-BCC3-92D54FE693F6}"/>
              </a:ext>
            </a:extLst>
          </p:cNvPr>
          <p:cNvSpPr>
            <a:spLocks noGrp="1" noRot="1" noMove="1" noResize="1" noEditPoints="1" noAdjustHandles="1" noChangeArrowheads="1" noChangeShapeType="1"/>
          </p:cNvSpPr>
          <p:nvPr/>
        </p:nvSpPr>
        <p:spPr>
          <a:xfrm>
            <a:off x="2297532" y="4476242"/>
            <a:ext cx="533400" cy="476250"/>
          </a:xfrm>
          <a:prstGeom prst="ellips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Sdata10">
            <a:extLst>
              <a:ext uri="{FF2B5EF4-FFF2-40B4-BE49-F238E27FC236}">
                <a16:creationId xmlns:a16="http://schemas.microsoft.com/office/drawing/2014/main" id="{28819C0E-8CF4-F8CC-F3BD-35A4D6D4DF9C}"/>
              </a:ext>
            </a:extLst>
          </p:cNvPr>
          <p:cNvSpPr>
            <a:spLocks noGrp="1" noRot="1" noMove="1" noResize="1" noEditPoints="1" noAdjustHandles="1" noChangeArrowheads="1" noChangeShapeType="1"/>
          </p:cNvSpPr>
          <p:nvPr/>
        </p:nvSpPr>
        <p:spPr>
          <a:xfrm>
            <a:off x="3144742" y="4784817"/>
            <a:ext cx="533400" cy="476250"/>
          </a:xfrm>
          <a:prstGeom prst="ellips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Sdata11">
            <a:extLst>
              <a:ext uri="{FF2B5EF4-FFF2-40B4-BE49-F238E27FC236}">
                <a16:creationId xmlns:a16="http://schemas.microsoft.com/office/drawing/2014/main" id="{AE035340-730E-C034-D6F1-6616CF583A45}"/>
              </a:ext>
            </a:extLst>
          </p:cNvPr>
          <p:cNvSpPr>
            <a:spLocks noGrp="1" noRot="1" noMove="1" noResize="1" noEditPoints="1" noAdjustHandles="1" noChangeArrowheads="1" noChangeShapeType="1"/>
          </p:cNvSpPr>
          <p:nvPr/>
        </p:nvSpPr>
        <p:spPr>
          <a:xfrm>
            <a:off x="3180962" y="4438346"/>
            <a:ext cx="533400" cy="476250"/>
          </a:xfrm>
          <a:prstGeom prst="ellips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Sdata12">
            <a:extLst>
              <a:ext uri="{FF2B5EF4-FFF2-40B4-BE49-F238E27FC236}">
                <a16:creationId xmlns:a16="http://schemas.microsoft.com/office/drawing/2014/main" id="{0F693390-7696-30A9-FCA7-5CFE202E11A3}"/>
              </a:ext>
            </a:extLst>
          </p:cNvPr>
          <p:cNvSpPr>
            <a:spLocks noGrp="1" noRot="1" noMove="1" noResize="1" noEditPoints="1" noAdjustHandles="1" noChangeArrowheads="1" noChangeShapeType="1"/>
          </p:cNvSpPr>
          <p:nvPr/>
        </p:nvSpPr>
        <p:spPr>
          <a:xfrm>
            <a:off x="3107618" y="4089101"/>
            <a:ext cx="533400" cy="476250"/>
          </a:xfrm>
          <a:prstGeom prst="ellips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Sdata13">
            <a:extLst>
              <a:ext uri="{FF2B5EF4-FFF2-40B4-BE49-F238E27FC236}">
                <a16:creationId xmlns:a16="http://schemas.microsoft.com/office/drawing/2014/main" id="{BB988A99-F014-DB45-87E1-70CA727129A4}"/>
              </a:ext>
            </a:extLst>
          </p:cNvPr>
          <p:cNvSpPr>
            <a:spLocks noGrp="1" noRot="1" noMove="1" noResize="1" noEditPoints="1" noAdjustHandles="1" noChangeArrowheads="1" noChangeShapeType="1"/>
          </p:cNvSpPr>
          <p:nvPr/>
        </p:nvSpPr>
        <p:spPr>
          <a:xfrm>
            <a:off x="1784197" y="3940324"/>
            <a:ext cx="533400" cy="476250"/>
          </a:xfrm>
          <a:prstGeom prst="ellips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7" name="Sdata4">
            <a:extLst>
              <a:ext uri="{FF2B5EF4-FFF2-40B4-BE49-F238E27FC236}">
                <a16:creationId xmlns:a16="http://schemas.microsoft.com/office/drawing/2014/main" id="{7078BA16-D6B8-283D-B1B6-21CA19796B2C}"/>
              </a:ext>
            </a:extLst>
          </p:cNvPr>
          <p:cNvSpPr>
            <a:spLocks noGrp="1" noRot="1" noMove="1" noResize="1" noEditPoints="1" noAdjustHandles="1" noChangeArrowheads="1" noChangeShapeType="1"/>
          </p:cNvSpPr>
          <p:nvPr/>
        </p:nvSpPr>
        <p:spPr>
          <a:xfrm>
            <a:off x="2350151" y="4218593"/>
            <a:ext cx="533400" cy="476250"/>
          </a:xfrm>
          <a:prstGeom prst="ellips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8" name="Sdata4">
            <a:extLst>
              <a:ext uri="{FF2B5EF4-FFF2-40B4-BE49-F238E27FC236}">
                <a16:creationId xmlns:a16="http://schemas.microsoft.com/office/drawing/2014/main" id="{C1558119-971A-2DB8-1AD5-FAB232731C51}"/>
              </a:ext>
            </a:extLst>
          </p:cNvPr>
          <p:cNvSpPr>
            <a:spLocks noGrp="1" noRot="1" noMove="1" noResize="1" noEditPoints="1" noAdjustHandles="1" noChangeArrowheads="1" noChangeShapeType="1"/>
          </p:cNvSpPr>
          <p:nvPr/>
        </p:nvSpPr>
        <p:spPr>
          <a:xfrm>
            <a:off x="2739018" y="3976832"/>
            <a:ext cx="533400" cy="476250"/>
          </a:xfrm>
          <a:prstGeom prst="ellips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0" name="Sdata4">
            <a:extLst>
              <a:ext uri="{FF2B5EF4-FFF2-40B4-BE49-F238E27FC236}">
                <a16:creationId xmlns:a16="http://schemas.microsoft.com/office/drawing/2014/main" id="{2415C456-BEE3-59AF-D6AA-A2975B9D7DD9}"/>
              </a:ext>
            </a:extLst>
          </p:cNvPr>
          <p:cNvSpPr>
            <a:spLocks noGrp="1" noRot="1" noMove="1" noResize="1" noEditPoints="1" noAdjustHandles="1" noChangeArrowheads="1" noChangeShapeType="1"/>
          </p:cNvSpPr>
          <p:nvPr/>
        </p:nvSpPr>
        <p:spPr>
          <a:xfrm>
            <a:off x="1799165" y="4337402"/>
            <a:ext cx="533400" cy="476250"/>
          </a:xfrm>
          <a:prstGeom prst="ellips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1" name="Sdata4">
            <a:extLst>
              <a:ext uri="{FF2B5EF4-FFF2-40B4-BE49-F238E27FC236}">
                <a16:creationId xmlns:a16="http://schemas.microsoft.com/office/drawing/2014/main" id="{51B1C533-49CB-C9D1-7600-AEE2E9B82ED8}"/>
              </a:ext>
            </a:extLst>
          </p:cNvPr>
          <p:cNvSpPr>
            <a:spLocks noGrp="1" noRot="1" noMove="1" noResize="1" noEditPoints="1" noAdjustHandles="1" noChangeArrowheads="1" noChangeShapeType="1"/>
          </p:cNvSpPr>
          <p:nvPr/>
        </p:nvSpPr>
        <p:spPr>
          <a:xfrm>
            <a:off x="2739247" y="4340813"/>
            <a:ext cx="533400" cy="476250"/>
          </a:xfrm>
          <a:prstGeom prst="ellipse">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 name="Title 1">
            <a:extLst>
              <a:ext uri="{FF2B5EF4-FFF2-40B4-BE49-F238E27FC236}">
                <a16:creationId xmlns:a16="http://schemas.microsoft.com/office/drawing/2014/main" id="{9EB80EB9-A3C8-660A-EA6E-FA53C2B836B4}"/>
              </a:ext>
            </a:extLst>
          </p:cNvPr>
          <p:cNvSpPr>
            <a:spLocks noGrp="1"/>
          </p:cNvSpPr>
          <p:nvPr>
            <p:ph type="title"/>
          </p:nvPr>
        </p:nvSpPr>
        <p:spPr>
          <a:xfrm>
            <a:off x="1159581" y="489690"/>
            <a:ext cx="10364451" cy="744629"/>
          </a:xfrm>
        </p:spPr>
        <p:txBody>
          <a:bodyPr vert="horz" lIns="91440" tIns="45720" rIns="91440" bIns="45720" rtlCol="0" anchor="ctr">
            <a:normAutofit/>
          </a:bodyPr>
          <a:lstStyle/>
          <a:p>
            <a:r>
              <a:rPr lang="en-US" sz="3200" b="1" dirty="0">
                <a:solidFill>
                  <a:srgbClr val="002060"/>
                </a:solidFill>
                <a:effectLst/>
              </a:rPr>
              <a:t>How are Data collected and Processed?</a:t>
            </a:r>
          </a:p>
        </p:txBody>
      </p:sp>
      <p:sp>
        <p:nvSpPr>
          <p:cNvPr id="15" name="ndata14">
            <a:extLst>
              <a:ext uri="{FF2B5EF4-FFF2-40B4-BE49-F238E27FC236}">
                <a16:creationId xmlns:a16="http://schemas.microsoft.com/office/drawing/2014/main" id="{25E9649C-6023-9A1A-5CCD-94DB8FC63AB1}"/>
              </a:ext>
            </a:extLst>
          </p:cNvPr>
          <p:cNvSpPr/>
          <p:nvPr/>
        </p:nvSpPr>
        <p:spPr>
          <a:xfrm>
            <a:off x="1807743" y="3503939"/>
            <a:ext cx="532800" cy="475200"/>
          </a:xfrm>
          <a:prstGeom prst="ellipse">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08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003">
            <a:schemeClr val="lt2"/>
          </a:fillRef>
          <a:effectRef idx="0">
            <a:schemeClr val="accent1"/>
          </a:effectRef>
          <a:fontRef idx="minor">
            <a:schemeClr val="lt1"/>
          </a:fontRef>
        </p:style>
        <p:txBody>
          <a:bodyPr rtlCol="0" anchor="ctr"/>
          <a:lstStyle/>
          <a:p>
            <a:pPr algn="ctr"/>
            <a:endParaRPr lang="en-CA" dirty="0"/>
          </a:p>
        </p:txBody>
      </p:sp>
      <p:sp>
        <p:nvSpPr>
          <p:cNvPr id="16" name="ndata14">
            <a:extLst>
              <a:ext uri="{FF2B5EF4-FFF2-40B4-BE49-F238E27FC236}">
                <a16:creationId xmlns:a16="http://schemas.microsoft.com/office/drawing/2014/main" id="{52CCEBAC-BE26-B44B-12F4-BDAFA209A75F}"/>
              </a:ext>
            </a:extLst>
          </p:cNvPr>
          <p:cNvSpPr/>
          <p:nvPr/>
        </p:nvSpPr>
        <p:spPr>
          <a:xfrm>
            <a:off x="1798450" y="3132198"/>
            <a:ext cx="532800" cy="475200"/>
          </a:xfrm>
          <a:prstGeom prst="ellipse">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08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003">
            <a:schemeClr val="lt2"/>
          </a:fillRef>
          <a:effectRef idx="0">
            <a:schemeClr val="accent1"/>
          </a:effectRef>
          <a:fontRef idx="minor">
            <a:schemeClr val="lt1"/>
          </a:fontRef>
        </p:style>
        <p:txBody>
          <a:bodyPr rtlCol="0" anchor="ctr"/>
          <a:lstStyle/>
          <a:p>
            <a:pPr algn="ctr"/>
            <a:endParaRPr lang="en-CA" dirty="0"/>
          </a:p>
        </p:txBody>
      </p:sp>
      <p:sp>
        <p:nvSpPr>
          <p:cNvPr id="19" name="ndata14">
            <a:extLst>
              <a:ext uri="{FF2B5EF4-FFF2-40B4-BE49-F238E27FC236}">
                <a16:creationId xmlns:a16="http://schemas.microsoft.com/office/drawing/2014/main" id="{08C9108D-CB58-AA96-CA57-4CF600300FC7}"/>
              </a:ext>
            </a:extLst>
          </p:cNvPr>
          <p:cNvSpPr/>
          <p:nvPr/>
        </p:nvSpPr>
        <p:spPr>
          <a:xfrm>
            <a:off x="2332936" y="3730506"/>
            <a:ext cx="532800" cy="475200"/>
          </a:xfrm>
          <a:prstGeom prst="ellipse">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08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003">
            <a:schemeClr val="lt2"/>
          </a:fillRef>
          <a:effectRef idx="0">
            <a:schemeClr val="accent1"/>
          </a:effectRef>
          <a:fontRef idx="minor">
            <a:schemeClr val="lt1"/>
          </a:fontRef>
        </p:style>
        <p:txBody>
          <a:bodyPr rtlCol="0" anchor="ctr"/>
          <a:lstStyle/>
          <a:p>
            <a:pPr algn="ctr"/>
            <a:endParaRPr lang="en-CA" dirty="0"/>
          </a:p>
        </p:txBody>
      </p:sp>
      <p:sp>
        <p:nvSpPr>
          <p:cNvPr id="20" name="ndata14">
            <a:extLst>
              <a:ext uri="{FF2B5EF4-FFF2-40B4-BE49-F238E27FC236}">
                <a16:creationId xmlns:a16="http://schemas.microsoft.com/office/drawing/2014/main" id="{30CBFD3E-707F-36A5-E08A-040D935FEC80}"/>
              </a:ext>
            </a:extLst>
          </p:cNvPr>
          <p:cNvSpPr/>
          <p:nvPr/>
        </p:nvSpPr>
        <p:spPr>
          <a:xfrm>
            <a:off x="3147775" y="3861846"/>
            <a:ext cx="532800" cy="475200"/>
          </a:xfrm>
          <a:prstGeom prst="ellipse">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08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003">
            <a:schemeClr val="lt2"/>
          </a:fillRef>
          <a:effectRef idx="0">
            <a:schemeClr val="accent1"/>
          </a:effectRef>
          <a:fontRef idx="minor">
            <a:schemeClr val="lt1"/>
          </a:fontRef>
        </p:style>
        <p:txBody>
          <a:bodyPr rtlCol="0" anchor="ctr"/>
          <a:lstStyle/>
          <a:p>
            <a:pPr algn="ctr"/>
            <a:endParaRPr lang="en-CA" dirty="0"/>
          </a:p>
        </p:txBody>
      </p:sp>
      <p:sp>
        <p:nvSpPr>
          <p:cNvPr id="21" name="ndata14">
            <a:extLst>
              <a:ext uri="{FF2B5EF4-FFF2-40B4-BE49-F238E27FC236}">
                <a16:creationId xmlns:a16="http://schemas.microsoft.com/office/drawing/2014/main" id="{F5B9733C-4C4A-DA3E-2DFA-52BF4B3CBF6B}"/>
              </a:ext>
            </a:extLst>
          </p:cNvPr>
          <p:cNvSpPr/>
          <p:nvPr/>
        </p:nvSpPr>
        <p:spPr>
          <a:xfrm>
            <a:off x="3030686" y="3610794"/>
            <a:ext cx="532800" cy="475200"/>
          </a:xfrm>
          <a:prstGeom prst="ellipse">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08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003">
            <a:schemeClr val="lt2"/>
          </a:fillRef>
          <a:effectRef idx="0">
            <a:schemeClr val="accent1"/>
          </a:effectRef>
          <a:fontRef idx="minor">
            <a:schemeClr val="lt1"/>
          </a:fontRef>
        </p:style>
        <p:txBody>
          <a:bodyPr rtlCol="0" anchor="ctr"/>
          <a:lstStyle/>
          <a:p>
            <a:pPr algn="ctr"/>
            <a:endParaRPr lang="en-CA" dirty="0"/>
          </a:p>
        </p:txBody>
      </p:sp>
      <p:sp>
        <p:nvSpPr>
          <p:cNvPr id="22" name="ndata14">
            <a:extLst>
              <a:ext uri="{FF2B5EF4-FFF2-40B4-BE49-F238E27FC236}">
                <a16:creationId xmlns:a16="http://schemas.microsoft.com/office/drawing/2014/main" id="{4B64FB26-3082-BD60-407E-F4C31743EC98}"/>
              </a:ext>
            </a:extLst>
          </p:cNvPr>
          <p:cNvSpPr/>
          <p:nvPr/>
        </p:nvSpPr>
        <p:spPr>
          <a:xfrm>
            <a:off x="2657197" y="3483626"/>
            <a:ext cx="532800" cy="475200"/>
          </a:xfrm>
          <a:prstGeom prst="ellipse">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08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003">
            <a:schemeClr val="lt2"/>
          </a:fillRef>
          <a:effectRef idx="0">
            <a:schemeClr val="accent1"/>
          </a:effectRef>
          <a:fontRef idx="minor">
            <a:schemeClr val="lt1"/>
          </a:fontRef>
        </p:style>
        <p:txBody>
          <a:bodyPr rtlCol="0" anchor="ctr"/>
          <a:lstStyle/>
          <a:p>
            <a:pPr algn="ctr"/>
            <a:endParaRPr lang="en-CA" dirty="0"/>
          </a:p>
        </p:txBody>
      </p:sp>
      <p:sp>
        <p:nvSpPr>
          <p:cNvPr id="23" name="ndata14">
            <a:extLst>
              <a:ext uri="{FF2B5EF4-FFF2-40B4-BE49-F238E27FC236}">
                <a16:creationId xmlns:a16="http://schemas.microsoft.com/office/drawing/2014/main" id="{D97AA189-2CB0-3D24-9E34-B7BB949F0B50}"/>
              </a:ext>
            </a:extLst>
          </p:cNvPr>
          <p:cNvSpPr/>
          <p:nvPr/>
        </p:nvSpPr>
        <p:spPr>
          <a:xfrm>
            <a:off x="2945598" y="3222025"/>
            <a:ext cx="532800" cy="475200"/>
          </a:xfrm>
          <a:prstGeom prst="ellipse">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08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003">
            <a:schemeClr val="lt2"/>
          </a:fillRef>
          <a:effectRef idx="0">
            <a:schemeClr val="accent1"/>
          </a:effectRef>
          <a:fontRef idx="minor">
            <a:schemeClr val="lt1"/>
          </a:fontRef>
        </p:style>
        <p:txBody>
          <a:bodyPr rtlCol="0" anchor="ctr"/>
          <a:lstStyle/>
          <a:p>
            <a:pPr algn="ctr"/>
            <a:endParaRPr lang="en-CA" dirty="0"/>
          </a:p>
        </p:txBody>
      </p:sp>
      <p:sp>
        <p:nvSpPr>
          <p:cNvPr id="24" name="ndata14">
            <a:extLst>
              <a:ext uri="{FF2B5EF4-FFF2-40B4-BE49-F238E27FC236}">
                <a16:creationId xmlns:a16="http://schemas.microsoft.com/office/drawing/2014/main" id="{12BAA782-AD44-E739-8ECA-C08749FDE00C}"/>
              </a:ext>
            </a:extLst>
          </p:cNvPr>
          <p:cNvSpPr/>
          <p:nvPr/>
        </p:nvSpPr>
        <p:spPr>
          <a:xfrm>
            <a:off x="3148892" y="3088449"/>
            <a:ext cx="532800" cy="493200"/>
          </a:xfrm>
          <a:prstGeom prst="ellipse">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08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003">
            <a:schemeClr val="lt2"/>
          </a:fillRef>
          <a:effectRef idx="0">
            <a:schemeClr val="accent1"/>
          </a:effectRef>
          <a:fontRef idx="minor">
            <a:schemeClr val="lt1"/>
          </a:fontRef>
        </p:style>
        <p:txBody>
          <a:bodyPr rtlCol="0" anchor="ctr"/>
          <a:lstStyle/>
          <a:p>
            <a:pPr algn="ctr"/>
            <a:endParaRPr lang="en-CA" dirty="0"/>
          </a:p>
        </p:txBody>
      </p:sp>
      <p:sp>
        <p:nvSpPr>
          <p:cNvPr id="27" name="ndata14">
            <a:extLst>
              <a:ext uri="{FF2B5EF4-FFF2-40B4-BE49-F238E27FC236}">
                <a16:creationId xmlns:a16="http://schemas.microsoft.com/office/drawing/2014/main" id="{73E05278-DA6E-7809-3385-EAE06C577679}"/>
              </a:ext>
            </a:extLst>
          </p:cNvPr>
          <p:cNvSpPr/>
          <p:nvPr/>
        </p:nvSpPr>
        <p:spPr>
          <a:xfrm>
            <a:off x="2188736" y="3373194"/>
            <a:ext cx="532800" cy="475200"/>
          </a:xfrm>
          <a:prstGeom prst="ellipse">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08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003">
            <a:schemeClr val="lt2"/>
          </a:fillRef>
          <a:effectRef idx="0">
            <a:schemeClr val="accent1"/>
          </a:effectRef>
          <a:fontRef idx="minor">
            <a:schemeClr val="lt1"/>
          </a:fontRef>
        </p:style>
        <p:txBody>
          <a:bodyPr rtlCol="0" anchor="ctr"/>
          <a:lstStyle/>
          <a:p>
            <a:pPr algn="ctr"/>
            <a:endParaRPr lang="en-CA" dirty="0"/>
          </a:p>
        </p:txBody>
      </p:sp>
      <p:sp>
        <p:nvSpPr>
          <p:cNvPr id="28" name="ndata14">
            <a:extLst>
              <a:ext uri="{FF2B5EF4-FFF2-40B4-BE49-F238E27FC236}">
                <a16:creationId xmlns:a16="http://schemas.microsoft.com/office/drawing/2014/main" id="{0405380F-8746-CACF-F06F-F02669828237}"/>
              </a:ext>
            </a:extLst>
          </p:cNvPr>
          <p:cNvSpPr/>
          <p:nvPr/>
        </p:nvSpPr>
        <p:spPr>
          <a:xfrm>
            <a:off x="2443281" y="3115226"/>
            <a:ext cx="532800" cy="475200"/>
          </a:xfrm>
          <a:prstGeom prst="ellipse">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08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003">
            <a:schemeClr val="lt2"/>
          </a:fillRef>
          <a:effectRef idx="0">
            <a:schemeClr val="accent1"/>
          </a:effectRef>
          <a:fontRef idx="minor">
            <a:schemeClr val="lt1"/>
          </a:fontRef>
        </p:style>
        <p:txBody>
          <a:bodyPr rtlCol="0" anchor="ctr"/>
          <a:lstStyle/>
          <a:p>
            <a:pPr algn="ctr"/>
            <a:endParaRPr lang="en-CA" dirty="0"/>
          </a:p>
        </p:txBody>
      </p:sp>
      <p:sp>
        <p:nvSpPr>
          <p:cNvPr id="29" name="ndata14">
            <a:extLst>
              <a:ext uri="{FF2B5EF4-FFF2-40B4-BE49-F238E27FC236}">
                <a16:creationId xmlns:a16="http://schemas.microsoft.com/office/drawing/2014/main" id="{49327954-9B5C-A41B-65B7-923B4FB0F27C}"/>
              </a:ext>
            </a:extLst>
          </p:cNvPr>
          <p:cNvSpPr/>
          <p:nvPr/>
        </p:nvSpPr>
        <p:spPr>
          <a:xfrm>
            <a:off x="2069429" y="3282241"/>
            <a:ext cx="532800" cy="475200"/>
          </a:xfrm>
          <a:prstGeom prst="ellipse">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0800000" scaled="1"/>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003">
            <a:schemeClr val="lt2"/>
          </a:fillRef>
          <a:effectRef idx="0">
            <a:schemeClr val="accent1"/>
          </a:effectRef>
          <a:fontRef idx="minor">
            <a:schemeClr val="lt1"/>
          </a:fontRef>
        </p:style>
        <p:txBody>
          <a:bodyPr rtlCol="0" anchor="ctr"/>
          <a:lstStyle/>
          <a:p>
            <a:pPr algn="ctr"/>
            <a:endParaRPr lang="en-CA" dirty="0"/>
          </a:p>
        </p:txBody>
      </p:sp>
      <p:graphicFrame>
        <p:nvGraphicFramePr>
          <p:cNvPr id="3" name="Table 2">
            <a:extLst>
              <a:ext uri="{FF2B5EF4-FFF2-40B4-BE49-F238E27FC236}">
                <a16:creationId xmlns:a16="http://schemas.microsoft.com/office/drawing/2014/main" id="{38A9408B-A273-CD1C-A71A-8C8C3AD894A5}"/>
              </a:ext>
            </a:extLst>
          </p:cNvPr>
          <p:cNvGraphicFramePr>
            <a:graphicFrameLocks noGrp="1"/>
          </p:cNvGraphicFramePr>
          <p:nvPr>
            <p:extLst>
              <p:ext uri="{D42A27DB-BD31-4B8C-83A1-F6EECF244321}">
                <p14:modId xmlns:p14="http://schemas.microsoft.com/office/powerpoint/2010/main" val="495723875"/>
              </p:ext>
            </p:extLst>
          </p:nvPr>
        </p:nvGraphicFramePr>
        <p:xfrm>
          <a:off x="8934018" y="2501900"/>
          <a:ext cx="2848552" cy="2225040"/>
        </p:xfrm>
        <a:graphic>
          <a:graphicData uri="http://schemas.openxmlformats.org/drawingml/2006/table">
            <a:tbl>
              <a:tblPr firstRow="1" bandRow="1">
                <a:tableStyleId>{2D5ABB26-0587-4C30-8999-92F81FD0307C}</a:tableStyleId>
              </a:tblPr>
              <a:tblGrid>
                <a:gridCol w="1742071">
                  <a:extLst>
                    <a:ext uri="{9D8B030D-6E8A-4147-A177-3AD203B41FA5}">
                      <a16:colId xmlns:a16="http://schemas.microsoft.com/office/drawing/2014/main" val="855136719"/>
                    </a:ext>
                  </a:extLst>
                </a:gridCol>
                <a:gridCol w="1106481">
                  <a:extLst>
                    <a:ext uri="{9D8B030D-6E8A-4147-A177-3AD203B41FA5}">
                      <a16:colId xmlns:a16="http://schemas.microsoft.com/office/drawing/2014/main" val="518540082"/>
                    </a:ext>
                  </a:extLst>
                </a:gridCol>
              </a:tblGrid>
              <a:tr h="370840">
                <a:tc>
                  <a:txBody>
                    <a:bodyPr/>
                    <a:lstStyle/>
                    <a:p>
                      <a:r>
                        <a:rPr lang="en-CA" sz="1400" b="1" dirty="0">
                          <a:latin typeface="Segoe UI" panose="020B0502040204020203" pitchFamily="34" charset="0"/>
                          <a:cs typeface="Segoe UI" panose="020B0502040204020203" pitchFamily="34" charset="0"/>
                        </a:rPr>
                        <a:t>Sources</a:t>
                      </a:r>
                    </a:p>
                  </a:txBody>
                  <a:tcPr marL="68700" marR="68700">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cell3D prstMaterial="dkEdge">
                      <a:bevel prst="coolSlant"/>
                      <a:lightRig rig="flood" dir="t"/>
                    </a:cell3D>
                  </a:tcPr>
                </a:tc>
                <a:tc>
                  <a:txBody>
                    <a:bodyPr/>
                    <a:lstStyle/>
                    <a:p>
                      <a:r>
                        <a:rPr lang="en-CA" sz="1400" b="1" dirty="0">
                          <a:latin typeface="Segoe UI" panose="020B0502040204020203" pitchFamily="34" charset="0"/>
                          <a:cs typeface="Segoe UI" panose="020B0502040204020203" pitchFamily="34" charset="0"/>
                        </a:rPr>
                        <a:t>Total</a:t>
                      </a:r>
                    </a:p>
                  </a:txBody>
                  <a:tcPr marL="68700" marR="68700">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cell3D prstMaterial="dkEdge">
                      <a:bevel prst="coolSlant"/>
                      <a:lightRig rig="flood" dir="t"/>
                    </a:cell3D>
                  </a:tcPr>
                </a:tc>
                <a:extLst>
                  <a:ext uri="{0D108BD9-81ED-4DB2-BD59-A6C34878D82A}">
                    <a16:rowId xmlns:a16="http://schemas.microsoft.com/office/drawing/2014/main" val="3182009452"/>
                  </a:ext>
                </a:extLst>
              </a:tr>
              <a:tr h="370840">
                <a:tc>
                  <a:txBody>
                    <a:bodyPr/>
                    <a:lstStyle/>
                    <a:p>
                      <a:r>
                        <a:rPr lang="en-CA" sz="1200" dirty="0" err="1">
                          <a:latin typeface="Segoe UI" panose="020B0502040204020203" pitchFamily="34" charset="0"/>
                          <a:cs typeface="Segoe UI" panose="020B0502040204020203" pitchFamily="34" charset="0"/>
                        </a:rPr>
                        <a:t>NewsAPI</a:t>
                      </a:r>
                      <a:endParaRPr lang="en-CA" sz="1200" dirty="0">
                        <a:latin typeface="Segoe UI" panose="020B0502040204020203" pitchFamily="34" charset="0"/>
                        <a:cs typeface="Segoe UI" panose="020B0502040204020203" pitchFamily="34" charset="0"/>
                      </a:endParaRPr>
                    </a:p>
                  </a:txBody>
                  <a:tcPr marL="68700" marR="68700">
                    <a:lnL w="12700" cap="flat" cmpd="sng" algn="ctr">
                      <a:solidFill>
                        <a:schemeClr val="tx1"/>
                      </a:solidFill>
                      <a:prstDash val="solid"/>
                      <a:round/>
                      <a:headEnd type="none" w="med" len="med"/>
                      <a:tailEnd type="none" w="med" len="med"/>
                    </a:lnL>
                    <a:cell3D prstMaterial="dkEdge">
                      <a:bevel prst="coolSlant"/>
                      <a:lightRig rig="flood" dir="t"/>
                    </a:cell3D>
                  </a:tcPr>
                </a:tc>
                <a:tc>
                  <a:txBody>
                    <a:bodyPr/>
                    <a:lstStyle/>
                    <a:p>
                      <a:r>
                        <a:rPr lang="en-CA" sz="1200" dirty="0">
                          <a:latin typeface="Segoe UI" panose="020B0502040204020203" pitchFamily="34" charset="0"/>
                          <a:cs typeface="Segoe UI" panose="020B0502040204020203" pitchFamily="34" charset="0"/>
                        </a:rPr>
                        <a:t>840</a:t>
                      </a:r>
                    </a:p>
                  </a:txBody>
                  <a:tcPr marL="68700" marR="68700">
                    <a:lnR w="12700" cap="flat" cmpd="sng" algn="ctr">
                      <a:solidFill>
                        <a:schemeClr val="tx1"/>
                      </a:solidFill>
                      <a:prstDash val="solid"/>
                      <a:round/>
                      <a:headEnd type="none" w="med" len="med"/>
                      <a:tailEnd type="none" w="med" len="med"/>
                    </a:lnR>
                    <a:cell3D prstMaterial="dkEdge">
                      <a:bevel prst="coolSlant"/>
                      <a:lightRig rig="flood" dir="t"/>
                    </a:cell3D>
                  </a:tcPr>
                </a:tc>
                <a:extLst>
                  <a:ext uri="{0D108BD9-81ED-4DB2-BD59-A6C34878D82A}">
                    <a16:rowId xmlns:a16="http://schemas.microsoft.com/office/drawing/2014/main" val="1103434883"/>
                  </a:ext>
                </a:extLst>
              </a:tr>
              <a:tr h="370840">
                <a:tc>
                  <a:txBody>
                    <a:bodyPr/>
                    <a:lstStyle/>
                    <a:p>
                      <a:r>
                        <a:rPr lang="en-CA" sz="1200" dirty="0">
                          <a:latin typeface="Segoe UI" panose="020B0502040204020203" pitchFamily="34" charset="0"/>
                          <a:cs typeface="Segoe UI" panose="020B0502040204020203" pitchFamily="34" charset="0"/>
                        </a:rPr>
                        <a:t>Google RSS</a:t>
                      </a:r>
                    </a:p>
                  </a:txBody>
                  <a:tcPr marL="68700" marR="68700">
                    <a:lnL w="12700" cap="flat" cmpd="sng" algn="ctr">
                      <a:solidFill>
                        <a:schemeClr val="tx1"/>
                      </a:solidFill>
                      <a:prstDash val="solid"/>
                      <a:round/>
                      <a:headEnd type="none" w="med" len="med"/>
                      <a:tailEnd type="none" w="med" len="med"/>
                    </a:lnL>
                    <a:cell3D prstMaterial="dkEdge">
                      <a:bevel prst="coolSlant"/>
                      <a:lightRig rig="flood" dir="t"/>
                    </a:cell3D>
                    <a:solidFill>
                      <a:srgbClr val="FFFF00"/>
                    </a:solidFill>
                  </a:tcPr>
                </a:tc>
                <a:tc>
                  <a:txBody>
                    <a:bodyPr/>
                    <a:lstStyle/>
                    <a:p>
                      <a:r>
                        <a:rPr lang="en-CA" sz="1200" dirty="0">
                          <a:latin typeface="Segoe UI" panose="020B0502040204020203" pitchFamily="34" charset="0"/>
                          <a:cs typeface="Segoe UI" panose="020B0502040204020203" pitchFamily="34" charset="0"/>
                        </a:rPr>
                        <a:t>4454</a:t>
                      </a:r>
                    </a:p>
                  </a:txBody>
                  <a:tcPr marL="68700" marR="68700">
                    <a:lnR w="12700" cap="flat" cmpd="sng" algn="ctr">
                      <a:solidFill>
                        <a:schemeClr val="tx1"/>
                      </a:solidFill>
                      <a:prstDash val="solid"/>
                      <a:round/>
                      <a:headEnd type="none" w="med" len="med"/>
                      <a:tailEnd type="none" w="med" len="med"/>
                    </a:lnR>
                    <a:cell3D prstMaterial="dkEdge">
                      <a:bevel prst="coolSlant"/>
                      <a:lightRig rig="flood" dir="t"/>
                    </a:cell3D>
                    <a:solidFill>
                      <a:srgbClr val="FFFF00"/>
                    </a:solidFill>
                  </a:tcPr>
                </a:tc>
                <a:extLst>
                  <a:ext uri="{0D108BD9-81ED-4DB2-BD59-A6C34878D82A}">
                    <a16:rowId xmlns:a16="http://schemas.microsoft.com/office/drawing/2014/main" val="4181245205"/>
                  </a:ext>
                </a:extLst>
              </a:tr>
              <a:tr h="370840">
                <a:tc>
                  <a:txBody>
                    <a:bodyPr/>
                    <a:lstStyle/>
                    <a:p>
                      <a:r>
                        <a:rPr lang="en-CA" sz="1200" dirty="0">
                          <a:latin typeface="Segoe UI" panose="020B0502040204020203" pitchFamily="34" charset="0"/>
                          <a:cs typeface="Segoe UI" panose="020B0502040204020203" pitchFamily="34" charset="0"/>
                        </a:rPr>
                        <a:t>Google Custom</a:t>
                      </a:r>
                    </a:p>
                  </a:txBody>
                  <a:tcPr marL="68700" marR="68700">
                    <a:lnL w="12700" cap="flat" cmpd="sng" algn="ctr">
                      <a:solidFill>
                        <a:schemeClr val="tx1"/>
                      </a:solidFill>
                      <a:prstDash val="solid"/>
                      <a:round/>
                      <a:headEnd type="none" w="med" len="med"/>
                      <a:tailEnd type="none" w="med" len="med"/>
                    </a:lnL>
                    <a:cell3D prstMaterial="dkEdge">
                      <a:bevel prst="coolSlant"/>
                      <a:lightRig rig="flood" dir="t"/>
                    </a:cell3D>
                    <a:solidFill>
                      <a:srgbClr val="FFFF00"/>
                    </a:solidFill>
                  </a:tcPr>
                </a:tc>
                <a:tc>
                  <a:txBody>
                    <a:bodyPr/>
                    <a:lstStyle/>
                    <a:p>
                      <a:r>
                        <a:rPr lang="en-CA" sz="1200" dirty="0">
                          <a:latin typeface="Segoe UI" panose="020B0502040204020203" pitchFamily="34" charset="0"/>
                          <a:cs typeface="Segoe UI" panose="020B0502040204020203" pitchFamily="34" charset="0"/>
                        </a:rPr>
                        <a:t>1039</a:t>
                      </a:r>
                    </a:p>
                  </a:txBody>
                  <a:tcPr marL="68700" marR="68700">
                    <a:lnR w="12700" cap="flat" cmpd="sng" algn="ctr">
                      <a:solidFill>
                        <a:schemeClr val="tx1"/>
                      </a:solidFill>
                      <a:prstDash val="solid"/>
                      <a:round/>
                      <a:headEnd type="none" w="med" len="med"/>
                      <a:tailEnd type="none" w="med" len="med"/>
                    </a:lnR>
                    <a:cell3D prstMaterial="dkEdge">
                      <a:bevel prst="coolSlant"/>
                      <a:lightRig rig="flood" dir="t"/>
                    </a:cell3D>
                    <a:solidFill>
                      <a:srgbClr val="FFFF00"/>
                    </a:solidFill>
                  </a:tcPr>
                </a:tc>
                <a:extLst>
                  <a:ext uri="{0D108BD9-81ED-4DB2-BD59-A6C34878D82A}">
                    <a16:rowId xmlns:a16="http://schemas.microsoft.com/office/drawing/2014/main" val="783815110"/>
                  </a:ext>
                </a:extLst>
              </a:tr>
              <a:tr h="370840">
                <a:tc>
                  <a:txBody>
                    <a:bodyPr/>
                    <a:lstStyle/>
                    <a:p>
                      <a:r>
                        <a:rPr lang="en-CA" sz="1200" dirty="0">
                          <a:latin typeface="Segoe UI" panose="020B0502040204020203" pitchFamily="34" charset="0"/>
                          <a:cs typeface="Segoe UI" panose="020B0502040204020203" pitchFamily="34" charset="0"/>
                        </a:rPr>
                        <a:t>Yahoo Finance</a:t>
                      </a:r>
                    </a:p>
                  </a:txBody>
                  <a:tcPr marL="68700" marR="68700">
                    <a:lnL w="12700" cap="flat" cmpd="sng" algn="ctr">
                      <a:solidFill>
                        <a:schemeClr val="tx1"/>
                      </a:solidFill>
                      <a:prstDash val="solid"/>
                      <a:round/>
                      <a:headEnd type="none" w="med" len="med"/>
                      <a:tailEnd type="none" w="med" len="med"/>
                    </a:lnL>
                    <a:cell3D prstMaterial="dkEdge">
                      <a:bevel prst="coolSlant"/>
                      <a:lightRig rig="flood" dir="t"/>
                    </a:cell3D>
                  </a:tcPr>
                </a:tc>
                <a:tc>
                  <a:txBody>
                    <a:bodyPr/>
                    <a:lstStyle/>
                    <a:p>
                      <a:r>
                        <a:rPr lang="en-CA" sz="1200" dirty="0">
                          <a:latin typeface="Segoe UI" panose="020B0502040204020203" pitchFamily="34" charset="0"/>
                          <a:cs typeface="Segoe UI" panose="020B0502040204020203" pitchFamily="34" charset="0"/>
                        </a:rPr>
                        <a:t>10</a:t>
                      </a:r>
                    </a:p>
                  </a:txBody>
                  <a:tcPr marL="68700" marR="68700">
                    <a:lnR w="12700" cap="flat" cmpd="sng" algn="ctr">
                      <a:solidFill>
                        <a:schemeClr val="tx1"/>
                      </a:solidFill>
                      <a:prstDash val="solid"/>
                      <a:round/>
                      <a:headEnd type="none" w="med" len="med"/>
                      <a:tailEnd type="none" w="med" len="med"/>
                    </a:lnR>
                    <a:cell3D prstMaterial="dkEdge">
                      <a:bevel prst="coolSlant"/>
                      <a:lightRig rig="flood" dir="t"/>
                    </a:cell3D>
                  </a:tcPr>
                </a:tc>
                <a:extLst>
                  <a:ext uri="{0D108BD9-81ED-4DB2-BD59-A6C34878D82A}">
                    <a16:rowId xmlns:a16="http://schemas.microsoft.com/office/drawing/2014/main" val="1868436875"/>
                  </a:ext>
                </a:extLst>
              </a:tr>
              <a:tr h="370840">
                <a:tc>
                  <a:txBody>
                    <a:bodyPr/>
                    <a:lstStyle/>
                    <a:p>
                      <a:r>
                        <a:rPr lang="en-CA" sz="1200" dirty="0">
                          <a:latin typeface="Segoe UI" panose="020B0502040204020203" pitchFamily="34" charset="0"/>
                          <a:cs typeface="Segoe UI" panose="020B0502040204020203" pitchFamily="34" charset="0"/>
                        </a:rPr>
                        <a:t>Total</a:t>
                      </a:r>
                    </a:p>
                  </a:txBody>
                  <a:tcPr marL="68700" marR="68700">
                    <a:lnL w="12700" cap="flat" cmpd="sng" algn="ctr">
                      <a:solidFill>
                        <a:schemeClr val="tx1"/>
                      </a:solidFill>
                      <a:prstDash val="solid"/>
                      <a:round/>
                      <a:headEnd type="none" w="med" len="med"/>
                      <a:tailEnd type="none" w="med" len="med"/>
                    </a:lnL>
                    <a:cell3D prstMaterial="dkEdge">
                      <a:bevel prst="coolSlant"/>
                      <a:lightRig rig="flood" dir="t"/>
                    </a:cell3D>
                  </a:tcPr>
                </a:tc>
                <a:tc>
                  <a:txBody>
                    <a:bodyPr/>
                    <a:lstStyle/>
                    <a:p>
                      <a:r>
                        <a:rPr lang="en-CA" sz="1200" dirty="0">
                          <a:latin typeface="Segoe UI" panose="020B0502040204020203" pitchFamily="34" charset="0"/>
                          <a:cs typeface="Segoe UI" panose="020B0502040204020203" pitchFamily="34" charset="0"/>
                        </a:rPr>
                        <a:t>6343</a:t>
                      </a:r>
                    </a:p>
                  </a:txBody>
                  <a:tcPr marL="68700" marR="68700">
                    <a:lnR w="12700" cap="flat" cmpd="sng" algn="ctr">
                      <a:solidFill>
                        <a:schemeClr val="tx1"/>
                      </a:solidFill>
                      <a:prstDash val="solid"/>
                      <a:round/>
                      <a:headEnd type="none" w="med" len="med"/>
                      <a:tailEnd type="none" w="med" len="med"/>
                    </a:lnR>
                    <a:cell3D prstMaterial="dkEdge">
                      <a:bevel prst="coolSlant"/>
                      <a:lightRig rig="flood" dir="t"/>
                    </a:cell3D>
                  </a:tcPr>
                </a:tc>
                <a:extLst>
                  <a:ext uri="{0D108BD9-81ED-4DB2-BD59-A6C34878D82A}">
                    <a16:rowId xmlns:a16="http://schemas.microsoft.com/office/drawing/2014/main" val="2418287068"/>
                  </a:ext>
                </a:extLst>
              </a:tr>
            </a:tbl>
          </a:graphicData>
        </a:graphic>
      </p:graphicFrame>
      <p:sp>
        <p:nvSpPr>
          <p:cNvPr id="4" name="TextBox 3">
            <a:extLst>
              <a:ext uri="{FF2B5EF4-FFF2-40B4-BE49-F238E27FC236}">
                <a16:creationId xmlns:a16="http://schemas.microsoft.com/office/drawing/2014/main" id="{89D7B8AB-9B65-6A8A-1C15-26BD8F45619A}"/>
              </a:ext>
            </a:extLst>
          </p:cNvPr>
          <p:cNvSpPr txBox="1"/>
          <p:nvPr/>
        </p:nvSpPr>
        <p:spPr>
          <a:xfrm>
            <a:off x="7995684" y="1856995"/>
            <a:ext cx="3786886" cy="523220"/>
          </a:xfrm>
          <a:prstGeom prst="rect">
            <a:avLst/>
          </a:prstGeom>
          <a:noFill/>
          <a:ln>
            <a:noFill/>
          </a:ln>
        </p:spPr>
        <p:txBody>
          <a:bodyPr wrap="square" rtlCol="0">
            <a:spAutoFit/>
          </a:bodyPr>
          <a:lstStyle/>
          <a:p>
            <a:r>
              <a:rPr lang="en-CA" sz="1400" i="1" dirty="0">
                <a:latin typeface="Segoe UI" panose="020B0502040204020203" pitchFamily="34" charset="0"/>
                <a:cs typeface="Segoe UI" panose="020B0502040204020203" pitchFamily="34" charset="0"/>
              </a:rPr>
              <a:t>Most of the news from Google RSS are only with headlines and keywords.</a:t>
            </a:r>
          </a:p>
        </p:txBody>
      </p:sp>
      <p:grpSp>
        <p:nvGrpSpPr>
          <p:cNvPr id="36" name="Group 35">
            <a:extLst>
              <a:ext uri="{FF2B5EF4-FFF2-40B4-BE49-F238E27FC236}">
                <a16:creationId xmlns:a16="http://schemas.microsoft.com/office/drawing/2014/main" id="{38EA8E6A-0077-ECD6-2773-7BFFC2257C11}"/>
              </a:ext>
            </a:extLst>
          </p:cNvPr>
          <p:cNvGrpSpPr/>
          <p:nvPr/>
        </p:nvGrpSpPr>
        <p:grpSpPr>
          <a:xfrm>
            <a:off x="4385150" y="2569050"/>
            <a:ext cx="4427396" cy="2589928"/>
            <a:chOff x="4355097" y="2888896"/>
            <a:chExt cx="4427396" cy="2589928"/>
          </a:xfrm>
        </p:grpSpPr>
        <p:sp>
          <p:nvSpPr>
            <p:cNvPr id="35" name="TextBox 34">
              <a:extLst>
                <a:ext uri="{FF2B5EF4-FFF2-40B4-BE49-F238E27FC236}">
                  <a16:creationId xmlns:a16="http://schemas.microsoft.com/office/drawing/2014/main" id="{E635F329-5022-960D-A9E3-888FC7D45E04}"/>
                </a:ext>
              </a:extLst>
            </p:cNvPr>
            <p:cNvSpPr txBox="1"/>
            <p:nvPr/>
          </p:nvSpPr>
          <p:spPr>
            <a:xfrm>
              <a:off x="4355097" y="3462888"/>
              <a:ext cx="4427396" cy="2015936"/>
            </a:xfrm>
            <a:prstGeom prst="rect">
              <a:avLst/>
            </a:prstGeom>
            <a:noFill/>
          </p:spPr>
          <p:txBody>
            <a:bodyPr wrap="square" rtlCol="0">
              <a:spAutoFit/>
            </a:bodyPr>
            <a:lstStyle/>
            <a:p>
              <a:pPr>
                <a:spcAft>
                  <a:spcPts val="600"/>
                </a:spcAft>
              </a:pPr>
              <a:r>
                <a:rPr lang="en-CA" sz="1200" i="1" dirty="0">
                  <a:latin typeface="Segoe UI" panose="020B0502040204020203" pitchFamily="34" charset="0"/>
                  <a:cs typeface="Segoe UI" panose="020B0502040204020203" pitchFamily="34" charset="0"/>
                </a:rPr>
                <a:t>Used OpenAI to generate Summary of Google news and added the following for </a:t>
              </a:r>
              <a:r>
                <a:rPr lang="en-CA" sz="1200" b="1" i="1" dirty="0">
                  <a:latin typeface="Segoe UI" panose="020B0502040204020203" pitchFamily="34" charset="0"/>
                  <a:cs typeface="Segoe UI" panose="020B0502040204020203" pitchFamily="34" charset="0"/>
                </a:rPr>
                <a:t>News data</a:t>
              </a:r>
            </a:p>
            <a:p>
              <a:pPr marL="285750" indent="-285750">
                <a:buFont typeface="Arial" panose="020B0604020202020204" pitchFamily="34" charset="0"/>
                <a:buChar char="•"/>
              </a:pPr>
              <a:r>
                <a:rPr lang="en-CA" sz="1200" i="1" dirty="0">
                  <a:latin typeface="Segoe UI" panose="020B0502040204020203" pitchFamily="34" charset="0"/>
                  <a:cs typeface="Segoe UI" panose="020B0502040204020203" pitchFamily="34" charset="0"/>
                </a:rPr>
                <a:t>GPT Summary</a:t>
              </a:r>
            </a:p>
            <a:p>
              <a:pPr marL="285750" indent="-285750">
                <a:buFont typeface="Arial" panose="020B0604020202020204" pitchFamily="34" charset="0"/>
                <a:buChar char="•"/>
              </a:pPr>
              <a:r>
                <a:rPr lang="en-CA" sz="1200" i="1" dirty="0">
                  <a:latin typeface="Segoe UI" panose="020B0502040204020203" pitchFamily="34" charset="0"/>
                  <a:cs typeface="Segoe UI" panose="020B0502040204020203" pitchFamily="34" charset="0"/>
                </a:rPr>
                <a:t>GPT </a:t>
              </a:r>
              <a:r>
                <a:rPr lang="en-CA" sz="1200" i="1" dirty="0" err="1">
                  <a:latin typeface="Segoe UI" panose="020B0502040204020203" pitchFamily="34" charset="0"/>
                  <a:cs typeface="Segoe UI" panose="020B0502040204020203" pitchFamily="34" charset="0"/>
                </a:rPr>
                <a:t>Sentiment_Score</a:t>
              </a:r>
              <a:endParaRPr lang="en-CA" sz="1200" i="1"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CA" sz="1200" i="1" dirty="0">
                  <a:latin typeface="Segoe UI" panose="020B0502040204020203" pitchFamily="34" charset="0"/>
                  <a:cs typeface="Segoe UI" panose="020B0502040204020203" pitchFamily="34" charset="0"/>
                </a:rPr>
                <a:t>GPT </a:t>
              </a:r>
              <a:r>
                <a:rPr lang="en-CA" sz="1200" i="1" dirty="0" err="1">
                  <a:latin typeface="Segoe UI" panose="020B0502040204020203" pitchFamily="34" charset="0"/>
                  <a:cs typeface="Segoe UI" panose="020B0502040204020203" pitchFamily="34" charset="0"/>
                </a:rPr>
                <a:t>Positive_Score</a:t>
              </a:r>
              <a:endParaRPr lang="en-CA" sz="1200" i="1"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CA" sz="1200" i="1" dirty="0">
                  <a:latin typeface="Segoe UI" panose="020B0502040204020203" pitchFamily="34" charset="0"/>
                  <a:cs typeface="Segoe UI" panose="020B0502040204020203" pitchFamily="34" charset="0"/>
                </a:rPr>
                <a:t>GPT </a:t>
              </a:r>
              <a:r>
                <a:rPr lang="en-CA" sz="1200" i="1" dirty="0" err="1">
                  <a:latin typeface="Segoe UI" panose="020B0502040204020203" pitchFamily="34" charset="0"/>
                  <a:cs typeface="Segoe UI" panose="020B0502040204020203" pitchFamily="34" charset="0"/>
                </a:rPr>
                <a:t>Negative_Score</a:t>
              </a:r>
              <a:endParaRPr lang="en-CA" sz="1200" i="1"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CA" sz="1200" i="1" dirty="0">
                  <a:latin typeface="Segoe UI" panose="020B0502040204020203" pitchFamily="34" charset="0"/>
                  <a:cs typeface="Segoe UI" panose="020B0502040204020203" pitchFamily="34" charset="0"/>
                </a:rPr>
                <a:t>GPT </a:t>
              </a:r>
              <a:r>
                <a:rPr lang="en-CA" sz="1200" i="1" dirty="0" err="1">
                  <a:latin typeface="Segoe UI" panose="020B0502040204020203" pitchFamily="34" charset="0"/>
                  <a:cs typeface="Segoe UI" panose="020B0502040204020203" pitchFamily="34" charset="0"/>
                </a:rPr>
                <a:t>Important_Score</a:t>
              </a:r>
              <a:endParaRPr lang="en-CA" sz="1200" i="1"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CA" sz="1200" i="1" dirty="0">
                  <a:latin typeface="Segoe UI" panose="020B0502040204020203" pitchFamily="34" charset="0"/>
                  <a:cs typeface="Segoe UI" panose="020B0502040204020203" pitchFamily="34" charset="0"/>
                </a:rPr>
                <a:t>GPT Direction</a:t>
              </a:r>
            </a:p>
            <a:p>
              <a:pPr marL="285750" indent="-285750">
                <a:buFont typeface="Arial" panose="020B0604020202020204" pitchFamily="34" charset="0"/>
                <a:buChar char="•"/>
              </a:pPr>
              <a:r>
                <a:rPr lang="en-CA" sz="1200" i="1" dirty="0" err="1">
                  <a:latin typeface="Segoe UI" panose="020B0502040204020203" pitchFamily="34" charset="0"/>
                  <a:cs typeface="Segoe UI" panose="020B0502040204020203" pitchFamily="34" charset="0"/>
                </a:rPr>
                <a:t>GPT_Event_Type</a:t>
              </a:r>
              <a:endParaRPr lang="en-CA" sz="1200" i="1" dirty="0">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CA" sz="1200" i="1" dirty="0" err="1">
                  <a:latin typeface="Segoe UI" panose="020B0502040204020203" pitchFamily="34" charset="0"/>
                  <a:cs typeface="Segoe UI" panose="020B0502040204020203" pitchFamily="34" charset="0"/>
                </a:rPr>
                <a:t>GPT_relevance_to_apple</a:t>
              </a:r>
              <a:endParaRPr lang="en-CA" sz="1200" i="1" dirty="0">
                <a:latin typeface="Segoe UI" panose="020B0502040204020203" pitchFamily="34" charset="0"/>
                <a:cs typeface="Segoe UI" panose="020B0502040204020203" pitchFamily="34" charset="0"/>
              </a:endParaRPr>
            </a:p>
          </p:txBody>
        </p:sp>
        <p:sp>
          <p:nvSpPr>
            <p:cNvPr id="7" name="Arrow: Down 6">
              <a:extLst>
                <a:ext uri="{FF2B5EF4-FFF2-40B4-BE49-F238E27FC236}">
                  <a16:creationId xmlns:a16="http://schemas.microsoft.com/office/drawing/2014/main" id="{8090421F-E209-3851-2E03-3F23C80A48D1}"/>
                </a:ext>
              </a:extLst>
            </p:cNvPr>
            <p:cNvSpPr/>
            <p:nvPr/>
          </p:nvSpPr>
          <p:spPr>
            <a:xfrm flipV="1">
              <a:off x="5140416" y="2888896"/>
              <a:ext cx="330339" cy="459775"/>
            </a:xfrm>
            <a:prstGeom prst="downArrow">
              <a:avLst/>
            </a:prstGeom>
            <a:gradFill flip="none" rotWithShape="1">
              <a:gsLst>
                <a:gs pos="0">
                  <a:schemeClr val="accent6">
                    <a:lumMod val="75000"/>
                    <a:tint val="66000"/>
                    <a:satMod val="160000"/>
                  </a:schemeClr>
                </a:gs>
                <a:gs pos="50000">
                  <a:schemeClr val="accent6">
                    <a:lumMod val="75000"/>
                    <a:tint val="44500"/>
                    <a:satMod val="160000"/>
                  </a:schemeClr>
                </a:gs>
                <a:gs pos="100000">
                  <a:schemeClr val="accent6">
                    <a:lumMod val="75000"/>
                    <a:tint val="23500"/>
                    <a:satMod val="160000"/>
                  </a:schemeClr>
                </a:gs>
              </a:gsLst>
              <a:path path="circle">
                <a:fillToRect l="50000" t="50000" r="50000" b="50000"/>
              </a:path>
              <a:tileRect/>
            </a:gra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6148" name="Picture 4">
              <a:extLst>
                <a:ext uri="{FF2B5EF4-FFF2-40B4-BE49-F238E27FC236}">
                  <a16:creationId xmlns:a16="http://schemas.microsoft.com/office/drawing/2014/main" id="{35DF4A64-6298-B1B7-C981-8462A87F057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64325" y="4740838"/>
              <a:ext cx="1636528" cy="443226"/>
            </a:xfrm>
            <a:prstGeom prst="rect">
              <a:avLst/>
            </a:prstGeom>
            <a:noFill/>
            <a:extLst>
              <a:ext uri="{909E8E84-426E-40DD-AFC4-6F175D3DCCD1}">
                <a14:hiddenFill xmlns:a14="http://schemas.microsoft.com/office/drawing/2010/main">
                  <a:solidFill>
                    <a:srgbClr val="FFFFFF"/>
                  </a:solidFill>
                </a14:hiddenFill>
              </a:ext>
            </a:extLst>
          </p:spPr>
        </p:pic>
      </p:grpSp>
      <p:sp>
        <p:nvSpPr>
          <p:cNvPr id="39" name="TextBox 38">
            <a:extLst>
              <a:ext uri="{FF2B5EF4-FFF2-40B4-BE49-F238E27FC236}">
                <a16:creationId xmlns:a16="http://schemas.microsoft.com/office/drawing/2014/main" id="{C4B5B27C-6931-A0E5-F7D0-23CB3CC8734B}"/>
              </a:ext>
            </a:extLst>
          </p:cNvPr>
          <p:cNvSpPr txBox="1"/>
          <p:nvPr/>
        </p:nvSpPr>
        <p:spPr>
          <a:xfrm>
            <a:off x="4385150" y="5281028"/>
            <a:ext cx="4427396" cy="1092607"/>
          </a:xfrm>
          <a:prstGeom prst="rect">
            <a:avLst/>
          </a:prstGeom>
          <a:noFill/>
        </p:spPr>
        <p:txBody>
          <a:bodyPr wrap="square" rtlCol="0">
            <a:spAutoFit/>
          </a:bodyPr>
          <a:lstStyle/>
          <a:p>
            <a:pPr>
              <a:spcAft>
                <a:spcPts val="600"/>
              </a:spcAft>
            </a:pPr>
            <a:r>
              <a:rPr lang="en-CA" sz="1200" b="1" i="1" dirty="0">
                <a:latin typeface="Segoe UI" panose="020B0502040204020203" pitchFamily="34" charset="0"/>
                <a:cs typeface="Segoe UI" panose="020B0502040204020203" pitchFamily="34" charset="0"/>
              </a:rPr>
              <a:t>Stocks</a:t>
            </a:r>
            <a:r>
              <a:rPr lang="en-CA" sz="1200" i="1" dirty="0">
                <a:latin typeface="Segoe UI" panose="020B0502040204020203" pitchFamily="34" charset="0"/>
                <a:cs typeface="Segoe UI" panose="020B0502040204020203" pitchFamily="34" charset="0"/>
              </a:rPr>
              <a:t> </a:t>
            </a:r>
            <a:r>
              <a:rPr lang="en-CA" sz="1200" b="1" i="1" dirty="0">
                <a:latin typeface="Segoe UI" panose="020B0502040204020203" pitchFamily="34" charset="0"/>
                <a:cs typeface="Segoe UI" panose="020B0502040204020203" pitchFamily="34" charset="0"/>
              </a:rPr>
              <a:t>data</a:t>
            </a:r>
            <a:r>
              <a:rPr lang="en-CA" sz="1200" i="1" dirty="0">
                <a:latin typeface="Segoe UI" panose="020B0502040204020203" pitchFamily="34" charset="0"/>
                <a:cs typeface="Segoe UI" panose="020B0502040204020203" pitchFamily="34" charset="0"/>
              </a:rPr>
              <a:t> are added with Technical Indicators such as </a:t>
            </a:r>
          </a:p>
          <a:p>
            <a:pPr marL="171450" indent="-171450">
              <a:buFont typeface="Arial" panose="020B0604020202020204" pitchFamily="34" charset="0"/>
              <a:buChar char="•"/>
            </a:pPr>
            <a:r>
              <a:rPr lang="en-CA" sz="1200" i="1" dirty="0">
                <a:latin typeface="Segoe UI" panose="020B0502040204020203" pitchFamily="34" charset="0"/>
                <a:cs typeface="Segoe UI" panose="020B0502040204020203" pitchFamily="34" charset="0"/>
              </a:rPr>
              <a:t>Simple Moving Average, Exponential Moving Average</a:t>
            </a:r>
          </a:p>
          <a:p>
            <a:pPr marL="171450" indent="-171450">
              <a:buFont typeface="Arial" panose="020B0604020202020204" pitchFamily="34" charset="0"/>
              <a:buChar char="•"/>
            </a:pPr>
            <a:r>
              <a:rPr lang="en-CA" sz="1200" i="1" dirty="0">
                <a:latin typeface="Segoe UI" panose="020B0502040204020203" pitchFamily="34" charset="0"/>
                <a:cs typeface="Segoe UI" panose="020B0502040204020203" pitchFamily="34" charset="0"/>
              </a:rPr>
              <a:t>Relative Strength Index, Bollinger Bands</a:t>
            </a:r>
          </a:p>
          <a:p>
            <a:pPr marL="171450" indent="-171450">
              <a:buFont typeface="Arial" panose="020B0604020202020204" pitchFamily="34" charset="0"/>
              <a:buChar char="•"/>
            </a:pPr>
            <a:r>
              <a:rPr lang="en-CA" sz="1200" i="1" dirty="0">
                <a:latin typeface="Segoe UI" panose="020B0502040204020203" pitchFamily="34" charset="0"/>
                <a:cs typeface="Segoe UI" panose="020B0502040204020203" pitchFamily="34" charset="0"/>
              </a:rPr>
              <a:t>Average True Range, Average Directional Index</a:t>
            </a:r>
          </a:p>
          <a:p>
            <a:pPr marL="171450" indent="-171450">
              <a:buFont typeface="Arial" panose="020B0604020202020204" pitchFamily="34" charset="0"/>
              <a:buChar char="•"/>
            </a:pPr>
            <a:r>
              <a:rPr lang="en-CA" sz="1200" i="1" dirty="0">
                <a:latin typeface="Segoe UI" panose="020B0502040204020203" pitchFamily="34" charset="0"/>
                <a:cs typeface="Segoe UI" panose="020B0502040204020203" pitchFamily="34" charset="0"/>
              </a:rPr>
              <a:t>Moving Average Convergence Divergence</a:t>
            </a:r>
          </a:p>
        </p:txBody>
      </p:sp>
      <p:sp>
        <p:nvSpPr>
          <p:cNvPr id="40" name="Arrow: Right 39">
            <a:extLst>
              <a:ext uri="{FF2B5EF4-FFF2-40B4-BE49-F238E27FC236}">
                <a16:creationId xmlns:a16="http://schemas.microsoft.com/office/drawing/2014/main" id="{F1468797-8BBD-C995-1454-C9E3AFB07C11}"/>
              </a:ext>
            </a:extLst>
          </p:cNvPr>
          <p:cNvSpPr/>
          <p:nvPr/>
        </p:nvSpPr>
        <p:spPr>
          <a:xfrm rot="2289485" flipH="1">
            <a:off x="3672841" y="5618892"/>
            <a:ext cx="424894" cy="304800"/>
          </a:xfrm>
          <a:prstGeom prst="rightArrow">
            <a:avLst/>
          </a:prstGeom>
          <a:gradFill flip="none" rotWithShape="1">
            <a:gsLst>
              <a:gs pos="0">
                <a:schemeClr val="accent6">
                  <a:tint val="66000"/>
                  <a:satMod val="160000"/>
                </a:schemeClr>
              </a:gs>
              <a:gs pos="50000">
                <a:schemeClr val="accent6">
                  <a:tint val="44500"/>
                  <a:satMod val="160000"/>
                </a:schemeClr>
              </a:gs>
              <a:gs pos="100000">
                <a:schemeClr val="accent6">
                  <a:tint val="23500"/>
                  <a:satMod val="16000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1" name="TextBox 40">
            <a:extLst>
              <a:ext uri="{FF2B5EF4-FFF2-40B4-BE49-F238E27FC236}">
                <a16:creationId xmlns:a16="http://schemas.microsoft.com/office/drawing/2014/main" id="{03D10B2F-F9AA-0B50-CF60-7E840FD436C2}"/>
              </a:ext>
            </a:extLst>
          </p:cNvPr>
          <p:cNvSpPr txBox="1"/>
          <p:nvPr/>
        </p:nvSpPr>
        <p:spPr>
          <a:xfrm>
            <a:off x="4397271" y="6552084"/>
            <a:ext cx="7805299" cy="307777"/>
          </a:xfrm>
          <a:prstGeom prst="rect">
            <a:avLst/>
          </a:prstGeom>
          <a:solidFill>
            <a:schemeClr val="bg1"/>
          </a:solidFill>
        </p:spPr>
        <p:txBody>
          <a:bodyPr wrap="square" rtlCol="0">
            <a:spAutoFit/>
          </a:bodyPr>
          <a:lstStyle/>
          <a:p>
            <a:r>
              <a:rPr lang="en-CA" sz="700" b="1" i="1" dirty="0">
                <a:latin typeface="Segoe UI" panose="020B0502040204020203" pitchFamily="34" charset="0"/>
                <a:cs typeface="Segoe UI" panose="020B0502040204020203" pitchFamily="34" charset="0"/>
              </a:rPr>
              <a:t>Sources: apple_stock_with_indicators.csv, </a:t>
            </a:r>
            <a:r>
              <a:rPr lang="en-US" sz="700" b="1" i="1" dirty="0">
                <a:latin typeface="Segoe UI" panose="020B0502040204020203" pitchFamily="34" charset="0"/>
                <a:cs typeface="Segoe UI" panose="020B0502040204020203" pitchFamily="34" charset="0"/>
              </a:rPr>
              <a:t>apple_stock_news_with_summary.csv, apple_stock_enriched_phase2_output.csv</a:t>
            </a:r>
            <a:r>
              <a:rPr lang="en-CA" sz="700" b="1" i="1" dirty="0">
                <a:latin typeface="Segoe UI" panose="020B0502040204020203" pitchFamily="34" charset="0"/>
                <a:cs typeface="Segoe UI" panose="020B0502040204020203" pitchFamily="34" charset="0"/>
              </a:rPr>
              <a:t> | OpenAI | Code: 3.Apple_5yr_historicdata.py 5.A_Preprocessing.py, 5.C_Get_Apple_Simplified.py, 5.E_Generate_Summary.py</a:t>
            </a:r>
          </a:p>
        </p:txBody>
      </p:sp>
    </p:spTree>
    <p:extLst>
      <p:ext uri="{BB962C8B-B14F-4D97-AF65-F5344CB8AC3E}">
        <p14:creationId xmlns:p14="http://schemas.microsoft.com/office/powerpoint/2010/main" val="137709045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7" presetClass="path" presetSubtype="0" accel="50000" decel="50000" fill="hold" grpId="0" nodeType="clickEffect">
                                  <p:stCondLst>
                                    <p:cond delay="0"/>
                                  </p:stCondLst>
                                  <p:childTnLst>
                                    <p:animMotion origin="layout" path="M -2.08333E-6 -1.85185E-6 L -2.08333E-6 -0.125 C -2.08333E-6 -0.18102 0.06901 -0.25 0.125 -0.25 L 0.25 -0.25 " pathEditMode="relative" rAng="0" ptsTypes="AAAA">
                                      <p:cBhvr>
                                        <p:cTn id="6" dur="500" fill="hold"/>
                                        <p:tgtEl>
                                          <p:spTgt spid="15"/>
                                        </p:tgtEl>
                                        <p:attrNameLst>
                                          <p:attrName>ppt_x</p:attrName>
                                          <p:attrName>ppt_y</p:attrName>
                                        </p:attrNameLst>
                                      </p:cBhvr>
                                      <p:rCtr x="12500" y="-12500"/>
                                    </p:animMotion>
                                  </p:childTnLst>
                                </p:cTn>
                              </p:par>
                              <p:par>
                                <p:cTn id="7" presetID="57" presetClass="path" presetSubtype="0" accel="50000" decel="50000" fill="hold" grpId="0" nodeType="withEffect">
                                  <p:stCondLst>
                                    <p:cond delay="0"/>
                                  </p:stCondLst>
                                  <p:childTnLst>
                                    <p:animMotion origin="layout" path="M -1.04167E-6 -3.7037E-6 L -1.04167E-6 -0.125 C -1.04167E-6 -0.18101 0.06901 -0.25 0.125 -0.25 L 0.25 -0.25 " pathEditMode="relative" rAng="0" ptsTypes="AAAA">
                                      <p:cBhvr>
                                        <p:cTn id="8" dur="500" fill="hold"/>
                                        <p:tgtEl>
                                          <p:spTgt spid="16"/>
                                        </p:tgtEl>
                                        <p:attrNameLst>
                                          <p:attrName>ppt_x</p:attrName>
                                          <p:attrName>ppt_y</p:attrName>
                                        </p:attrNameLst>
                                      </p:cBhvr>
                                      <p:rCtr x="12500" y="-12500"/>
                                    </p:animMotion>
                                  </p:childTnLst>
                                </p:cTn>
                              </p:par>
                              <p:par>
                                <p:cTn id="9" presetID="57" presetClass="path" presetSubtype="0" accel="50000" decel="50000" fill="hold" grpId="0" nodeType="withEffect">
                                  <p:stCondLst>
                                    <p:cond delay="0"/>
                                  </p:stCondLst>
                                  <p:childTnLst>
                                    <p:animMotion origin="layout" path="M -1.04167E-6 -2.22222E-6 L -1.04167E-6 -0.125 C -1.04167E-6 -0.18102 0.06901 -0.25 0.125 -0.25 L 0.25 -0.25 " pathEditMode="relative" rAng="0" ptsTypes="AAAA">
                                      <p:cBhvr>
                                        <p:cTn id="10" dur="500" fill="hold"/>
                                        <p:tgtEl>
                                          <p:spTgt spid="19"/>
                                        </p:tgtEl>
                                        <p:attrNameLst>
                                          <p:attrName>ppt_x</p:attrName>
                                          <p:attrName>ppt_y</p:attrName>
                                        </p:attrNameLst>
                                      </p:cBhvr>
                                      <p:rCtr x="12500" y="-12500"/>
                                    </p:animMotion>
                                  </p:childTnLst>
                                </p:cTn>
                              </p:par>
                              <p:par>
                                <p:cTn id="11" presetID="57" presetClass="path" presetSubtype="0" accel="50000" decel="50000" fill="hold" grpId="0" nodeType="withEffect">
                                  <p:stCondLst>
                                    <p:cond delay="0"/>
                                  </p:stCondLst>
                                  <p:childTnLst>
                                    <p:animMotion origin="layout" path="M 2.08333E-6 4.81481E-6 L 2.08333E-6 -0.125 C 2.08333E-6 -0.18102 0.06901 -0.25 0.125 -0.25 L 0.25 -0.25 " pathEditMode="relative" rAng="0" ptsTypes="AAAA">
                                      <p:cBhvr>
                                        <p:cTn id="12" dur="500" fill="hold"/>
                                        <p:tgtEl>
                                          <p:spTgt spid="20"/>
                                        </p:tgtEl>
                                        <p:attrNameLst>
                                          <p:attrName>ppt_x</p:attrName>
                                          <p:attrName>ppt_y</p:attrName>
                                        </p:attrNameLst>
                                      </p:cBhvr>
                                      <p:rCtr x="12500" y="-12500"/>
                                    </p:animMotion>
                                  </p:childTnLst>
                                </p:cTn>
                              </p:par>
                              <p:par>
                                <p:cTn id="13" presetID="57" presetClass="path" presetSubtype="0" accel="50000" decel="50000" fill="hold" grpId="0" nodeType="withEffect">
                                  <p:stCondLst>
                                    <p:cond delay="0"/>
                                  </p:stCondLst>
                                  <p:childTnLst>
                                    <p:animMotion origin="layout" path="M -2.70833E-6 -1.11111E-6 L -2.70833E-6 -0.125 C -2.70833E-6 -0.18102 0.06901 -0.25 0.125 -0.25 L 0.25 -0.25 " pathEditMode="relative" rAng="0" ptsTypes="AAAA">
                                      <p:cBhvr>
                                        <p:cTn id="14" dur="500" fill="hold"/>
                                        <p:tgtEl>
                                          <p:spTgt spid="21"/>
                                        </p:tgtEl>
                                        <p:attrNameLst>
                                          <p:attrName>ppt_x</p:attrName>
                                          <p:attrName>ppt_y</p:attrName>
                                        </p:attrNameLst>
                                      </p:cBhvr>
                                      <p:rCtr x="12500" y="-12500"/>
                                    </p:animMotion>
                                  </p:childTnLst>
                                </p:cTn>
                              </p:par>
                              <p:par>
                                <p:cTn id="15" presetID="57" presetClass="path" presetSubtype="0" accel="50000" decel="50000" fill="hold" grpId="0" nodeType="withEffect">
                                  <p:stCondLst>
                                    <p:cond delay="0"/>
                                  </p:stCondLst>
                                  <p:childTnLst>
                                    <p:animMotion origin="layout" path="M -3.54167E-6 -2.59259E-6 L -3.54167E-6 -0.125 C -3.54167E-6 -0.18102 0.06901 -0.25 0.125 -0.25 L 0.25 -0.25 " pathEditMode="relative" rAng="0" ptsTypes="AAAA">
                                      <p:cBhvr>
                                        <p:cTn id="16" dur="500" fill="hold"/>
                                        <p:tgtEl>
                                          <p:spTgt spid="22"/>
                                        </p:tgtEl>
                                        <p:attrNameLst>
                                          <p:attrName>ppt_x</p:attrName>
                                          <p:attrName>ppt_y</p:attrName>
                                        </p:attrNameLst>
                                      </p:cBhvr>
                                      <p:rCtr x="12500" y="-12500"/>
                                    </p:animMotion>
                                  </p:childTnLst>
                                </p:cTn>
                              </p:par>
                              <p:par>
                                <p:cTn id="17" presetID="57" presetClass="path" presetSubtype="0" accel="50000" decel="50000" fill="hold" grpId="0" nodeType="withEffect">
                                  <p:stCondLst>
                                    <p:cond delay="0"/>
                                  </p:stCondLst>
                                  <p:childTnLst>
                                    <p:animMotion origin="layout" path="M -1.45833E-6 1.85185E-6 L -1.45833E-6 -0.125 C -1.45833E-6 -0.18102 0.06901 -0.25 0.125 -0.25 L 0.25 -0.25 " pathEditMode="relative" rAng="0" ptsTypes="AAAA">
                                      <p:cBhvr>
                                        <p:cTn id="18" dur="500" fill="hold"/>
                                        <p:tgtEl>
                                          <p:spTgt spid="23"/>
                                        </p:tgtEl>
                                        <p:attrNameLst>
                                          <p:attrName>ppt_x</p:attrName>
                                          <p:attrName>ppt_y</p:attrName>
                                        </p:attrNameLst>
                                      </p:cBhvr>
                                      <p:rCtr x="12500" y="-12500"/>
                                    </p:animMotion>
                                  </p:childTnLst>
                                </p:cTn>
                              </p:par>
                              <p:par>
                                <p:cTn id="19" presetID="57" presetClass="path" presetSubtype="0" accel="50000" decel="50000" fill="hold" grpId="0" nodeType="withEffect">
                                  <p:stCondLst>
                                    <p:cond delay="0"/>
                                  </p:stCondLst>
                                  <p:childTnLst>
                                    <p:animMotion origin="layout" path="M 1.875E-6 -1.11111E-6 L 1.875E-6 -0.125 C 1.875E-6 -0.18102 0.06901 -0.25 0.125 -0.25 L 0.25 -0.25 " pathEditMode="relative" rAng="0" ptsTypes="AAAA">
                                      <p:cBhvr>
                                        <p:cTn id="20" dur="500" fill="hold"/>
                                        <p:tgtEl>
                                          <p:spTgt spid="24"/>
                                        </p:tgtEl>
                                        <p:attrNameLst>
                                          <p:attrName>ppt_x</p:attrName>
                                          <p:attrName>ppt_y</p:attrName>
                                        </p:attrNameLst>
                                      </p:cBhvr>
                                      <p:rCtr x="12500" y="-12500"/>
                                    </p:animMotion>
                                  </p:childTnLst>
                                </p:cTn>
                              </p:par>
                              <p:par>
                                <p:cTn id="21" presetID="57" presetClass="path" presetSubtype="0" accel="50000" decel="50000" fill="hold" grpId="0" nodeType="withEffect">
                                  <p:stCondLst>
                                    <p:cond delay="0"/>
                                  </p:stCondLst>
                                  <p:childTnLst>
                                    <p:animMotion origin="layout" path="M -2.08333E-6 1.11111E-6 L -2.08333E-6 -0.125 C -2.08333E-6 -0.18102 0.06901 -0.25 0.125 -0.25 L 0.25 -0.25 " pathEditMode="relative" rAng="0" ptsTypes="AAAA">
                                      <p:cBhvr>
                                        <p:cTn id="22" dur="500" fill="hold"/>
                                        <p:tgtEl>
                                          <p:spTgt spid="27"/>
                                        </p:tgtEl>
                                        <p:attrNameLst>
                                          <p:attrName>ppt_x</p:attrName>
                                          <p:attrName>ppt_y</p:attrName>
                                        </p:attrNameLst>
                                      </p:cBhvr>
                                      <p:rCtr x="12500" y="-12500"/>
                                    </p:animMotion>
                                  </p:childTnLst>
                                </p:cTn>
                              </p:par>
                              <p:par>
                                <p:cTn id="23" presetID="57" presetClass="path" presetSubtype="0" accel="50000" decel="50000" fill="hold" grpId="0" nodeType="withEffect">
                                  <p:stCondLst>
                                    <p:cond delay="0"/>
                                  </p:stCondLst>
                                  <p:childTnLst>
                                    <p:animMotion origin="layout" path="M 4.375E-6 1.11111E-6 L 4.375E-6 -0.125 C 4.375E-6 -0.18102 0.06901 -0.25 0.125 -0.25 L 0.25 -0.25 " pathEditMode="relative" rAng="0" ptsTypes="AAAA">
                                      <p:cBhvr>
                                        <p:cTn id="24" dur="500" fill="hold"/>
                                        <p:tgtEl>
                                          <p:spTgt spid="28"/>
                                        </p:tgtEl>
                                        <p:attrNameLst>
                                          <p:attrName>ppt_x</p:attrName>
                                          <p:attrName>ppt_y</p:attrName>
                                        </p:attrNameLst>
                                      </p:cBhvr>
                                      <p:rCtr x="12500" y="-12500"/>
                                    </p:animMotion>
                                  </p:childTnLst>
                                </p:cTn>
                              </p:par>
                              <p:par>
                                <p:cTn id="25" presetID="57" presetClass="path" presetSubtype="0" accel="50000" decel="50000" fill="hold" grpId="0" nodeType="withEffect">
                                  <p:stCondLst>
                                    <p:cond delay="0"/>
                                  </p:stCondLst>
                                  <p:childTnLst>
                                    <p:animMotion origin="layout" path="M 0 0 L 0 -0.125 C 0 -0.181 0.069 -0.25 0.125 -0.25 L 0.25 -0.25 E" pathEditMode="relative" ptsTypes="">
                                      <p:cBhvr>
                                        <p:cTn id="26" dur="500" fill="hold"/>
                                        <p:tgtEl>
                                          <p:spTgt spid="29"/>
                                        </p:tgtEl>
                                        <p:attrNameLst>
                                          <p:attrName>ppt_x</p:attrName>
                                          <p:attrName>ppt_y</p:attrName>
                                        </p:attrNameLst>
                                      </p:cBhvr>
                                    </p:animMotion>
                                  </p:childTnLst>
                                </p:cTn>
                              </p:par>
                              <p:par>
                                <p:cTn id="27" presetID="1" presetClass="entr" presetSubtype="0"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par>
                          <p:cTn id="31" fill="hold">
                            <p:stCondLst>
                              <p:cond delay="500"/>
                            </p:stCondLst>
                            <p:childTnLst>
                              <p:par>
                                <p:cTn id="32" presetID="45" presetClass="entr" presetSubtype="0" fill="hold" grpId="1" nodeType="after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750"/>
                                        <p:tgtEl>
                                          <p:spTgt spid="15"/>
                                        </p:tgtEl>
                                      </p:cBhvr>
                                    </p:animEffect>
                                    <p:anim calcmode="lin" valueType="num">
                                      <p:cBhvr>
                                        <p:cTn id="35" dur="750" fill="hold"/>
                                        <p:tgtEl>
                                          <p:spTgt spid="15"/>
                                        </p:tgtEl>
                                        <p:attrNameLst>
                                          <p:attrName>ppt_w</p:attrName>
                                        </p:attrNameLst>
                                      </p:cBhvr>
                                      <p:tavLst>
                                        <p:tav tm="0" fmla="#ppt_w*sin(2.5*pi*$)">
                                          <p:val>
                                            <p:fltVal val="0"/>
                                          </p:val>
                                        </p:tav>
                                        <p:tav tm="100000">
                                          <p:val>
                                            <p:fltVal val="1"/>
                                          </p:val>
                                        </p:tav>
                                      </p:tavLst>
                                    </p:anim>
                                    <p:anim calcmode="lin" valueType="num">
                                      <p:cBhvr>
                                        <p:cTn id="36" dur="750" fill="hold"/>
                                        <p:tgtEl>
                                          <p:spTgt spid="15"/>
                                        </p:tgtEl>
                                        <p:attrNameLst>
                                          <p:attrName>ppt_h</p:attrName>
                                        </p:attrNameLst>
                                      </p:cBhvr>
                                      <p:tavLst>
                                        <p:tav tm="0">
                                          <p:val>
                                            <p:strVal val="#ppt_h"/>
                                          </p:val>
                                        </p:tav>
                                        <p:tav tm="100000">
                                          <p:val>
                                            <p:strVal val="#ppt_h"/>
                                          </p:val>
                                        </p:tav>
                                      </p:tavLst>
                                    </p:anim>
                                  </p:childTnLst>
                                </p:cTn>
                              </p:par>
                              <p:par>
                                <p:cTn id="37" presetID="45" presetClass="entr" presetSubtype="0" fill="hold" grpId="1"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750"/>
                                        <p:tgtEl>
                                          <p:spTgt spid="16"/>
                                        </p:tgtEl>
                                      </p:cBhvr>
                                    </p:animEffect>
                                    <p:anim calcmode="lin" valueType="num">
                                      <p:cBhvr>
                                        <p:cTn id="40" dur="750" fill="hold"/>
                                        <p:tgtEl>
                                          <p:spTgt spid="16"/>
                                        </p:tgtEl>
                                        <p:attrNameLst>
                                          <p:attrName>ppt_w</p:attrName>
                                        </p:attrNameLst>
                                      </p:cBhvr>
                                      <p:tavLst>
                                        <p:tav tm="0" fmla="#ppt_w*sin(2.5*pi*$)">
                                          <p:val>
                                            <p:fltVal val="0"/>
                                          </p:val>
                                        </p:tav>
                                        <p:tav tm="100000">
                                          <p:val>
                                            <p:fltVal val="1"/>
                                          </p:val>
                                        </p:tav>
                                      </p:tavLst>
                                    </p:anim>
                                    <p:anim calcmode="lin" valueType="num">
                                      <p:cBhvr>
                                        <p:cTn id="41" dur="750" fill="hold"/>
                                        <p:tgtEl>
                                          <p:spTgt spid="16"/>
                                        </p:tgtEl>
                                        <p:attrNameLst>
                                          <p:attrName>ppt_h</p:attrName>
                                        </p:attrNameLst>
                                      </p:cBhvr>
                                      <p:tavLst>
                                        <p:tav tm="0">
                                          <p:val>
                                            <p:strVal val="#ppt_h"/>
                                          </p:val>
                                        </p:tav>
                                        <p:tav tm="100000">
                                          <p:val>
                                            <p:strVal val="#ppt_h"/>
                                          </p:val>
                                        </p:tav>
                                      </p:tavLst>
                                    </p:anim>
                                  </p:childTnLst>
                                </p:cTn>
                              </p:par>
                              <p:par>
                                <p:cTn id="42" presetID="45" presetClass="entr" presetSubtype="0" fill="hold" grpId="1"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750"/>
                                        <p:tgtEl>
                                          <p:spTgt spid="19"/>
                                        </p:tgtEl>
                                      </p:cBhvr>
                                    </p:animEffect>
                                    <p:anim calcmode="lin" valueType="num">
                                      <p:cBhvr>
                                        <p:cTn id="45" dur="750" fill="hold"/>
                                        <p:tgtEl>
                                          <p:spTgt spid="19"/>
                                        </p:tgtEl>
                                        <p:attrNameLst>
                                          <p:attrName>ppt_w</p:attrName>
                                        </p:attrNameLst>
                                      </p:cBhvr>
                                      <p:tavLst>
                                        <p:tav tm="0" fmla="#ppt_w*sin(2.5*pi*$)">
                                          <p:val>
                                            <p:fltVal val="0"/>
                                          </p:val>
                                        </p:tav>
                                        <p:tav tm="100000">
                                          <p:val>
                                            <p:fltVal val="1"/>
                                          </p:val>
                                        </p:tav>
                                      </p:tavLst>
                                    </p:anim>
                                    <p:anim calcmode="lin" valueType="num">
                                      <p:cBhvr>
                                        <p:cTn id="46" dur="750" fill="hold"/>
                                        <p:tgtEl>
                                          <p:spTgt spid="19"/>
                                        </p:tgtEl>
                                        <p:attrNameLst>
                                          <p:attrName>ppt_h</p:attrName>
                                        </p:attrNameLst>
                                      </p:cBhvr>
                                      <p:tavLst>
                                        <p:tav tm="0">
                                          <p:val>
                                            <p:strVal val="#ppt_h"/>
                                          </p:val>
                                        </p:tav>
                                        <p:tav tm="100000">
                                          <p:val>
                                            <p:strVal val="#ppt_h"/>
                                          </p:val>
                                        </p:tav>
                                      </p:tavLst>
                                    </p:anim>
                                  </p:childTnLst>
                                </p:cTn>
                              </p:par>
                              <p:par>
                                <p:cTn id="47" presetID="45" presetClass="entr" presetSubtype="0" fill="hold" grpId="1"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750"/>
                                        <p:tgtEl>
                                          <p:spTgt spid="20"/>
                                        </p:tgtEl>
                                      </p:cBhvr>
                                    </p:animEffect>
                                    <p:anim calcmode="lin" valueType="num">
                                      <p:cBhvr>
                                        <p:cTn id="50" dur="750" fill="hold"/>
                                        <p:tgtEl>
                                          <p:spTgt spid="20"/>
                                        </p:tgtEl>
                                        <p:attrNameLst>
                                          <p:attrName>ppt_w</p:attrName>
                                        </p:attrNameLst>
                                      </p:cBhvr>
                                      <p:tavLst>
                                        <p:tav tm="0" fmla="#ppt_w*sin(2.5*pi*$)">
                                          <p:val>
                                            <p:fltVal val="0"/>
                                          </p:val>
                                        </p:tav>
                                        <p:tav tm="100000">
                                          <p:val>
                                            <p:fltVal val="1"/>
                                          </p:val>
                                        </p:tav>
                                      </p:tavLst>
                                    </p:anim>
                                    <p:anim calcmode="lin" valueType="num">
                                      <p:cBhvr>
                                        <p:cTn id="51" dur="750" fill="hold"/>
                                        <p:tgtEl>
                                          <p:spTgt spid="20"/>
                                        </p:tgtEl>
                                        <p:attrNameLst>
                                          <p:attrName>ppt_h</p:attrName>
                                        </p:attrNameLst>
                                      </p:cBhvr>
                                      <p:tavLst>
                                        <p:tav tm="0">
                                          <p:val>
                                            <p:strVal val="#ppt_h"/>
                                          </p:val>
                                        </p:tav>
                                        <p:tav tm="100000">
                                          <p:val>
                                            <p:strVal val="#ppt_h"/>
                                          </p:val>
                                        </p:tav>
                                      </p:tavLst>
                                    </p:anim>
                                  </p:childTnLst>
                                </p:cTn>
                              </p:par>
                              <p:par>
                                <p:cTn id="52" presetID="45" presetClass="entr" presetSubtype="0" fill="hold" grpId="1"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750"/>
                                        <p:tgtEl>
                                          <p:spTgt spid="21"/>
                                        </p:tgtEl>
                                      </p:cBhvr>
                                    </p:animEffect>
                                    <p:anim calcmode="lin" valueType="num">
                                      <p:cBhvr>
                                        <p:cTn id="55" dur="750" fill="hold"/>
                                        <p:tgtEl>
                                          <p:spTgt spid="21"/>
                                        </p:tgtEl>
                                        <p:attrNameLst>
                                          <p:attrName>ppt_w</p:attrName>
                                        </p:attrNameLst>
                                      </p:cBhvr>
                                      <p:tavLst>
                                        <p:tav tm="0" fmla="#ppt_w*sin(2.5*pi*$)">
                                          <p:val>
                                            <p:fltVal val="0"/>
                                          </p:val>
                                        </p:tav>
                                        <p:tav tm="100000">
                                          <p:val>
                                            <p:fltVal val="1"/>
                                          </p:val>
                                        </p:tav>
                                      </p:tavLst>
                                    </p:anim>
                                    <p:anim calcmode="lin" valueType="num">
                                      <p:cBhvr>
                                        <p:cTn id="56" dur="750" fill="hold"/>
                                        <p:tgtEl>
                                          <p:spTgt spid="21"/>
                                        </p:tgtEl>
                                        <p:attrNameLst>
                                          <p:attrName>ppt_h</p:attrName>
                                        </p:attrNameLst>
                                      </p:cBhvr>
                                      <p:tavLst>
                                        <p:tav tm="0">
                                          <p:val>
                                            <p:strVal val="#ppt_h"/>
                                          </p:val>
                                        </p:tav>
                                        <p:tav tm="100000">
                                          <p:val>
                                            <p:strVal val="#ppt_h"/>
                                          </p:val>
                                        </p:tav>
                                      </p:tavLst>
                                    </p:anim>
                                  </p:childTnLst>
                                </p:cTn>
                              </p:par>
                              <p:par>
                                <p:cTn id="57" presetID="45" presetClass="entr" presetSubtype="0" fill="hold" grpId="1"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750"/>
                                        <p:tgtEl>
                                          <p:spTgt spid="22"/>
                                        </p:tgtEl>
                                      </p:cBhvr>
                                    </p:animEffect>
                                    <p:anim calcmode="lin" valueType="num">
                                      <p:cBhvr>
                                        <p:cTn id="60" dur="750" fill="hold"/>
                                        <p:tgtEl>
                                          <p:spTgt spid="22"/>
                                        </p:tgtEl>
                                        <p:attrNameLst>
                                          <p:attrName>ppt_w</p:attrName>
                                        </p:attrNameLst>
                                      </p:cBhvr>
                                      <p:tavLst>
                                        <p:tav tm="0" fmla="#ppt_w*sin(2.5*pi*$)">
                                          <p:val>
                                            <p:fltVal val="0"/>
                                          </p:val>
                                        </p:tav>
                                        <p:tav tm="100000">
                                          <p:val>
                                            <p:fltVal val="1"/>
                                          </p:val>
                                        </p:tav>
                                      </p:tavLst>
                                    </p:anim>
                                    <p:anim calcmode="lin" valueType="num">
                                      <p:cBhvr>
                                        <p:cTn id="61" dur="750" fill="hold"/>
                                        <p:tgtEl>
                                          <p:spTgt spid="22"/>
                                        </p:tgtEl>
                                        <p:attrNameLst>
                                          <p:attrName>ppt_h</p:attrName>
                                        </p:attrNameLst>
                                      </p:cBhvr>
                                      <p:tavLst>
                                        <p:tav tm="0">
                                          <p:val>
                                            <p:strVal val="#ppt_h"/>
                                          </p:val>
                                        </p:tav>
                                        <p:tav tm="100000">
                                          <p:val>
                                            <p:strVal val="#ppt_h"/>
                                          </p:val>
                                        </p:tav>
                                      </p:tavLst>
                                    </p:anim>
                                  </p:childTnLst>
                                </p:cTn>
                              </p:par>
                              <p:par>
                                <p:cTn id="62" presetID="45" presetClass="entr" presetSubtype="0" fill="hold" grpId="1"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750"/>
                                        <p:tgtEl>
                                          <p:spTgt spid="23"/>
                                        </p:tgtEl>
                                      </p:cBhvr>
                                    </p:animEffect>
                                    <p:anim calcmode="lin" valueType="num">
                                      <p:cBhvr>
                                        <p:cTn id="65" dur="750" fill="hold"/>
                                        <p:tgtEl>
                                          <p:spTgt spid="23"/>
                                        </p:tgtEl>
                                        <p:attrNameLst>
                                          <p:attrName>ppt_w</p:attrName>
                                        </p:attrNameLst>
                                      </p:cBhvr>
                                      <p:tavLst>
                                        <p:tav tm="0" fmla="#ppt_w*sin(2.5*pi*$)">
                                          <p:val>
                                            <p:fltVal val="0"/>
                                          </p:val>
                                        </p:tav>
                                        <p:tav tm="100000">
                                          <p:val>
                                            <p:fltVal val="1"/>
                                          </p:val>
                                        </p:tav>
                                      </p:tavLst>
                                    </p:anim>
                                    <p:anim calcmode="lin" valueType="num">
                                      <p:cBhvr>
                                        <p:cTn id="66" dur="750" fill="hold"/>
                                        <p:tgtEl>
                                          <p:spTgt spid="23"/>
                                        </p:tgtEl>
                                        <p:attrNameLst>
                                          <p:attrName>ppt_h</p:attrName>
                                        </p:attrNameLst>
                                      </p:cBhvr>
                                      <p:tavLst>
                                        <p:tav tm="0">
                                          <p:val>
                                            <p:strVal val="#ppt_h"/>
                                          </p:val>
                                        </p:tav>
                                        <p:tav tm="100000">
                                          <p:val>
                                            <p:strVal val="#ppt_h"/>
                                          </p:val>
                                        </p:tav>
                                      </p:tavLst>
                                    </p:anim>
                                  </p:childTnLst>
                                </p:cTn>
                              </p:par>
                              <p:par>
                                <p:cTn id="67" presetID="45" presetClass="entr" presetSubtype="0" fill="hold" grpId="1"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750"/>
                                        <p:tgtEl>
                                          <p:spTgt spid="24"/>
                                        </p:tgtEl>
                                      </p:cBhvr>
                                    </p:animEffect>
                                    <p:anim calcmode="lin" valueType="num">
                                      <p:cBhvr>
                                        <p:cTn id="70" dur="750" fill="hold"/>
                                        <p:tgtEl>
                                          <p:spTgt spid="24"/>
                                        </p:tgtEl>
                                        <p:attrNameLst>
                                          <p:attrName>ppt_w</p:attrName>
                                        </p:attrNameLst>
                                      </p:cBhvr>
                                      <p:tavLst>
                                        <p:tav tm="0" fmla="#ppt_w*sin(2.5*pi*$)">
                                          <p:val>
                                            <p:fltVal val="0"/>
                                          </p:val>
                                        </p:tav>
                                        <p:tav tm="100000">
                                          <p:val>
                                            <p:fltVal val="1"/>
                                          </p:val>
                                        </p:tav>
                                      </p:tavLst>
                                    </p:anim>
                                    <p:anim calcmode="lin" valueType="num">
                                      <p:cBhvr>
                                        <p:cTn id="71" dur="750" fill="hold"/>
                                        <p:tgtEl>
                                          <p:spTgt spid="24"/>
                                        </p:tgtEl>
                                        <p:attrNameLst>
                                          <p:attrName>ppt_h</p:attrName>
                                        </p:attrNameLst>
                                      </p:cBhvr>
                                      <p:tavLst>
                                        <p:tav tm="0">
                                          <p:val>
                                            <p:strVal val="#ppt_h"/>
                                          </p:val>
                                        </p:tav>
                                        <p:tav tm="100000">
                                          <p:val>
                                            <p:strVal val="#ppt_h"/>
                                          </p:val>
                                        </p:tav>
                                      </p:tavLst>
                                    </p:anim>
                                  </p:childTnLst>
                                </p:cTn>
                              </p:par>
                              <p:par>
                                <p:cTn id="72" presetID="45" presetClass="entr" presetSubtype="0" fill="hold" grpId="1" nodeType="with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750"/>
                                        <p:tgtEl>
                                          <p:spTgt spid="27"/>
                                        </p:tgtEl>
                                      </p:cBhvr>
                                    </p:animEffect>
                                    <p:anim calcmode="lin" valueType="num">
                                      <p:cBhvr>
                                        <p:cTn id="75" dur="750" fill="hold"/>
                                        <p:tgtEl>
                                          <p:spTgt spid="27"/>
                                        </p:tgtEl>
                                        <p:attrNameLst>
                                          <p:attrName>ppt_w</p:attrName>
                                        </p:attrNameLst>
                                      </p:cBhvr>
                                      <p:tavLst>
                                        <p:tav tm="0" fmla="#ppt_w*sin(2.5*pi*$)">
                                          <p:val>
                                            <p:fltVal val="0"/>
                                          </p:val>
                                        </p:tav>
                                        <p:tav tm="100000">
                                          <p:val>
                                            <p:fltVal val="1"/>
                                          </p:val>
                                        </p:tav>
                                      </p:tavLst>
                                    </p:anim>
                                    <p:anim calcmode="lin" valueType="num">
                                      <p:cBhvr>
                                        <p:cTn id="76" dur="750" fill="hold"/>
                                        <p:tgtEl>
                                          <p:spTgt spid="27"/>
                                        </p:tgtEl>
                                        <p:attrNameLst>
                                          <p:attrName>ppt_h</p:attrName>
                                        </p:attrNameLst>
                                      </p:cBhvr>
                                      <p:tavLst>
                                        <p:tav tm="0">
                                          <p:val>
                                            <p:strVal val="#ppt_h"/>
                                          </p:val>
                                        </p:tav>
                                        <p:tav tm="100000">
                                          <p:val>
                                            <p:strVal val="#ppt_h"/>
                                          </p:val>
                                        </p:tav>
                                      </p:tavLst>
                                    </p:anim>
                                  </p:childTnLst>
                                </p:cTn>
                              </p:par>
                              <p:par>
                                <p:cTn id="77" presetID="45" presetClass="entr" presetSubtype="0" fill="hold" grpId="1"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750"/>
                                        <p:tgtEl>
                                          <p:spTgt spid="28"/>
                                        </p:tgtEl>
                                      </p:cBhvr>
                                    </p:animEffect>
                                    <p:anim calcmode="lin" valueType="num">
                                      <p:cBhvr>
                                        <p:cTn id="80" dur="750" fill="hold"/>
                                        <p:tgtEl>
                                          <p:spTgt spid="28"/>
                                        </p:tgtEl>
                                        <p:attrNameLst>
                                          <p:attrName>ppt_w</p:attrName>
                                        </p:attrNameLst>
                                      </p:cBhvr>
                                      <p:tavLst>
                                        <p:tav tm="0" fmla="#ppt_w*sin(2.5*pi*$)">
                                          <p:val>
                                            <p:fltVal val="0"/>
                                          </p:val>
                                        </p:tav>
                                        <p:tav tm="100000">
                                          <p:val>
                                            <p:fltVal val="1"/>
                                          </p:val>
                                        </p:tav>
                                      </p:tavLst>
                                    </p:anim>
                                    <p:anim calcmode="lin" valueType="num">
                                      <p:cBhvr>
                                        <p:cTn id="81" dur="750" fill="hold"/>
                                        <p:tgtEl>
                                          <p:spTgt spid="28"/>
                                        </p:tgtEl>
                                        <p:attrNameLst>
                                          <p:attrName>ppt_h</p:attrName>
                                        </p:attrNameLst>
                                      </p:cBhvr>
                                      <p:tavLst>
                                        <p:tav tm="0">
                                          <p:val>
                                            <p:strVal val="#ppt_h"/>
                                          </p:val>
                                        </p:tav>
                                        <p:tav tm="100000">
                                          <p:val>
                                            <p:strVal val="#ppt_h"/>
                                          </p:val>
                                        </p:tav>
                                      </p:tavLst>
                                    </p:anim>
                                  </p:childTnLst>
                                </p:cTn>
                              </p:par>
                              <p:par>
                                <p:cTn id="82" presetID="45" presetClass="entr" presetSubtype="0" fill="hold" grpId="1"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750"/>
                                        <p:tgtEl>
                                          <p:spTgt spid="29"/>
                                        </p:tgtEl>
                                      </p:cBhvr>
                                    </p:animEffect>
                                    <p:anim calcmode="lin" valueType="num">
                                      <p:cBhvr>
                                        <p:cTn id="85" dur="750" fill="hold"/>
                                        <p:tgtEl>
                                          <p:spTgt spid="29"/>
                                        </p:tgtEl>
                                        <p:attrNameLst>
                                          <p:attrName>ppt_w</p:attrName>
                                        </p:attrNameLst>
                                      </p:cBhvr>
                                      <p:tavLst>
                                        <p:tav tm="0" fmla="#ppt_w*sin(2.5*pi*$)">
                                          <p:val>
                                            <p:fltVal val="0"/>
                                          </p:val>
                                        </p:tav>
                                        <p:tav tm="100000">
                                          <p:val>
                                            <p:fltVal val="1"/>
                                          </p:val>
                                        </p:tav>
                                      </p:tavLst>
                                    </p:anim>
                                    <p:anim calcmode="lin" valueType="num">
                                      <p:cBhvr>
                                        <p:cTn id="86" dur="750" fill="hold"/>
                                        <p:tgtEl>
                                          <p:spTgt spid="29"/>
                                        </p:tgtEl>
                                        <p:attrNameLst>
                                          <p:attrName>ppt_h</p:attrName>
                                        </p:attrNameLst>
                                      </p:cBhvr>
                                      <p:tavLst>
                                        <p:tav tm="0">
                                          <p:val>
                                            <p:strVal val="#ppt_h"/>
                                          </p:val>
                                        </p:tav>
                                        <p:tav tm="100000">
                                          <p:val>
                                            <p:strVal val="#ppt_h"/>
                                          </p:val>
                                        </p:tav>
                                      </p:tavLst>
                                    </p:anim>
                                  </p:childTnLst>
                                </p:cTn>
                              </p:par>
                              <p:par>
                                <p:cTn id="87" presetID="1" presetClass="entr" presetSubtype="0" fill="hold" nodeType="withEffect">
                                  <p:stCondLst>
                                    <p:cond delay="0"/>
                                  </p:stCondLst>
                                  <p:childTnLst>
                                    <p:set>
                                      <p:cBhvr>
                                        <p:cTn id="88" dur="1" fill="hold">
                                          <p:stCondLst>
                                            <p:cond delay="0"/>
                                          </p:stCondLst>
                                        </p:cTn>
                                        <p:tgtEl>
                                          <p:spTgt spid="36"/>
                                        </p:tgtEl>
                                        <p:attrNameLst>
                                          <p:attrName>style.visibility</p:attrName>
                                        </p:attrNameLst>
                                      </p:cBhvr>
                                      <p:to>
                                        <p:strVal val="visible"/>
                                      </p:to>
                                    </p:set>
                                  </p:childTnLst>
                                </p:cTn>
                              </p:par>
                              <p:par>
                                <p:cTn id="89" presetID="1" presetClass="emph" presetSubtype="2" fill="hold" nodeType="withEffect">
                                  <p:stCondLst>
                                    <p:cond delay="0"/>
                                  </p:stCondLst>
                                  <p:childTnLst>
                                    <p:animClr clrSpc="rgb" dir="cw">
                                      <p:cBhvr>
                                        <p:cTn id="90" dur="750" fill="hold"/>
                                        <p:tgtEl>
                                          <p:spTgt spid="15"/>
                                        </p:tgtEl>
                                        <p:attrNameLst>
                                          <p:attrName>fillcolor</p:attrName>
                                        </p:attrNameLst>
                                      </p:cBhvr>
                                      <p:to>
                                        <a:srgbClr val="86C157"/>
                                      </p:to>
                                    </p:animClr>
                                    <p:set>
                                      <p:cBhvr>
                                        <p:cTn id="91" dur="750" fill="hold"/>
                                        <p:tgtEl>
                                          <p:spTgt spid="15"/>
                                        </p:tgtEl>
                                        <p:attrNameLst>
                                          <p:attrName>fill.type</p:attrName>
                                        </p:attrNameLst>
                                      </p:cBhvr>
                                      <p:to>
                                        <p:strVal val="solid"/>
                                      </p:to>
                                    </p:set>
                                    <p:set>
                                      <p:cBhvr>
                                        <p:cTn id="92" dur="750" fill="hold"/>
                                        <p:tgtEl>
                                          <p:spTgt spid="15"/>
                                        </p:tgtEl>
                                        <p:attrNameLst>
                                          <p:attrName>fill.on</p:attrName>
                                        </p:attrNameLst>
                                      </p:cBhvr>
                                      <p:to>
                                        <p:strVal val="true"/>
                                      </p:to>
                                    </p:set>
                                  </p:childTnLst>
                                </p:cTn>
                              </p:par>
                              <p:par>
                                <p:cTn id="93" presetID="1" presetClass="emph" presetSubtype="2" fill="hold" nodeType="withEffect">
                                  <p:stCondLst>
                                    <p:cond delay="0"/>
                                  </p:stCondLst>
                                  <p:childTnLst>
                                    <p:animClr clrSpc="rgb" dir="cw">
                                      <p:cBhvr>
                                        <p:cTn id="94" dur="750" fill="hold"/>
                                        <p:tgtEl>
                                          <p:spTgt spid="16"/>
                                        </p:tgtEl>
                                        <p:attrNameLst>
                                          <p:attrName>fillcolor</p:attrName>
                                        </p:attrNameLst>
                                      </p:cBhvr>
                                      <p:to>
                                        <a:srgbClr val="86C157"/>
                                      </p:to>
                                    </p:animClr>
                                    <p:set>
                                      <p:cBhvr>
                                        <p:cTn id="95" dur="750" fill="hold"/>
                                        <p:tgtEl>
                                          <p:spTgt spid="16"/>
                                        </p:tgtEl>
                                        <p:attrNameLst>
                                          <p:attrName>fill.type</p:attrName>
                                        </p:attrNameLst>
                                      </p:cBhvr>
                                      <p:to>
                                        <p:strVal val="solid"/>
                                      </p:to>
                                    </p:set>
                                    <p:set>
                                      <p:cBhvr>
                                        <p:cTn id="96" dur="750" fill="hold"/>
                                        <p:tgtEl>
                                          <p:spTgt spid="16"/>
                                        </p:tgtEl>
                                        <p:attrNameLst>
                                          <p:attrName>fill.on</p:attrName>
                                        </p:attrNameLst>
                                      </p:cBhvr>
                                      <p:to>
                                        <p:strVal val="true"/>
                                      </p:to>
                                    </p:set>
                                  </p:childTnLst>
                                </p:cTn>
                              </p:par>
                              <p:par>
                                <p:cTn id="97" presetID="1" presetClass="emph" presetSubtype="2" fill="hold" nodeType="withEffect">
                                  <p:stCondLst>
                                    <p:cond delay="0"/>
                                  </p:stCondLst>
                                  <p:childTnLst>
                                    <p:animClr clrSpc="rgb" dir="cw">
                                      <p:cBhvr>
                                        <p:cTn id="98" dur="750" fill="hold"/>
                                        <p:tgtEl>
                                          <p:spTgt spid="19"/>
                                        </p:tgtEl>
                                        <p:attrNameLst>
                                          <p:attrName>fillcolor</p:attrName>
                                        </p:attrNameLst>
                                      </p:cBhvr>
                                      <p:to>
                                        <a:srgbClr val="86C157"/>
                                      </p:to>
                                    </p:animClr>
                                    <p:set>
                                      <p:cBhvr>
                                        <p:cTn id="99" dur="750" fill="hold"/>
                                        <p:tgtEl>
                                          <p:spTgt spid="19"/>
                                        </p:tgtEl>
                                        <p:attrNameLst>
                                          <p:attrName>fill.type</p:attrName>
                                        </p:attrNameLst>
                                      </p:cBhvr>
                                      <p:to>
                                        <p:strVal val="solid"/>
                                      </p:to>
                                    </p:set>
                                    <p:set>
                                      <p:cBhvr>
                                        <p:cTn id="100" dur="750" fill="hold"/>
                                        <p:tgtEl>
                                          <p:spTgt spid="19"/>
                                        </p:tgtEl>
                                        <p:attrNameLst>
                                          <p:attrName>fill.on</p:attrName>
                                        </p:attrNameLst>
                                      </p:cBhvr>
                                      <p:to>
                                        <p:strVal val="true"/>
                                      </p:to>
                                    </p:set>
                                  </p:childTnLst>
                                </p:cTn>
                              </p:par>
                              <p:par>
                                <p:cTn id="101" presetID="1" presetClass="emph" presetSubtype="2" fill="hold" nodeType="withEffect">
                                  <p:stCondLst>
                                    <p:cond delay="0"/>
                                  </p:stCondLst>
                                  <p:childTnLst>
                                    <p:animClr clrSpc="rgb" dir="cw">
                                      <p:cBhvr>
                                        <p:cTn id="102" dur="750" fill="hold"/>
                                        <p:tgtEl>
                                          <p:spTgt spid="20"/>
                                        </p:tgtEl>
                                        <p:attrNameLst>
                                          <p:attrName>fillcolor</p:attrName>
                                        </p:attrNameLst>
                                      </p:cBhvr>
                                      <p:to>
                                        <a:srgbClr val="86C157"/>
                                      </p:to>
                                    </p:animClr>
                                    <p:set>
                                      <p:cBhvr>
                                        <p:cTn id="103" dur="750" fill="hold"/>
                                        <p:tgtEl>
                                          <p:spTgt spid="20"/>
                                        </p:tgtEl>
                                        <p:attrNameLst>
                                          <p:attrName>fill.type</p:attrName>
                                        </p:attrNameLst>
                                      </p:cBhvr>
                                      <p:to>
                                        <p:strVal val="solid"/>
                                      </p:to>
                                    </p:set>
                                    <p:set>
                                      <p:cBhvr>
                                        <p:cTn id="104" dur="750" fill="hold"/>
                                        <p:tgtEl>
                                          <p:spTgt spid="20"/>
                                        </p:tgtEl>
                                        <p:attrNameLst>
                                          <p:attrName>fill.on</p:attrName>
                                        </p:attrNameLst>
                                      </p:cBhvr>
                                      <p:to>
                                        <p:strVal val="true"/>
                                      </p:to>
                                    </p:set>
                                  </p:childTnLst>
                                </p:cTn>
                              </p:par>
                              <p:par>
                                <p:cTn id="105" presetID="1" presetClass="emph" presetSubtype="2" fill="hold" nodeType="withEffect">
                                  <p:stCondLst>
                                    <p:cond delay="0"/>
                                  </p:stCondLst>
                                  <p:childTnLst>
                                    <p:animClr clrSpc="rgb" dir="cw">
                                      <p:cBhvr>
                                        <p:cTn id="106" dur="750" fill="hold"/>
                                        <p:tgtEl>
                                          <p:spTgt spid="21"/>
                                        </p:tgtEl>
                                        <p:attrNameLst>
                                          <p:attrName>fillcolor</p:attrName>
                                        </p:attrNameLst>
                                      </p:cBhvr>
                                      <p:to>
                                        <a:srgbClr val="86C157"/>
                                      </p:to>
                                    </p:animClr>
                                    <p:set>
                                      <p:cBhvr>
                                        <p:cTn id="107" dur="750" fill="hold"/>
                                        <p:tgtEl>
                                          <p:spTgt spid="21"/>
                                        </p:tgtEl>
                                        <p:attrNameLst>
                                          <p:attrName>fill.type</p:attrName>
                                        </p:attrNameLst>
                                      </p:cBhvr>
                                      <p:to>
                                        <p:strVal val="solid"/>
                                      </p:to>
                                    </p:set>
                                    <p:set>
                                      <p:cBhvr>
                                        <p:cTn id="108" dur="750" fill="hold"/>
                                        <p:tgtEl>
                                          <p:spTgt spid="21"/>
                                        </p:tgtEl>
                                        <p:attrNameLst>
                                          <p:attrName>fill.on</p:attrName>
                                        </p:attrNameLst>
                                      </p:cBhvr>
                                      <p:to>
                                        <p:strVal val="true"/>
                                      </p:to>
                                    </p:set>
                                  </p:childTnLst>
                                </p:cTn>
                              </p:par>
                              <p:par>
                                <p:cTn id="109" presetID="1" presetClass="emph" presetSubtype="2" fill="hold" nodeType="withEffect">
                                  <p:stCondLst>
                                    <p:cond delay="0"/>
                                  </p:stCondLst>
                                  <p:childTnLst>
                                    <p:animClr clrSpc="rgb" dir="cw">
                                      <p:cBhvr>
                                        <p:cTn id="110" dur="750" fill="hold"/>
                                        <p:tgtEl>
                                          <p:spTgt spid="22"/>
                                        </p:tgtEl>
                                        <p:attrNameLst>
                                          <p:attrName>fillcolor</p:attrName>
                                        </p:attrNameLst>
                                      </p:cBhvr>
                                      <p:to>
                                        <a:srgbClr val="86C157"/>
                                      </p:to>
                                    </p:animClr>
                                    <p:set>
                                      <p:cBhvr>
                                        <p:cTn id="111" dur="750" fill="hold"/>
                                        <p:tgtEl>
                                          <p:spTgt spid="22"/>
                                        </p:tgtEl>
                                        <p:attrNameLst>
                                          <p:attrName>fill.type</p:attrName>
                                        </p:attrNameLst>
                                      </p:cBhvr>
                                      <p:to>
                                        <p:strVal val="solid"/>
                                      </p:to>
                                    </p:set>
                                    <p:set>
                                      <p:cBhvr>
                                        <p:cTn id="112" dur="750" fill="hold"/>
                                        <p:tgtEl>
                                          <p:spTgt spid="22"/>
                                        </p:tgtEl>
                                        <p:attrNameLst>
                                          <p:attrName>fill.on</p:attrName>
                                        </p:attrNameLst>
                                      </p:cBhvr>
                                      <p:to>
                                        <p:strVal val="true"/>
                                      </p:to>
                                    </p:set>
                                  </p:childTnLst>
                                </p:cTn>
                              </p:par>
                              <p:par>
                                <p:cTn id="113" presetID="1" presetClass="emph" presetSubtype="2" fill="hold" nodeType="withEffect">
                                  <p:stCondLst>
                                    <p:cond delay="0"/>
                                  </p:stCondLst>
                                  <p:childTnLst>
                                    <p:animClr clrSpc="rgb" dir="cw">
                                      <p:cBhvr>
                                        <p:cTn id="114" dur="750" fill="hold"/>
                                        <p:tgtEl>
                                          <p:spTgt spid="23"/>
                                        </p:tgtEl>
                                        <p:attrNameLst>
                                          <p:attrName>fillcolor</p:attrName>
                                        </p:attrNameLst>
                                      </p:cBhvr>
                                      <p:to>
                                        <a:srgbClr val="86C157"/>
                                      </p:to>
                                    </p:animClr>
                                    <p:set>
                                      <p:cBhvr>
                                        <p:cTn id="115" dur="750" fill="hold"/>
                                        <p:tgtEl>
                                          <p:spTgt spid="23"/>
                                        </p:tgtEl>
                                        <p:attrNameLst>
                                          <p:attrName>fill.type</p:attrName>
                                        </p:attrNameLst>
                                      </p:cBhvr>
                                      <p:to>
                                        <p:strVal val="solid"/>
                                      </p:to>
                                    </p:set>
                                    <p:set>
                                      <p:cBhvr>
                                        <p:cTn id="116" dur="750" fill="hold"/>
                                        <p:tgtEl>
                                          <p:spTgt spid="23"/>
                                        </p:tgtEl>
                                        <p:attrNameLst>
                                          <p:attrName>fill.on</p:attrName>
                                        </p:attrNameLst>
                                      </p:cBhvr>
                                      <p:to>
                                        <p:strVal val="true"/>
                                      </p:to>
                                    </p:set>
                                  </p:childTnLst>
                                </p:cTn>
                              </p:par>
                              <p:par>
                                <p:cTn id="117" presetID="1" presetClass="emph" presetSubtype="2" fill="hold" nodeType="withEffect">
                                  <p:stCondLst>
                                    <p:cond delay="0"/>
                                  </p:stCondLst>
                                  <p:childTnLst>
                                    <p:animClr clrSpc="rgb" dir="cw">
                                      <p:cBhvr>
                                        <p:cTn id="118" dur="750" fill="hold"/>
                                        <p:tgtEl>
                                          <p:spTgt spid="24"/>
                                        </p:tgtEl>
                                        <p:attrNameLst>
                                          <p:attrName>fillcolor</p:attrName>
                                        </p:attrNameLst>
                                      </p:cBhvr>
                                      <p:to>
                                        <a:srgbClr val="86C157"/>
                                      </p:to>
                                    </p:animClr>
                                    <p:set>
                                      <p:cBhvr>
                                        <p:cTn id="119" dur="750" fill="hold"/>
                                        <p:tgtEl>
                                          <p:spTgt spid="24"/>
                                        </p:tgtEl>
                                        <p:attrNameLst>
                                          <p:attrName>fill.type</p:attrName>
                                        </p:attrNameLst>
                                      </p:cBhvr>
                                      <p:to>
                                        <p:strVal val="solid"/>
                                      </p:to>
                                    </p:set>
                                    <p:set>
                                      <p:cBhvr>
                                        <p:cTn id="120" dur="750" fill="hold"/>
                                        <p:tgtEl>
                                          <p:spTgt spid="24"/>
                                        </p:tgtEl>
                                        <p:attrNameLst>
                                          <p:attrName>fill.on</p:attrName>
                                        </p:attrNameLst>
                                      </p:cBhvr>
                                      <p:to>
                                        <p:strVal val="true"/>
                                      </p:to>
                                    </p:set>
                                  </p:childTnLst>
                                </p:cTn>
                              </p:par>
                              <p:par>
                                <p:cTn id="121" presetID="1" presetClass="emph" presetSubtype="2" fill="hold" nodeType="withEffect">
                                  <p:stCondLst>
                                    <p:cond delay="0"/>
                                  </p:stCondLst>
                                  <p:childTnLst>
                                    <p:animClr clrSpc="rgb" dir="cw">
                                      <p:cBhvr>
                                        <p:cTn id="122" dur="750" fill="hold"/>
                                        <p:tgtEl>
                                          <p:spTgt spid="27"/>
                                        </p:tgtEl>
                                        <p:attrNameLst>
                                          <p:attrName>fillcolor</p:attrName>
                                        </p:attrNameLst>
                                      </p:cBhvr>
                                      <p:to>
                                        <a:srgbClr val="86C157"/>
                                      </p:to>
                                    </p:animClr>
                                    <p:set>
                                      <p:cBhvr>
                                        <p:cTn id="123" dur="750" fill="hold"/>
                                        <p:tgtEl>
                                          <p:spTgt spid="27"/>
                                        </p:tgtEl>
                                        <p:attrNameLst>
                                          <p:attrName>fill.type</p:attrName>
                                        </p:attrNameLst>
                                      </p:cBhvr>
                                      <p:to>
                                        <p:strVal val="solid"/>
                                      </p:to>
                                    </p:set>
                                    <p:set>
                                      <p:cBhvr>
                                        <p:cTn id="124" dur="750" fill="hold"/>
                                        <p:tgtEl>
                                          <p:spTgt spid="27"/>
                                        </p:tgtEl>
                                        <p:attrNameLst>
                                          <p:attrName>fill.on</p:attrName>
                                        </p:attrNameLst>
                                      </p:cBhvr>
                                      <p:to>
                                        <p:strVal val="true"/>
                                      </p:to>
                                    </p:set>
                                  </p:childTnLst>
                                </p:cTn>
                              </p:par>
                              <p:par>
                                <p:cTn id="125" presetID="1" presetClass="emph" presetSubtype="2" fill="hold" nodeType="withEffect">
                                  <p:stCondLst>
                                    <p:cond delay="0"/>
                                  </p:stCondLst>
                                  <p:childTnLst>
                                    <p:animClr clrSpc="rgb" dir="cw">
                                      <p:cBhvr>
                                        <p:cTn id="126" dur="750" fill="hold"/>
                                        <p:tgtEl>
                                          <p:spTgt spid="28"/>
                                        </p:tgtEl>
                                        <p:attrNameLst>
                                          <p:attrName>fillcolor</p:attrName>
                                        </p:attrNameLst>
                                      </p:cBhvr>
                                      <p:to>
                                        <a:srgbClr val="86C157"/>
                                      </p:to>
                                    </p:animClr>
                                    <p:set>
                                      <p:cBhvr>
                                        <p:cTn id="127" dur="750" fill="hold"/>
                                        <p:tgtEl>
                                          <p:spTgt spid="28"/>
                                        </p:tgtEl>
                                        <p:attrNameLst>
                                          <p:attrName>fill.type</p:attrName>
                                        </p:attrNameLst>
                                      </p:cBhvr>
                                      <p:to>
                                        <p:strVal val="solid"/>
                                      </p:to>
                                    </p:set>
                                    <p:set>
                                      <p:cBhvr>
                                        <p:cTn id="128" dur="750" fill="hold"/>
                                        <p:tgtEl>
                                          <p:spTgt spid="28"/>
                                        </p:tgtEl>
                                        <p:attrNameLst>
                                          <p:attrName>fill.on</p:attrName>
                                        </p:attrNameLst>
                                      </p:cBhvr>
                                      <p:to>
                                        <p:strVal val="true"/>
                                      </p:to>
                                    </p:set>
                                  </p:childTnLst>
                                </p:cTn>
                              </p:par>
                              <p:par>
                                <p:cTn id="129" presetID="1" presetClass="emph" presetSubtype="2" fill="hold" nodeType="withEffect">
                                  <p:stCondLst>
                                    <p:cond delay="0"/>
                                  </p:stCondLst>
                                  <p:childTnLst>
                                    <p:animClr clrSpc="rgb" dir="cw">
                                      <p:cBhvr>
                                        <p:cTn id="130" dur="750" fill="hold"/>
                                        <p:tgtEl>
                                          <p:spTgt spid="29"/>
                                        </p:tgtEl>
                                        <p:attrNameLst>
                                          <p:attrName>fillcolor</p:attrName>
                                        </p:attrNameLst>
                                      </p:cBhvr>
                                      <p:to>
                                        <a:srgbClr val="86C157"/>
                                      </p:to>
                                    </p:animClr>
                                    <p:set>
                                      <p:cBhvr>
                                        <p:cTn id="131" dur="750" fill="hold"/>
                                        <p:tgtEl>
                                          <p:spTgt spid="29"/>
                                        </p:tgtEl>
                                        <p:attrNameLst>
                                          <p:attrName>fill.type</p:attrName>
                                        </p:attrNameLst>
                                      </p:cBhvr>
                                      <p:to>
                                        <p:strVal val="solid"/>
                                      </p:to>
                                    </p:set>
                                    <p:set>
                                      <p:cBhvr>
                                        <p:cTn id="132" dur="750" fill="hold"/>
                                        <p:tgtEl>
                                          <p:spTgt spid="29"/>
                                        </p:tgtEl>
                                        <p:attrNameLst>
                                          <p:attrName>fill.on</p:attrName>
                                        </p:attrNameLst>
                                      </p:cBhvr>
                                      <p:to>
                                        <p:strVal val="true"/>
                                      </p:to>
                                    </p:set>
                                  </p:childTnLst>
                                </p:cTn>
                              </p:par>
                              <p:par>
                                <p:cTn id="133" presetID="21" presetClass="emph" presetSubtype="0" fill="hold" grpId="0" nodeType="withEffect">
                                  <p:stCondLst>
                                    <p:cond delay="0"/>
                                  </p:stCondLst>
                                  <p:childTnLst>
                                    <p:animClr clrSpc="hsl" dir="cw">
                                      <p:cBhvr override="childStyle">
                                        <p:cTn id="134" dur="750" fill="hold"/>
                                        <p:tgtEl>
                                          <p:spTgt spid="5"/>
                                        </p:tgtEl>
                                        <p:attrNameLst>
                                          <p:attrName>style.color</p:attrName>
                                        </p:attrNameLst>
                                      </p:cBhvr>
                                      <p:by>
                                        <p:hsl h="7200000" s="0" l="0"/>
                                      </p:by>
                                    </p:animClr>
                                    <p:animClr clrSpc="hsl" dir="cw">
                                      <p:cBhvr>
                                        <p:cTn id="135" dur="750" fill="hold"/>
                                        <p:tgtEl>
                                          <p:spTgt spid="5"/>
                                        </p:tgtEl>
                                        <p:attrNameLst>
                                          <p:attrName>fillcolor</p:attrName>
                                        </p:attrNameLst>
                                      </p:cBhvr>
                                      <p:by>
                                        <p:hsl h="7200000" s="0" l="0"/>
                                      </p:by>
                                    </p:animClr>
                                    <p:animClr clrSpc="hsl" dir="cw">
                                      <p:cBhvr>
                                        <p:cTn id="136" dur="750" fill="hold"/>
                                        <p:tgtEl>
                                          <p:spTgt spid="5"/>
                                        </p:tgtEl>
                                        <p:attrNameLst>
                                          <p:attrName>stroke.color</p:attrName>
                                        </p:attrNameLst>
                                      </p:cBhvr>
                                      <p:by>
                                        <p:hsl h="7200000" s="0" l="0"/>
                                      </p:by>
                                    </p:animClr>
                                    <p:set>
                                      <p:cBhvr>
                                        <p:cTn id="137" dur="750" fill="hold"/>
                                        <p:tgtEl>
                                          <p:spTgt spid="5"/>
                                        </p:tgtEl>
                                        <p:attrNameLst>
                                          <p:attrName>fill.type</p:attrName>
                                        </p:attrNameLst>
                                      </p:cBhvr>
                                      <p:to>
                                        <p:strVal val="solid"/>
                                      </p:to>
                                    </p:set>
                                  </p:childTnLst>
                                </p:cTn>
                              </p:par>
                              <p:par>
                                <p:cTn id="138" presetID="21" presetClass="emph" presetSubtype="0" fill="hold" grpId="0" nodeType="withEffect">
                                  <p:stCondLst>
                                    <p:cond delay="0"/>
                                  </p:stCondLst>
                                  <p:childTnLst>
                                    <p:animClr clrSpc="hsl" dir="cw">
                                      <p:cBhvr override="childStyle">
                                        <p:cTn id="139" dur="750" fill="hold"/>
                                        <p:tgtEl>
                                          <p:spTgt spid="6"/>
                                        </p:tgtEl>
                                        <p:attrNameLst>
                                          <p:attrName>style.color</p:attrName>
                                        </p:attrNameLst>
                                      </p:cBhvr>
                                      <p:by>
                                        <p:hsl h="7200000" s="0" l="0"/>
                                      </p:by>
                                    </p:animClr>
                                    <p:animClr clrSpc="hsl" dir="cw">
                                      <p:cBhvr>
                                        <p:cTn id="140" dur="750" fill="hold"/>
                                        <p:tgtEl>
                                          <p:spTgt spid="6"/>
                                        </p:tgtEl>
                                        <p:attrNameLst>
                                          <p:attrName>fillcolor</p:attrName>
                                        </p:attrNameLst>
                                      </p:cBhvr>
                                      <p:by>
                                        <p:hsl h="7200000" s="0" l="0"/>
                                      </p:by>
                                    </p:animClr>
                                    <p:animClr clrSpc="hsl" dir="cw">
                                      <p:cBhvr>
                                        <p:cTn id="141" dur="750" fill="hold"/>
                                        <p:tgtEl>
                                          <p:spTgt spid="6"/>
                                        </p:tgtEl>
                                        <p:attrNameLst>
                                          <p:attrName>stroke.color</p:attrName>
                                        </p:attrNameLst>
                                      </p:cBhvr>
                                      <p:by>
                                        <p:hsl h="7200000" s="0" l="0"/>
                                      </p:by>
                                    </p:animClr>
                                    <p:set>
                                      <p:cBhvr>
                                        <p:cTn id="142" dur="750" fill="hold"/>
                                        <p:tgtEl>
                                          <p:spTgt spid="6"/>
                                        </p:tgtEl>
                                        <p:attrNameLst>
                                          <p:attrName>fill.type</p:attrName>
                                        </p:attrNameLst>
                                      </p:cBhvr>
                                      <p:to>
                                        <p:strVal val="solid"/>
                                      </p:to>
                                    </p:set>
                                  </p:childTnLst>
                                </p:cTn>
                              </p:par>
                              <p:par>
                                <p:cTn id="143" presetID="21" presetClass="emph" presetSubtype="0" fill="hold" grpId="0" nodeType="withEffect">
                                  <p:stCondLst>
                                    <p:cond delay="0"/>
                                  </p:stCondLst>
                                  <p:childTnLst>
                                    <p:animClr clrSpc="hsl" dir="cw">
                                      <p:cBhvr override="childStyle">
                                        <p:cTn id="144" dur="750" fill="hold"/>
                                        <p:tgtEl>
                                          <p:spTgt spid="8"/>
                                        </p:tgtEl>
                                        <p:attrNameLst>
                                          <p:attrName>style.color</p:attrName>
                                        </p:attrNameLst>
                                      </p:cBhvr>
                                      <p:by>
                                        <p:hsl h="7200000" s="0" l="0"/>
                                      </p:by>
                                    </p:animClr>
                                    <p:animClr clrSpc="hsl" dir="cw">
                                      <p:cBhvr>
                                        <p:cTn id="145" dur="750" fill="hold"/>
                                        <p:tgtEl>
                                          <p:spTgt spid="8"/>
                                        </p:tgtEl>
                                        <p:attrNameLst>
                                          <p:attrName>fillcolor</p:attrName>
                                        </p:attrNameLst>
                                      </p:cBhvr>
                                      <p:by>
                                        <p:hsl h="7200000" s="0" l="0"/>
                                      </p:by>
                                    </p:animClr>
                                    <p:animClr clrSpc="hsl" dir="cw">
                                      <p:cBhvr>
                                        <p:cTn id="146" dur="750" fill="hold"/>
                                        <p:tgtEl>
                                          <p:spTgt spid="8"/>
                                        </p:tgtEl>
                                        <p:attrNameLst>
                                          <p:attrName>stroke.color</p:attrName>
                                        </p:attrNameLst>
                                      </p:cBhvr>
                                      <p:by>
                                        <p:hsl h="7200000" s="0" l="0"/>
                                      </p:by>
                                    </p:animClr>
                                    <p:set>
                                      <p:cBhvr>
                                        <p:cTn id="147" dur="750" fill="hold"/>
                                        <p:tgtEl>
                                          <p:spTgt spid="8"/>
                                        </p:tgtEl>
                                        <p:attrNameLst>
                                          <p:attrName>fill.type</p:attrName>
                                        </p:attrNameLst>
                                      </p:cBhvr>
                                      <p:to>
                                        <p:strVal val="solid"/>
                                      </p:to>
                                    </p:set>
                                  </p:childTnLst>
                                </p:cTn>
                              </p:par>
                              <p:par>
                                <p:cTn id="148" presetID="21" presetClass="emph" presetSubtype="0" fill="hold" grpId="0" nodeType="withEffect">
                                  <p:stCondLst>
                                    <p:cond delay="0"/>
                                  </p:stCondLst>
                                  <p:childTnLst>
                                    <p:animClr clrSpc="hsl" dir="cw">
                                      <p:cBhvr override="childStyle">
                                        <p:cTn id="149" dur="750" fill="hold"/>
                                        <p:tgtEl>
                                          <p:spTgt spid="9"/>
                                        </p:tgtEl>
                                        <p:attrNameLst>
                                          <p:attrName>style.color</p:attrName>
                                        </p:attrNameLst>
                                      </p:cBhvr>
                                      <p:by>
                                        <p:hsl h="7200000" s="0" l="0"/>
                                      </p:by>
                                    </p:animClr>
                                    <p:animClr clrSpc="hsl" dir="cw">
                                      <p:cBhvr>
                                        <p:cTn id="150" dur="750" fill="hold"/>
                                        <p:tgtEl>
                                          <p:spTgt spid="9"/>
                                        </p:tgtEl>
                                        <p:attrNameLst>
                                          <p:attrName>fillcolor</p:attrName>
                                        </p:attrNameLst>
                                      </p:cBhvr>
                                      <p:by>
                                        <p:hsl h="7200000" s="0" l="0"/>
                                      </p:by>
                                    </p:animClr>
                                    <p:animClr clrSpc="hsl" dir="cw">
                                      <p:cBhvr>
                                        <p:cTn id="151" dur="750" fill="hold"/>
                                        <p:tgtEl>
                                          <p:spTgt spid="9"/>
                                        </p:tgtEl>
                                        <p:attrNameLst>
                                          <p:attrName>stroke.color</p:attrName>
                                        </p:attrNameLst>
                                      </p:cBhvr>
                                      <p:by>
                                        <p:hsl h="7200000" s="0" l="0"/>
                                      </p:by>
                                    </p:animClr>
                                    <p:set>
                                      <p:cBhvr>
                                        <p:cTn id="152" dur="750" fill="hold"/>
                                        <p:tgtEl>
                                          <p:spTgt spid="9"/>
                                        </p:tgtEl>
                                        <p:attrNameLst>
                                          <p:attrName>fill.type</p:attrName>
                                        </p:attrNameLst>
                                      </p:cBhvr>
                                      <p:to>
                                        <p:strVal val="solid"/>
                                      </p:to>
                                    </p:set>
                                  </p:childTnLst>
                                </p:cTn>
                              </p:par>
                              <p:par>
                                <p:cTn id="153" presetID="21" presetClass="emph" presetSubtype="0" fill="hold" grpId="0" nodeType="withEffect">
                                  <p:stCondLst>
                                    <p:cond delay="0"/>
                                  </p:stCondLst>
                                  <p:childTnLst>
                                    <p:animClr clrSpc="hsl" dir="cw">
                                      <p:cBhvr override="childStyle">
                                        <p:cTn id="154" dur="750" fill="hold"/>
                                        <p:tgtEl>
                                          <p:spTgt spid="10"/>
                                        </p:tgtEl>
                                        <p:attrNameLst>
                                          <p:attrName>style.color</p:attrName>
                                        </p:attrNameLst>
                                      </p:cBhvr>
                                      <p:by>
                                        <p:hsl h="7200000" s="0" l="0"/>
                                      </p:by>
                                    </p:animClr>
                                    <p:animClr clrSpc="hsl" dir="cw">
                                      <p:cBhvr>
                                        <p:cTn id="155" dur="750" fill="hold"/>
                                        <p:tgtEl>
                                          <p:spTgt spid="10"/>
                                        </p:tgtEl>
                                        <p:attrNameLst>
                                          <p:attrName>fillcolor</p:attrName>
                                        </p:attrNameLst>
                                      </p:cBhvr>
                                      <p:by>
                                        <p:hsl h="7200000" s="0" l="0"/>
                                      </p:by>
                                    </p:animClr>
                                    <p:animClr clrSpc="hsl" dir="cw">
                                      <p:cBhvr>
                                        <p:cTn id="156" dur="750" fill="hold"/>
                                        <p:tgtEl>
                                          <p:spTgt spid="10"/>
                                        </p:tgtEl>
                                        <p:attrNameLst>
                                          <p:attrName>stroke.color</p:attrName>
                                        </p:attrNameLst>
                                      </p:cBhvr>
                                      <p:by>
                                        <p:hsl h="7200000" s="0" l="0"/>
                                      </p:by>
                                    </p:animClr>
                                    <p:set>
                                      <p:cBhvr>
                                        <p:cTn id="157" dur="750" fill="hold"/>
                                        <p:tgtEl>
                                          <p:spTgt spid="10"/>
                                        </p:tgtEl>
                                        <p:attrNameLst>
                                          <p:attrName>fill.type</p:attrName>
                                        </p:attrNameLst>
                                      </p:cBhvr>
                                      <p:to>
                                        <p:strVal val="solid"/>
                                      </p:to>
                                    </p:set>
                                  </p:childTnLst>
                                </p:cTn>
                              </p:par>
                              <p:par>
                                <p:cTn id="158" presetID="21" presetClass="emph" presetSubtype="0" fill="hold" grpId="0" nodeType="withEffect">
                                  <p:stCondLst>
                                    <p:cond delay="0"/>
                                  </p:stCondLst>
                                  <p:childTnLst>
                                    <p:animClr clrSpc="hsl" dir="cw">
                                      <p:cBhvr override="childStyle">
                                        <p:cTn id="159" dur="750" fill="hold"/>
                                        <p:tgtEl>
                                          <p:spTgt spid="11"/>
                                        </p:tgtEl>
                                        <p:attrNameLst>
                                          <p:attrName>style.color</p:attrName>
                                        </p:attrNameLst>
                                      </p:cBhvr>
                                      <p:by>
                                        <p:hsl h="7200000" s="0" l="0"/>
                                      </p:by>
                                    </p:animClr>
                                    <p:animClr clrSpc="hsl" dir="cw">
                                      <p:cBhvr>
                                        <p:cTn id="160" dur="750" fill="hold"/>
                                        <p:tgtEl>
                                          <p:spTgt spid="11"/>
                                        </p:tgtEl>
                                        <p:attrNameLst>
                                          <p:attrName>fillcolor</p:attrName>
                                        </p:attrNameLst>
                                      </p:cBhvr>
                                      <p:by>
                                        <p:hsl h="7200000" s="0" l="0"/>
                                      </p:by>
                                    </p:animClr>
                                    <p:animClr clrSpc="hsl" dir="cw">
                                      <p:cBhvr>
                                        <p:cTn id="161" dur="750" fill="hold"/>
                                        <p:tgtEl>
                                          <p:spTgt spid="11"/>
                                        </p:tgtEl>
                                        <p:attrNameLst>
                                          <p:attrName>stroke.color</p:attrName>
                                        </p:attrNameLst>
                                      </p:cBhvr>
                                      <p:by>
                                        <p:hsl h="7200000" s="0" l="0"/>
                                      </p:by>
                                    </p:animClr>
                                    <p:set>
                                      <p:cBhvr>
                                        <p:cTn id="162" dur="750" fill="hold"/>
                                        <p:tgtEl>
                                          <p:spTgt spid="11"/>
                                        </p:tgtEl>
                                        <p:attrNameLst>
                                          <p:attrName>fill.type</p:attrName>
                                        </p:attrNameLst>
                                      </p:cBhvr>
                                      <p:to>
                                        <p:strVal val="solid"/>
                                      </p:to>
                                    </p:set>
                                  </p:childTnLst>
                                </p:cTn>
                              </p:par>
                              <p:par>
                                <p:cTn id="163" presetID="21" presetClass="emph" presetSubtype="0" fill="hold" grpId="0" nodeType="withEffect">
                                  <p:stCondLst>
                                    <p:cond delay="0"/>
                                  </p:stCondLst>
                                  <p:childTnLst>
                                    <p:animClr clrSpc="hsl" dir="cw">
                                      <p:cBhvr override="childStyle">
                                        <p:cTn id="164" dur="750" fill="hold"/>
                                        <p:tgtEl>
                                          <p:spTgt spid="12"/>
                                        </p:tgtEl>
                                        <p:attrNameLst>
                                          <p:attrName>style.color</p:attrName>
                                        </p:attrNameLst>
                                      </p:cBhvr>
                                      <p:by>
                                        <p:hsl h="7200000" s="0" l="0"/>
                                      </p:by>
                                    </p:animClr>
                                    <p:animClr clrSpc="hsl" dir="cw">
                                      <p:cBhvr>
                                        <p:cTn id="165" dur="750" fill="hold"/>
                                        <p:tgtEl>
                                          <p:spTgt spid="12"/>
                                        </p:tgtEl>
                                        <p:attrNameLst>
                                          <p:attrName>fillcolor</p:attrName>
                                        </p:attrNameLst>
                                      </p:cBhvr>
                                      <p:by>
                                        <p:hsl h="7200000" s="0" l="0"/>
                                      </p:by>
                                    </p:animClr>
                                    <p:animClr clrSpc="hsl" dir="cw">
                                      <p:cBhvr>
                                        <p:cTn id="166" dur="750" fill="hold"/>
                                        <p:tgtEl>
                                          <p:spTgt spid="12"/>
                                        </p:tgtEl>
                                        <p:attrNameLst>
                                          <p:attrName>stroke.color</p:attrName>
                                        </p:attrNameLst>
                                      </p:cBhvr>
                                      <p:by>
                                        <p:hsl h="7200000" s="0" l="0"/>
                                      </p:by>
                                    </p:animClr>
                                    <p:set>
                                      <p:cBhvr>
                                        <p:cTn id="167" dur="750" fill="hold"/>
                                        <p:tgtEl>
                                          <p:spTgt spid="12"/>
                                        </p:tgtEl>
                                        <p:attrNameLst>
                                          <p:attrName>fill.type</p:attrName>
                                        </p:attrNameLst>
                                      </p:cBhvr>
                                      <p:to>
                                        <p:strVal val="solid"/>
                                      </p:to>
                                    </p:set>
                                  </p:childTnLst>
                                </p:cTn>
                              </p:par>
                              <p:par>
                                <p:cTn id="168" presetID="21" presetClass="emph" presetSubtype="0" fill="hold" grpId="0" nodeType="withEffect">
                                  <p:stCondLst>
                                    <p:cond delay="0"/>
                                  </p:stCondLst>
                                  <p:childTnLst>
                                    <p:animClr clrSpc="hsl" dir="cw">
                                      <p:cBhvr override="childStyle">
                                        <p:cTn id="169" dur="750" fill="hold"/>
                                        <p:tgtEl>
                                          <p:spTgt spid="13"/>
                                        </p:tgtEl>
                                        <p:attrNameLst>
                                          <p:attrName>style.color</p:attrName>
                                        </p:attrNameLst>
                                      </p:cBhvr>
                                      <p:by>
                                        <p:hsl h="7200000" s="0" l="0"/>
                                      </p:by>
                                    </p:animClr>
                                    <p:animClr clrSpc="hsl" dir="cw">
                                      <p:cBhvr>
                                        <p:cTn id="170" dur="750" fill="hold"/>
                                        <p:tgtEl>
                                          <p:spTgt spid="13"/>
                                        </p:tgtEl>
                                        <p:attrNameLst>
                                          <p:attrName>fillcolor</p:attrName>
                                        </p:attrNameLst>
                                      </p:cBhvr>
                                      <p:by>
                                        <p:hsl h="7200000" s="0" l="0"/>
                                      </p:by>
                                    </p:animClr>
                                    <p:animClr clrSpc="hsl" dir="cw">
                                      <p:cBhvr>
                                        <p:cTn id="171" dur="750" fill="hold"/>
                                        <p:tgtEl>
                                          <p:spTgt spid="13"/>
                                        </p:tgtEl>
                                        <p:attrNameLst>
                                          <p:attrName>stroke.color</p:attrName>
                                        </p:attrNameLst>
                                      </p:cBhvr>
                                      <p:by>
                                        <p:hsl h="7200000" s="0" l="0"/>
                                      </p:by>
                                    </p:animClr>
                                    <p:set>
                                      <p:cBhvr>
                                        <p:cTn id="172" dur="750" fill="hold"/>
                                        <p:tgtEl>
                                          <p:spTgt spid="13"/>
                                        </p:tgtEl>
                                        <p:attrNameLst>
                                          <p:attrName>fill.type</p:attrName>
                                        </p:attrNameLst>
                                      </p:cBhvr>
                                      <p:to>
                                        <p:strVal val="solid"/>
                                      </p:to>
                                    </p:set>
                                  </p:childTnLst>
                                </p:cTn>
                              </p:par>
                              <p:par>
                                <p:cTn id="173" presetID="21" presetClass="emph" presetSubtype="0" fill="hold" grpId="0" nodeType="withEffect">
                                  <p:stCondLst>
                                    <p:cond delay="0"/>
                                  </p:stCondLst>
                                  <p:childTnLst>
                                    <p:animClr clrSpc="hsl" dir="cw">
                                      <p:cBhvr override="childStyle">
                                        <p:cTn id="174" dur="750" fill="hold"/>
                                        <p:tgtEl>
                                          <p:spTgt spid="37"/>
                                        </p:tgtEl>
                                        <p:attrNameLst>
                                          <p:attrName>style.color</p:attrName>
                                        </p:attrNameLst>
                                      </p:cBhvr>
                                      <p:by>
                                        <p:hsl h="7200000" s="0" l="0"/>
                                      </p:by>
                                    </p:animClr>
                                    <p:animClr clrSpc="hsl" dir="cw">
                                      <p:cBhvr>
                                        <p:cTn id="175" dur="750" fill="hold"/>
                                        <p:tgtEl>
                                          <p:spTgt spid="37"/>
                                        </p:tgtEl>
                                        <p:attrNameLst>
                                          <p:attrName>fillcolor</p:attrName>
                                        </p:attrNameLst>
                                      </p:cBhvr>
                                      <p:by>
                                        <p:hsl h="7200000" s="0" l="0"/>
                                      </p:by>
                                    </p:animClr>
                                    <p:animClr clrSpc="hsl" dir="cw">
                                      <p:cBhvr>
                                        <p:cTn id="176" dur="750" fill="hold"/>
                                        <p:tgtEl>
                                          <p:spTgt spid="37"/>
                                        </p:tgtEl>
                                        <p:attrNameLst>
                                          <p:attrName>stroke.color</p:attrName>
                                        </p:attrNameLst>
                                      </p:cBhvr>
                                      <p:by>
                                        <p:hsl h="7200000" s="0" l="0"/>
                                      </p:by>
                                    </p:animClr>
                                    <p:set>
                                      <p:cBhvr>
                                        <p:cTn id="177" dur="750" fill="hold"/>
                                        <p:tgtEl>
                                          <p:spTgt spid="37"/>
                                        </p:tgtEl>
                                        <p:attrNameLst>
                                          <p:attrName>fill.type</p:attrName>
                                        </p:attrNameLst>
                                      </p:cBhvr>
                                      <p:to>
                                        <p:strVal val="solid"/>
                                      </p:to>
                                    </p:set>
                                  </p:childTnLst>
                                </p:cTn>
                              </p:par>
                              <p:par>
                                <p:cTn id="178" presetID="21" presetClass="emph" presetSubtype="0" fill="hold" grpId="0" nodeType="withEffect">
                                  <p:stCondLst>
                                    <p:cond delay="0"/>
                                  </p:stCondLst>
                                  <p:childTnLst>
                                    <p:animClr clrSpc="hsl" dir="cw">
                                      <p:cBhvr override="childStyle">
                                        <p:cTn id="179" dur="750" fill="hold"/>
                                        <p:tgtEl>
                                          <p:spTgt spid="30"/>
                                        </p:tgtEl>
                                        <p:attrNameLst>
                                          <p:attrName>style.color</p:attrName>
                                        </p:attrNameLst>
                                      </p:cBhvr>
                                      <p:by>
                                        <p:hsl h="7200000" s="0" l="0"/>
                                      </p:by>
                                    </p:animClr>
                                    <p:animClr clrSpc="hsl" dir="cw">
                                      <p:cBhvr>
                                        <p:cTn id="180" dur="750" fill="hold"/>
                                        <p:tgtEl>
                                          <p:spTgt spid="30"/>
                                        </p:tgtEl>
                                        <p:attrNameLst>
                                          <p:attrName>fillcolor</p:attrName>
                                        </p:attrNameLst>
                                      </p:cBhvr>
                                      <p:by>
                                        <p:hsl h="7200000" s="0" l="0"/>
                                      </p:by>
                                    </p:animClr>
                                    <p:animClr clrSpc="hsl" dir="cw">
                                      <p:cBhvr>
                                        <p:cTn id="181" dur="750" fill="hold"/>
                                        <p:tgtEl>
                                          <p:spTgt spid="30"/>
                                        </p:tgtEl>
                                        <p:attrNameLst>
                                          <p:attrName>stroke.color</p:attrName>
                                        </p:attrNameLst>
                                      </p:cBhvr>
                                      <p:by>
                                        <p:hsl h="7200000" s="0" l="0"/>
                                      </p:by>
                                    </p:animClr>
                                    <p:set>
                                      <p:cBhvr>
                                        <p:cTn id="182" dur="750" fill="hold"/>
                                        <p:tgtEl>
                                          <p:spTgt spid="30"/>
                                        </p:tgtEl>
                                        <p:attrNameLst>
                                          <p:attrName>fill.type</p:attrName>
                                        </p:attrNameLst>
                                      </p:cBhvr>
                                      <p:to>
                                        <p:strVal val="solid"/>
                                      </p:to>
                                    </p:set>
                                  </p:childTnLst>
                                </p:cTn>
                              </p:par>
                              <p:par>
                                <p:cTn id="183" presetID="21" presetClass="emph" presetSubtype="0" fill="hold" grpId="0" nodeType="withEffect">
                                  <p:stCondLst>
                                    <p:cond delay="0"/>
                                  </p:stCondLst>
                                  <p:childTnLst>
                                    <p:animClr clrSpc="hsl" dir="cw">
                                      <p:cBhvr override="childStyle">
                                        <p:cTn id="184" dur="750" fill="hold"/>
                                        <p:tgtEl>
                                          <p:spTgt spid="31"/>
                                        </p:tgtEl>
                                        <p:attrNameLst>
                                          <p:attrName>style.color</p:attrName>
                                        </p:attrNameLst>
                                      </p:cBhvr>
                                      <p:by>
                                        <p:hsl h="7200000" s="0" l="0"/>
                                      </p:by>
                                    </p:animClr>
                                    <p:animClr clrSpc="hsl" dir="cw">
                                      <p:cBhvr>
                                        <p:cTn id="185" dur="750" fill="hold"/>
                                        <p:tgtEl>
                                          <p:spTgt spid="31"/>
                                        </p:tgtEl>
                                        <p:attrNameLst>
                                          <p:attrName>fillcolor</p:attrName>
                                        </p:attrNameLst>
                                      </p:cBhvr>
                                      <p:by>
                                        <p:hsl h="7200000" s="0" l="0"/>
                                      </p:by>
                                    </p:animClr>
                                    <p:animClr clrSpc="hsl" dir="cw">
                                      <p:cBhvr>
                                        <p:cTn id="186" dur="750" fill="hold"/>
                                        <p:tgtEl>
                                          <p:spTgt spid="31"/>
                                        </p:tgtEl>
                                        <p:attrNameLst>
                                          <p:attrName>stroke.color</p:attrName>
                                        </p:attrNameLst>
                                      </p:cBhvr>
                                      <p:by>
                                        <p:hsl h="7200000" s="0" l="0"/>
                                      </p:by>
                                    </p:animClr>
                                    <p:set>
                                      <p:cBhvr>
                                        <p:cTn id="187" dur="750" fill="hold"/>
                                        <p:tgtEl>
                                          <p:spTgt spid="31"/>
                                        </p:tgtEl>
                                        <p:attrNameLst>
                                          <p:attrName>fill.type</p:attrName>
                                        </p:attrNameLst>
                                      </p:cBhvr>
                                      <p:to>
                                        <p:strVal val="solid"/>
                                      </p:to>
                                    </p:set>
                                  </p:childTnLst>
                                </p:cTn>
                              </p:par>
                              <p:par>
                                <p:cTn id="188" presetID="21" presetClass="emph" presetSubtype="0" fill="hold" grpId="0" nodeType="withEffect">
                                  <p:stCondLst>
                                    <p:cond delay="0"/>
                                  </p:stCondLst>
                                  <p:childTnLst>
                                    <p:animClr clrSpc="hsl" dir="cw">
                                      <p:cBhvr override="childStyle">
                                        <p:cTn id="189" dur="750" fill="hold"/>
                                        <p:tgtEl>
                                          <p:spTgt spid="38"/>
                                        </p:tgtEl>
                                        <p:attrNameLst>
                                          <p:attrName>style.color</p:attrName>
                                        </p:attrNameLst>
                                      </p:cBhvr>
                                      <p:by>
                                        <p:hsl h="7200000" s="0" l="0"/>
                                      </p:by>
                                    </p:animClr>
                                    <p:animClr clrSpc="hsl" dir="cw">
                                      <p:cBhvr>
                                        <p:cTn id="190" dur="750" fill="hold"/>
                                        <p:tgtEl>
                                          <p:spTgt spid="38"/>
                                        </p:tgtEl>
                                        <p:attrNameLst>
                                          <p:attrName>fillcolor</p:attrName>
                                        </p:attrNameLst>
                                      </p:cBhvr>
                                      <p:by>
                                        <p:hsl h="7200000" s="0" l="0"/>
                                      </p:by>
                                    </p:animClr>
                                    <p:animClr clrSpc="hsl" dir="cw">
                                      <p:cBhvr>
                                        <p:cTn id="191" dur="750" fill="hold"/>
                                        <p:tgtEl>
                                          <p:spTgt spid="38"/>
                                        </p:tgtEl>
                                        <p:attrNameLst>
                                          <p:attrName>stroke.color</p:attrName>
                                        </p:attrNameLst>
                                      </p:cBhvr>
                                      <p:by>
                                        <p:hsl h="7200000" s="0" l="0"/>
                                      </p:by>
                                    </p:animClr>
                                    <p:set>
                                      <p:cBhvr>
                                        <p:cTn id="192" dur="750" fill="hold"/>
                                        <p:tgtEl>
                                          <p:spTgt spid="38"/>
                                        </p:tgtEl>
                                        <p:attrNameLst>
                                          <p:attrName>fill.type</p:attrName>
                                        </p:attrNameLst>
                                      </p:cBhvr>
                                      <p:to>
                                        <p:strVal val="solid"/>
                                      </p:to>
                                    </p:set>
                                  </p:childTnLst>
                                </p:cTn>
                              </p:par>
                              <p:par>
                                <p:cTn id="193" presetID="21" presetClass="emph" presetSubtype="0" fill="hold" grpId="0" nodeType="withEffect">
                                  <p:stCondLst>
                                    <p:cond delay="0"/>
                                  </p:stCondLst>
                                  <p:childTnLst>
                                    <p:animClr clrSpc="hsl" dir="cw">
                                      <p:cBhvr override="childStyle">
                                        <p:cTn id="194" dur="750" fill="hold"/>
                                        <p:tgtEl>
                                          <p:spTgt spid="14"/>
                                        </p:tgtEl>
                                        <p:attrNameLst>
                                          <p:attrName>style.color</p:attrName>
                                        </p:attrNameLst>
                                      </p:cBhvr>
                                      <p:by>
                                        <p:hsl h="7200000" s="0" l="0"/>
                                      </p:by>
                                    </p:animClr>
                                    <p:animClr clrSpc="hsl" dir="cw">
                                      <p:cBhvr>
                                        <p:cTn id="195" dur="750" fill="hold"/>
                                        <p:tgtEl>
                                          <p:spTgt spid="14"/>
                                        </p:tgtEl>
                                        <p:attrNameLst>
                                          <p:attrName>fillcolor</p:attrName>
                                        </p:attrNameLst>
                                      </p:cBhvr>
                                      <p:by>
                                        <p:hsl h="7200000" s="0" l="0"/>
                                      </p:by>
                                    </p:animClr>
                                    <p:animClr clrSpc="hsl" dir="cw">
                                      <p:cBhvr>
                                        <p:cTn id="196" dur="750" fill="hold"/>
                                        <p:tgtEl>
                                          <p:spTgt spid="14"/>
                                        </p:tgtEl>
                                        <p:attrNameLst>
                                          <p:attrName>stroke.color</p:attrName>
                                        </p:attrNameLst>
                                      </p:cBhvr>
                                      <p:by>
                                        <p:hsl h="7200000" s="0" l="0"/>
                                      </p:by>
                                    </p:animClr>
                                    <p:set>
                                      <p:cBhvr>
                                        <p:cTn id="197" dur="750" fill="hold"/>
                                        <p:tgtEl>
                                          <p:spTgt spid="14"/>
                                        </p:tgtEl>
                                        <p:attrNameLst>
                                          <p:attrName>fill.type</p:attrName>
                                        </p:attrNameLst>
                                      </p:cBhvr>
                                      <p:to>
                                        <p:strVal val="solid"/>
                                      </p:to>
                                    </p:set>
                                  </p:childTnLst>
                                </p:cTn>
                              </p:par>
                            </p:childTnLst>
                          </p:cTn>
                        </p:par>
                        <p:par>
                          <p:cTn id="198" fill="hold">
                            <p:stCondLst>
                              <p:cond delay="1250"/>
                            </p:stCondLst>
                            <p:childTnLst>
                              <p:par>
                                <p:cTn id="199" presetID="57" presetClass="path" presetSubtype="0" accel="50000" decel="50000" fill="hold" grpId="2" nodeType="afterEffect">
                                  <p:stCondLst>
                                    <p:cond delay="50"/>
                                  </p:stCondLst>
                                  <p:childTnLst>
                                    <p:animMotion origin="layout" path="M -2.08333E-6 -1.85185E-6 L -2.08333E-6 -0.125 C -2.08333E-6 -0.18102 0.06901 -0.25 0.125 -0.25 L 0.25 -0.25 " pathEditMode="relative" rAng="0" ptsTypes="AAAA">
                                      <p:cBhvr>
                                        <p:cTn id="200" dur="500" spd="-100000" fill="hold"/>
                                        <p:tgtEl>
                                          <p:spTgt spid="15"/>
                                        </p:tgtEl>
                                        <p:attrNameLst>
                                          <p:attrName>ppt_x</p:attrName>
                                          <p:attrName>ppt_y</p:attrName>
                                        </p:attrNameLst>
                                      </p:cBhvr>
                                      <p:rCtr x="12500" y="-12500"/>
                                    </p:animMotion>
                                  </p:childTnLst>
                                </p:cTn>
                              </p:par>
                              <p:par>
                                <p:cTn id="201" presetID="57" presetClass="path" presetSubtype="0" accel="50000" decel="50000" fill="hold" grpId="2" nodeType="withEffect">
                                  <p:stCondLst>
                                    <p:cond delay="0"/>
                                  </p:stCondLst>
                                  <p:childTnLst>
                                    <p:animMotion origin="layout" path="M -1.04167E-6 -3.7037E-6 L -1.04167E-6 -0.125 C -1.04167E-6 -0.18101 0.06901 -0.25 0.125 -0.25 L 0.25 -0.25 " pathEditMode="relative" rAng="0" ptsTypes="AAAA">
                                      <p:cBhvr>
                                        <p:cTn id="202" dur="500" spd="-100000" fill="hold"/>
                                        <p:tgtEl>
                                          <p:spTgt spid="16"/>
                                        </p:tgtEl>
                                        <p:attrNameLst>
                                          <p:attrName>ppt_x</p:attrName>
                                          <p:attrName>ppt_y</p:attrName>
                                        </p:attrNameLst>
                                      </p:cBhvr>
                                      <p:rCtr x="12500" y="-12500"/>
                                    </p:animMotion>
                                  </p:childTnLst>
                                </p:cTn>
                              </p:par>
                              <p:par>
                                <p:cTn id="203" presetID="57" presetClass="path" presetSubtype="0" accel="50000" decel="50000" fill="hold" grpId="2" nodeType="withEffect">
                                  <p:stCondLst>
                                    <p:cond delay="0"/>
                                  </p:stCondLst>
                                  <p:childTnLst>
                                    <p:animMotion origin="layout" path="M -1.04167E-6 -2.22222E-6 L -1.04167E-6 -0.125 C -1.04167E-6 -0.18102 0.06901 -0.25 0.125 -0.25 L 0.25 -0.25 " pathEditMode="relative" rAng="0" ptsTypes="AAAA">
                                      <p:cBhvr>
                                        <p:cTn id="204" dur="500" spd="-100000" fill="hold"/>
                                        <p:tgtEl>
                                          <p:spTgt spid="19"/>
                                        </p:tgtEl>
                                        <p:attrNameLst>
                                          <p:attrName>ppt_x</p:attrName>
                                          <p:attrName>ppt_y</p:attrName>
                                        </p:attrNameLst>
                                      </p:cBhvr>
                                      <p:rCtr x="12500" y="-12500"/>
                                    </p:animMotion>
                                  </p:childTnLst>
                                </p:cTn>
                              </p:par>
                              <p:par>
                                <p:cTn id="205" presetID="57" presetClass="path" presetSubtype="0" accel="50000" decel="50000" fill="hold" grpId="2" nodeType="withEffect">
                                  <p:stCondLst>
                                    <p:cond delay="0"/>
                                  </p:stCondLst>
                                  <p:childTnLst>
                                    <p:animMotion origin="layout" path="M 2.08333E-6 4.81481E-6 L 2.08333E-6 -0.125 C 2.08333E-6 -0.18102 0.06901 -0.25 0.125 -0.25 L 0.25 -0.25 " pathEditMode="relative" rAng="0" ptsTypes="AAAA">
                                      <p:cBhvr>
                                        <p:cTn id="206" dur="500" spd="-100000" fill="hold"/>
                                        <p:tgtEl>
                                          <p:spTgt spid="20"/>
                                        </p:tgtEl>
                                        <p:attrNameLst>
                                          <p:attrName>ppt_x</p:attrName>
                                          <p:attrName>ppt_y</p:attrName>
                                        </p:attrNameLst>
                                      </p:cBhvr>
                                      <p:rCtr x="12500" y="-12500"/>
                                    </p:animMotion>
                                  </p:childTnLst>
                                </p:cTn>
                              </p:par>
                              <p:par>
                                <p:cTn id="207" presetID="57" presetClass="path" presetSubtype="0" accel="50000" decel="50000" fill="hold" grpId="2" nodeType="withEffect">
                                  <p:stCondLst>
                                    <p:cond delay="0"/>
                                  </p:stCondLst>
                                  <p:childTnLst>
                                    <p:animMotion origin="layout" path="M -2.70833E-6 -1.11111E-6 L -2.70833E-6 -0.125 C -2.70833E-6 -0.18102 0.06901 -0.25 0.125 -0.25 L 0.25 -0.25 " pathEditMode="relative" rAng="0" ptsTypes="AAAA">
                                      <p:cBhvr>
                                        <p:cTn id="208" dur="500" spd="-100000" fill="hold"/>
                                        <p:tgtEl>
                                          <p:spTgt spid="21"/>
                                        </p:tgtEl>
                                        <p:attrNameLst>
                                          <p:attrName>ppt_x</p:attrName>
                                          <p:attrName>ppt_y</p:attrName>
                                        </p:attrNameLst>
                                      </p:cBhvr>
                                      <p:rCtr x="12500" y="-12500"/>
                                    </p:animMotion>
                                  </p:childTnLst>
                                </p:cTn>
                              </p:par>
                              <p:par>
                                <p:cTn id="209" presetID="57" presetClass="path" presetSubtype="0" accel="50000" decel="50000" fill="hold" grpId="2" nodeType="withEffect">
                                  <p:stCondLst>
                                    <p:cond delay="0"/>
                                  </p:stCondLst>
                                  <p:childTnLst>
                                    <p:animMotion origin="layout" path="M -3.54167E-6 -2.59259E-6 L -3.54167E-6 -0.125 C -3.54167E-6 -0.18102 0.06901 -0.25 0.125 -0.25 L 0.25 -0.25 " pathEditMode="relative" rAng="0" ptsTypes="AAAA">
                                      <p:cBhvr>
                                        <p:cTn id="210" dur="500" spd="-100000" fill="hold"/>
                                        <p:tgtEl>
                                          <p:spTgt spid="22"/>
                                        </p:tgtEl>
                                        <p:attrNameLst>
                                          <p:attrName>ppt_x</p:attrName>
                                          <p:attrName>ppt_y</p:attrName>
                                        </p:attrNameLst>
                                      </p:cBhvr>
                                      <p:rCtr x="12500" y="-12500"/>
                                    </p:animMotion>
                                  </p:childTnLst>
                                </p:cTn>
                              </p:par>
                              <p:par>
                                <p:cTn id="211" presetID="57" presetClass="path" presetSubtype="0" accel="50000" decel="50000" fill="hold" grpId="2" nodeType="withEffect">
                                  <p:stCondLst>
                                    <p:cond delay="0"/>
                                  </p:stCondLst>
                                  <p:childTnLst>
                                    <p:animMotion origin="layout" path="M -1.45833E-6 1.85185E-6 L -1.45833E-6 -0.125 C -1.45833E-6 -0.18102 0.06901 -0.25 0.125 -0.25 L 0.25 -0.25 " pathEditMode="relative" rAng="0" ptsTypes="AAAA">
                                      <p:cBhvr>
                                        <p:cTn id="212" dur="500" spd="-100000" fill="hold"/>
                                        <p:tgtEl>
                                          <p:spTgt spid="23"/>
                                        </p:tgtEl>
                                        <p:attrNameLst>
                                          <p:attrName>ppt_x</p:attrName>
                                          <p:attrName>ppt_y</p:attrName>
                                        </p:attrNameLst>
                                      </p:cBhvr>
                                      <p:rCtr x="12500" y="-12500"/>
                                    </p:animMotion>
                                  </p:childTnLst>
                                </p:cTn>
                              </p:par>
                              <p:par>
                                <p:cTn id="213" presetID="57" presetClass="path" presetSubtype="0" accel="50000" decel="50000" fill="hold" grpId="2" nodeType="withEffect">
                                  <p:stCondLst>
                                    <p:cond delay="0"/>
                                  </p:stCondLst>
                                  <p:childTnLst>
                                    <p:animMotion origin="layout" path="M 1.875E-6 -1.11111E-6 L 1.875E-6 -0.125 C 1.875E-6 -0.18102 0.06901 -0.25 0.125 -0.25 L 0.25 -0.25 " pathEditMode="relative" rAng="0" ptsTypes="AAAA">
                                      <p:cBhvr>
                                        <p:cTn id="214" dur="500" spd="-100000" fill="hold"/>
                                        <p:tgtEl>
                                          <p:spTgt spid="24"/>
                                        </p:tgtEl>
                                        <p:attrNameLst>
                                          <p:attrName>ppt_x</p:attrName>
                                          <p:attrName>ppt_y</p:attrName>
                                        </p:attrNameLst>
                                      </p:cBhvr>
                                      <p:rCtr x="12500" y="-12500"/>
                                    </p:animMotion>
                                  </p:childTnLst>
                                </p:cTn>
                              </p:par>
                              <p:par>
                                <p:cTn id="215" presetID="57" presetClass="path" presetSubtype="0" accel="50000" decel="50000" fill="hold" grpId="2" nodeType="withEffect">
                                  <p:stCondLst>
                                    <p:cond delay="0"/>
                                  </p:stCondLst>
                                  <p:childTnLst>
                                    <p:animMotion origin="layout" path="M -2.08333E-6 1.11111E-6 L -2.08333E-6 -0.125 C -2.08333E-6 -0.18102 0.06901 -0.25 0.125 -0.25 L 0.25 -0.25 " pathEditMode="relative" rAng="0" ptsTypes="AAAA">
                                      <p:cBhvr>
                                        <p:cTn id="216" dur="500" spd="-100000" fill="hold"/>
                                        <p:tgtEl>
                                          <p:spTgt spid="27"/>
                                        </p:tgtEl>
                                        <p:attrNameLst>
                                          <p:attrName>ppt_x</p:attrName>
                                          <p:attrName>ppt_y</p:attrName>
                                        </p:attrNameLst>
                                      </p:cBhvr>
                                      <p:rCtr x="12500" y="-12500"/>
                                    </p:animMotion>
                                  </p:childTnLst>
                                </p:cTn>
                              </p:par>
                              <p:par>
                                <p:cTn id="217" presetID="57" presetClass="path" presetSubtype="0" accel="50000" decel="50000" fill="hold" grpId="2" nodeType="withEffect">
                                  <p:stCondLst>
                                    <p:cond delay="0"/>
                                  </p:stCondLst>
                                  <p:childTnLst>
                                    <p:animMotion origin="layout" path="M 4.375E-6 1.11111E-6 L 4.375E-6 -0.125 C 4.375E-6 -0.18102 0.06901 -0.25 0.125 -0.25 L 0.25 -0.25 " pathEditMode="relative" rAng="0" ptsTypes="AAAA">
                                      <p:cBhvr>
                                        <p:cTn id="218" dur="500" spd="-100000" fill="hold"/>
                                        <p:tgtEl>
                                          <p:spTgt spid="28"/>
                                        </p:tgtEl>
                                        <p:attrNameLst>
                                          <p:attrName>ppt_x</p:attrName>
                                          <p:attrName>ppt_y</p:attrName>
                                        </p:attrNameLst>
                                      </p:cBhvr>
                                      <p:rCtr x="12500" y="-12500"/>
                                    </p:animMotion>
                                  </p:childTnLst>
                                </p:cTn>
                              </p:par>
                              <p:par>
                                <p:cTn id="219" presetID="57" presetClass="path" presetSubtype="0" accel="50000" decel="50000" fill="hold" grpId="2" nodeType="withEffect">
                                  <p:stCondLst>
                                    <p:cond delay="0"/>
                                  </p:stCondLst>
                                  <p:childTnLst>
                                    <p:animMotion origin="layout" path="M 0 0 L 0 -0.125 C 0 -0.181 0.069 -0.25 0.125 -0.25 L 0.25 -0.25 E" pathEditMode="relative" ptsTypes="">
                                      <p:cBhvr>
                                        <p:cTn id="220" dur="500" spd="-100000" fill="hold"/>
                                        <p:tgtEl>
                                          <p:spTgt spid="29"/>
                                        </p:tgtEl>
                                        <p:attrNameLst>
                                          <p:attrName>ppt_x</p:attrName>
                                          <p:attrName>ppt_y</p:attrName>
                                        </p:attrNameLst>
                                      </p:cBhvr>
                                    </p:animMotion>
                                  </p:childTnLst>
                                </p:cTn>
                              </p:par>
                            </p:childTnLst>
                          </p:cTn>
                        </p:par>
                        <p:par>
                          <p:cTn id="221" fill="hold">
                            <p:stCondLst>
                              <p:cond delay="1800"/>
                            </p:stCondLst>
                            <p:childTnLst>
                              <p:par>
                                <p:cTn id="222" presetID="1" presetClass="entr" presetSubtype="0" fill="hold" grpId="0" nodeType="afterEffect">
                                  <p:stCondLst>
                                    <p:cond delay="0"/>
                                  </p:stCondLst>
                                  <p:childTnLst>
                                    <p:set>
                                      <p:cBhvr>
                                        <p:cTn id="223" dur="1" fill="hold">
                                          <p:stCondLst>
                                            <p:cond delay="0"/>
                                          </p:stCondLst>
                                        </p:cTn>
                                        <p:tgtEl>
                                          <p:spTgt spid="40"/>
                                        </p:tgtEl>
                                        <p:attrNameLst>
                                          <p:attrName>style.visibility</p:attrName>
                                        </p:attrNameLst>
                                      </p:cBhvr>
                                      <p:to>
                                        <p:strVal val="visible"/>
                                      </p:to>
                                    </p:set>
                                  </p:childTnLst>
                                </p:cTn>
                              </p:par>
                              <p:par>
                                <p:cTn id="224" presetID="1" presetClass="entr" presetSubtype="0" fill="hold" grpId="0" nodeType="withEffect">
                                  <p:stCondLst>
                                    <p:cond delay="0"/>
                                  </p:stCondLst>
                                  <p:childTnLst>
                                    <p:set>
                                      <p:cBhvr>
                                        <p:cTn id="225" dur="1" fill="hold">
                                          <p:stCondLst>
                                            <p:cond delay="0"/>
                                          </p:stCondLst>
                                        </p:cTn>
                                        <p:tgtEl>
                                          <p:spTgt spid="39"/>
                                        </p:tgtEl>
                                        <p:attrNameLst>
                                          <p:attrName>style.visibility</p:attrName>
                                        </p:attrNameLst>
                                      </p:cBhvr>
                                      <p:to>
                                        <p:strVal val="visible"/>
                                      </p:to>
                                    </p:set>
                                  </p:childTnLst>
                                </p:cTn>
                              </p:par>
                              <p:par>
                                <p:cTn id="226" presetID="1" presetClass="entr" presetSubtype="0" fill="hold" grpId="0" nodeType="withEffect">
                                  <p:stCondLst>
                                    <p:cond delay="0"/>
                                  </p:stCondLst>
                                  <p:childTnLst>
                                    <p:set>
                                      <p:cBhvr>
                                        <p:cTn id="227"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2" grpId="0" animBg="1"/>
      <p:bldP spid="13" grpId="0" animBg="1"/>
      <p:bldP spid="14" grpId="0" animBg="1"/>
      <p:bldP spid="37" grpId="0" animBg="1"/>
      <p:bldP spid="38" grpId="0" animBg="1"/>
      <p:bldP spid="30" grpId="0" animBg="1"/>
      <p:bldP spid="31" grpId="0" animBg="1"/>
      <p:bldP spid="15" grpId="0" animBg="1"/>
      <p:bldP spid="15" grpId="1" animBg="1"/>
      <p:bldP spid="15" grpId="2" animBg="1"/>
      <p:bldP spid="16" grpId="0" animBg="1"/>
      <p:bldP spid="16" grpId="1" animBg="1"/>
      <p:bldP spid="16" grpId="2" animBg="1"/>
      <p:bldP spid="19" grpId="0" animBg="1"/>
      <p:bldP spid="19" grpId="1" animBg="1"/>
      <p:bldP spid="19" grpId="2" animBg="1"/>
      <p:bldP spid="20" grpId="0" animBg="1"/>
      <p:bldP spid="20" grpId="1" animBg="1"/>
      <p:bldP spid="20" grpId="2" animBg="1"/>
      <p:bldP spid="21" grpId="0" animBg="1"/>
      <p:bldP spid="21" grpId="1" animBg="1"/>
      <p:bldP spid="21" grpId="2" animBg="1"/>
      <p:bldP spid="22" grpId="0" animBg="1"/>
      <p:bldP spid="22" grpId="1" animBg="1"/>
      <p:bldP spid="22" grpId="2" animBg="1"/>
      <p:bldP spid="23" grpId="0" animBg="1"/>
      <p:bldP spid="23" grpId="1" animBg="1"/>
      <p:bldP spid="23" grpId="2" animBg="1"/>
      <p:bldP spid="24" grpId="0" animBg="1"/>
      <p:bldP spid="24" grpId="1" animBg="1"/>
      <p:bldP spid="24" grpId="2" animBg="1"/>
      <p:bldP spid="27" grpId="0" animBg="1"/>
      <p:bldP spid="27" grpId="1" animBg="1"/>
      <p:bldP spid="27" grpId="2" animBg="1"/>
      <p:bldP spid="28" grpId="0" animBg="1"/>
      <p:bldP spid="28" grpId="1" animBg="1"/>
      <p:bldP spid="28" grpId="2" animBg="1"/>
      <p:bldP spid="29" grpId="0" animBg="1"/>
      <p:bldP spid="29" grpId="1" animBg="1"/>
      <p:bldP spid="29" grpId="2" animBg="1"/>
      <p:bldP spid="4" grpId="0"/>
      <p:bldP spid="39" grpId="0"/>
      <p:bldP spid="40" grpId="0" animBg="1"/>
      <p:bldP spid="4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1C4A8F-56F8-4525-A7CE-F9EB91CEA7AE}"/>
            </a:ext>
          </a:extLst>
        </p:cNvPr>
        <p:cNvGrpSpPr/>
        <p:nvPr/>
      </p:nvGrpSpPr>
      <p:grpSpPr>
        <a:xfrm>
          <a:off x="0" y="0"/>
          <a:ext cx="0" cy="0"/>
          <a:chOff x="0" y="0"/>
          <a:chExt cx="0" cy="0"/>
        </a:xfrm>
      </p:grpSpPr>
      <p:pic>
        <p:nvPicPr>
          <p:cNvPr id="28" name="Picture 27" descr="A bull with a graph&#10;&#10;AI-generated content may be incorrect.">
            <a:extLst>
              <a:ext uri="{FF2B5EF4-FFF2-40B4-BE49-F238E27FC236}">
                <a16:creationId xmlns:a16="http://schemas.microsoft.com/office/drawing/2014/main" id="{D8C153A4-DFB7-1A83-FBCD-7047059F15F5}"/>
              </a:ext>
            </a:extLst>
          </p:cNvPr>
          <p:cNvPicPr>
            <a:picLocks noChangeAspect="1"/>
          </p:cNvPicPr>
          <p:nvPr/>
        </p:nvPicPr>
        <p:blipFill>
          <a:blip r:embed="rId2">
            <a:alphaModFix amt="35000"/>
            <a:extLst>
              <a:ext uri="{BEBA8EAE-BF5A-486C-A8C5-ECC9F3942E4B}">
                <a14:imgProps xmlns:a14="http://schemas.microsoft.com/office/drawing/2010/main">
                  <a14:imgLayer r:embed="rId3">
                    <a14:imgEffect>
                      <a14:sharpenSoften amount="-50000"/>
                    </a14:imgEffect>
                    <a14:imgEffect>
                      <a14:brightnessContrast bright="40000" contrast="20000"/>
                    </a14:imgEffect>
                  </a14:imgLayer>
                </a14:imgProps>
              </a:ext>
              <a:ext uri="{28A0092B-C50C-407E-A947-70E740481C1C}">
                <a14:useLocalDpi xmlns:a14="http://schemas.microsoft.com/office/drawing/2010/main" val="0"/>
              </a:ext>
              <a:ext uri="{837473B0-CC2E-450A-ABE3-18F120FF3D39}">
                <a1611:picAttrSrcUrl xmlns:a1611="http://schemas.microsoft.com/office/drawing/2016/11/main" r:id="rId4"/>
              </a:ext>
            </a:extLst>
          </a:blip>
          <a:srcRect t="7707" b="7707"/>
          <a:stretch/>
        </p:blipFill>
        <p:spPr>
          <a:xfrm>
            <a:off x="20" y="10"/>
            <a:ext cx="12191980" cy="6857990"/>
          </a:xfrm>
          <a:prstGeom prst="rect">
            <a:avLst/>
          </a:prstGeom>
        </p:spPr>
      </p:pic>
      <p:sp>
        <p:nvSpPr>
          <p:cNvPr id="2" name="Title 1">
            <a:extLst>
              <a:ext uri="{FF2B5EF4-FFF2-40B4-BE49-F238E27FC236}">
                <a16:creationId xmlns:a16="http://schemas.microsoft.com/office/drawing/2014/main" id="{7AFDB5FF-3183-5C0C-B094-CA12404C89F5}"/>
              </a:ext>
            </a:extLst>
          </p:cNvPr>
          <p:cNvSpPr>
            <a:spLocks noGrp="1"/>
          </p:cNvSpPr>
          <p:nvPr>
            <p:ph type="title"/>
          </p:nvPr>
        </p:nvSpPr>
        <p:spPr>
          <a:xfrm>
            <a:off x="1751012" y="1300785"/>
            <a:ext cx="8689976" cy="2509213"/>
          </a:xfrm>
        </p:spPr>
        <p:txBody>
          <a:bodyPr vert="horz" lIns="91440" tIns="45720" rIns="91440" bIns="45720" rtlCol="0" anchor="b">
            <a:normAutofit/>
          </a:bodyPr>
          <a:lstStyle/>
          <a:p>
            <a:r>
              <a:rPr lang="en-US" sz="4800" b="1" dirty="0"/>
              <a:t>Stocks Data Analysis</a:t>
            </a:r>
          </a:p>
        </p:txBody>
      </p:sp>
    </p:spTree>
    <p:extLst>
      <p:ext uri="{BB962C8B-B14F-4D97-AF65-F5344CB8AC3E}">
        <p14:creationId xmlns:p14="http://schemas.microsoft.com/office/powerpoint/2010/main" val="23655097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8314EF4A-EE7D-64E6-0978-BB8CDBF22E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EB30B1-B6F0-3D8F-A277-6C7F98B62226}"/>
              </a:ext>
            </a:extLst>
          </p:cNvPr>
          <p:cNvSpPr>
            <a:spLocks noGrp="1"/>
          </p:cNvSpPr>
          <p:nvPr>
            <p:ph type="title"/>
          </p:nvPr>
        </p:nvSpPr>
        <p:spPr>
          <a:xfrm>
            <a:off x="1159581" y="489690"/>
            <a:ext cx="10364451" cy="744629"/>
          </a:xfrm>
        </p:spPr>
        <p:txBody>
          <a:bodyPr vert="horz" lIns="91440" tIns="45720" rIns="91440" bIns="45720" rtlCol="0" anchor="ctr">
            <a:normAutofit/>
          </a:bodyPr>
          <a:lstStyle/>
          <a:p>
            <a:r>
              <a:rPr lang="en-US" sz="3200" b="1" dirty="0">
                <a:solidFill>
                  <a:srgbClr val="002060"/>
                </a:solidFill>
              </a:rPr>
              <a:t>Technical Indicators Data Evaluation</a:t>
            </a:r>
            <a:endParaRPr lang="en-US" sz="3200" b="1" dirty="0">
              <a:solidFill>
                <a:srgbClr val="002060"/>
              </a:solidFill>
              <a:effectLst/>
            </a:endParaRPr>
          </a:p>
        </p:txBody>
      </p:sp>
      <p:sp>
        <p:nvSpPr>
          <p:cNvPr id="41" name="TextBox 40">
            <a:extLst>
              <a:ext uri="{FF2B5EF4-FFF2-40B4-BE49-F238E27FC236}">
                <a16:creationId xmlns:a16="http://schemas.microsoft.com/office/drawing/2014/main" id="{C1BB34D1-0068-1665-5C3A-D8DDA3C1952A}"/>
              </a:ext>
            </a:extLst>
          </p:cNvPr>
          <p:cNvSpPr txBox="1"/>
          <p:nvPr/>
        </p:nvSpPr>
        <p:spPr>
          <a:xfrm>
            <a:off x="4397271" y="6552084"/>
            <a:ext cx="7805299" cy="307777"/>
          </a:xfrm>
          <a:prstGeom prst="rect">
            <a:avLst/>
          </a:prstGeom>
          <a:solidFill>
            <a:schemeClr val="bg1"/>
          </a:solidFill>
        </p:spPr>
        <p:txBody>
          <a:bodyPr wrap="square" rtlCol="0">
            <a:spAutoFit/>
          </a:bodyPr>
          <a:lstStyle/>
          <a:p>
            <a:r>
              <a:rPr lang="en-CA" sz="700" b="1" i="1" dirty="0">
                <a:latin typeface="Segoe UI" panose="020B0502040204020203" pitchFamily="34" charset="0"/>
                <a:cs typeface="Segoe UI" panose="020B0502040204020203" pitchFamily="34" charset="0"/>
              </a:rPr>
              <a:t>Sources: apple_stock_with_indicators.csv, </a:t>
            </a:r>
            <a:r>
              <a:rPr lang="en-US" sz="700" b="1" i="1" dirty="0">
                <a:latin typeface="Segoe UI" panose="020B0502040204020203" pitchFamily="34" charset="0"/>
                <a:cs typeface="Segoe UI" panose="020B0502040204020203" pitchFamily="34" charset="0"/>
              </a:rPr>
              <a:t>apple_stock_news_with_summary.csv, apple_stock_enriched_phase2_output.csv</a:t>
            </a:r>
            <a:r>
              <a:rPr lang="en-CA" sz="700" b="1" i="1" dirty="0">
                <a:latin typeface="Segoe UI" panose="020B0502040204020203" pitchFamily="34" charset="0"/>
                <a:cs typeface="Segoe UI" panose="020B0502040204020203" pitchFamily="34" charset="0"/>
              </a:rPr>
              <a:t> | OpenAI | Code: 3.Apple_5yr_historicdata.py 5.A_Preprocessing.py, 5.C_Get_Apple_Simplified.py, 5.E_Generate_Summary.py</a:t>
            </a:r>
          </a:p>
        </p:txBody>
      </p:sp>
      <p:pic>
        <p:nvPicPr>
          <p:cNvPr id="26" name="Picture 25" descr="A graph showing a graph">
            <a:extLst>
              <a:ext uri="{FF2B5EF4-FFF2-40B4-BE49-F238E27FC236}">
                <a16:creationId xmlns:a16="http://schemas.microsoft.com/office/drawing/2014/main" id="{849C726A-8D3B-367D-784D-1256A5D2DF34}"/>
              </a:ext>
            </a:extLst>
          </p:cNvPr>
          <p:cNvPicPr>
            <a:picLocks noChangeAspect="1"/>
          </p:cNvPicPr>
          <p:nvPr/>
        </p:nvPicPr>
        <p:blipFill>
          <a:blip r:embed="rId3">
            <a:extLst>
              <a:ext uri="{28A0092B-C50C-407E-A947-70E740481C1C}">
                <a14:useLocalDpi xmlns:a14="http://schemas.microsoft.com/office/drawing/2010/main" val="0"/>
              </a:ext>
            </a:extLst>
          </a:blip>
          <a:srcRect l="8712" r="7277"/>
          <a:stretch/>
        </p:blipFill>
        <p:spPr>
          <a:xfrm>
            <a:off x="7316135" y="1645793"/>
            <a:ext cx="4801097" cy="1904947"/>
          </a:xfrm>
          <a:prstGeom prst="rect">
            <a:avLst/>
          </a:prstGeom>
        </p:spPr>
      </p:pic>
      <p:pic>
        <p:nvPicPr>
          <p:cNvPr id="33" name="Picture 32" descr="A graph showing a line&#10;&#10;AI-generated content may be incorrect.">
            <a:extLst>
              <a:ext uri="{FF2B5EF4-FFF2-40B4-BE49-F238E27FC236}">
                <a16:creationId xmlns:a16="http://schemas.microsoft.com/office/drawing/2014/main" id="{5CADFAAB-AD25-650C-DA41-FE05E01B740D}"/>
              </a:ext>
            </a:extLst>
          </p:cNvPr>
          <p:cNvPicPr>
            <a:picLocks noChangeAspect="1"/>
          </p:cNvPicPr>
          <p:nvPr/>
        </p:nvPicPr>
        <p:blipFill>
          <a:blip r:embed="rId4">
            <a:extLst>
              <a:ext uri="{28A0092B-C50C-407E-A947-70E740481C1C}">
                <a14:useLocalDpi xmlns:a14="http://schemas.microsoft.com/office/drawing/2010/main" val="0"/>
              </a:ext>
            </a:extLst>
          </a:blip>
          <a:srcRect l="8712" r="7277"/>
          <a:stretch/>
        </p:blipFill>
        <p:spPr>
          <a:xfrm>
            <a:off x="6096000" y="3721613"/>
            <a:ext cx="4946575" cy="1962668"/>
          </a:xfrm>
          <a:prstGeom prst="rect">
            <a:avLst/>
          </a:prstGeom>
        </p:spPr>
      </p:pic>
      <p:pic>
        <p:nvPicPr>
          <p:cNvPr id="42" name="Picture 41" descr="A graph with red and blue lines&#10;&#10;AI-generated content may be incorrect.">
            <a:extLst>
              <a:ext uri="{FF2B5EF4-FFF2-40B4-BE49-F238E27FC236}">
                <a16:creationId xmlns:a16="http://schemas.microsoft.com/office/drawing/2014/main" id="{2620804A-E9E9-D64F-4650-8EC112E9BCDD}"/>
              </a:ext>
            </a:extLst>
          </p:cNvPr>
          <p:cNvPicPr>
            <a:picLocks noChangeAspect="1"/>
          </p:cNvPicPr>
          <p:nvPr/>
        </p:nvPicPr>
        <p:blipFill>
          <a:blip r:embed="rId5">
            <a:extLst>
              <a:ext uri="{28A0092B-C50C-407E-A947-70E740481C1C}">
                <a14:useLocalDpi xmlns:a14="http://schemas.microsoft.com/office/drawing/2010/main" val="0"/>
              </a:ext>
            </a:extLst>
          </a:blip>
          <a:srcRect l="7250" t="8498" r="7672" b="5495"/>
          <a:stretch/>
        </p:blipFill>
        <p:spPr>
          <a:xfrm>
            <a:off x="314921" y="1521529"/>
            <a:ext cx="3001108" cy="2022560"/>
          </a:xfrm>
          <a:prstGeom prst="rect">
            <a:avLst/>
          </a:prstGeom>
        </p:spPr>
      </p:pic>
      <p:pic>
        <p:nvPicPr>
          <p:cNvPr id="44" name="Picture 43" descr="A graph showing a graph of a graph&#10;&#10;AI-generated content may be incorrect.">
            <a:extLst>
              <a:ext uri="{FF2B5EF4-FFF2-40B4-BE49-F238E27FC236}">
                <a16:creationId xmlns:a16="http://schemas.microsoft.com/office/drawing/2014/main" id="{D113E314-633D-482C-4AAD-EACFFE918F21}"/>
              </a:ext>
            </a:extLst>
          </p:cNvPr>
          <p:cNvPicPr>
            <a:picLocks noChangeAspect="1"/>
          </p:cNvPicPr>
          <p:nvPr/>
        </p:nvPicPr>
        <p:blipFill>
          <a:blip r:embed="rId6">
            <a:extLst>
              <a:ext uri="{28A0092B-C50C-407E-A947-70E740481C1C}">
                <a14:useLocalDpi xmlns:a14="http://schemas.microsoft.com/office/drawing/2010/main" val="0"/>
              </a:ext>
            </a:extLst>
          </a:blip>
          <a:srcRect l="7356" t="6913" r="6563" b="3342"/>
          <a:stretch/>
        </p:blipFill>
        <p:spPr>
          <a:xfrm>
            <a:off x="3541653" y="1645793"/>
            <a:ext cx="3641631" cy="1898296"/>
          </a:xfrm>
          <a:prstGeom prst="rect">
            <a:avLst/>
          </a:prstGeom>
        </p:spPr>
      </p:pic>
      <p:pic>
        <p:nvPicPr>
          <p:cNvPr id="46" name="Picture 45" descr="A graph showing a line graph&#10;&#10;AI-generated content may be incorrect.">
            <a:extLst>
              <a:ext uri="{FF2B5EF4-FFF2-40B4-BE49-F238E27FC236}">
                <a16:creationId xmlns:a16="http://schemas.microsoft.com/office/drawing/2014/main" id="{B82F9F17-C961-BF92-F6EA-6334F0F52744}"/>
              </a:ext>
            </a:extLst>
          </p:cNvPr>
          <p:cNvPicPr>
            <a:picLocks noChangeAspect="1"/>
          </p:cNvPicPr>
          <p:nvPr/>
        </p:nvPicPr>
        <p:blipFill>
          <a:blip r:embed="rId7">
            <a:extLst>
              <a:ext uri="{28A0092B-C50C-407E-A947-70E740481C1C}">
                <a14:useLocalDpi xmlns:a14="http://schemas.microsoft.com/office/drawing/2010/main" val="0"/>
              </a:ext>
            </a:extLst>
          </a:blip>
          <a:srcRect l="6990" r="7387"/>
          <a:stretch/>
        </p:blipFill>
        <p:spPr>
          <a:xfrm>
            <a:off x="662236" y="3710916"/>
            <a:ext cx="5096416" cy="1984063"/>
          </a:xfrm>
          <a:prstGeom prst="rect">
            <a:avLst/>
          </a:prstGeom>
        </p:spPr>
      </p:pic>
    </p:spTree>
    <p:extLst>
      <p:ext uri="{BB962C8B-B14F-4D97-AF65-F5344CB8AC3E}">
        <p14:creationId xmlns:p14="http://schemas.microsoft.com/office/powerpoint/2010/main" val="24814627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F74F2BC6-BA20-208B-37E8-7E10B8B403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EFA0AD-AE42-63C3-1E06-485DD4831A57}"/>
              </a:ext>
            </a:extLst>
          </p:cNvPr>
          <p:cNvSpPr>
            <a:spLocks noGrp="1"/>
          </p:cNvSpPr>
          <p:nvPr>
            <p:ph type="title"/>
          </p:nvPr>
        </p:nvSpPr>
        <p:spPr>
          <a:xfrm>
            <a:off x="1159581" y="489690"/>
            <a:ext cx="10364451" cy="744629"/>
          </a:xfrm>
        </p:spPr>
        <p:txBody>
          <a:bodyPr vert="horz" lIns="91440" tIns="45720" rIns="91440" bIns="45720" rtlCol="0" anchor="ctr">
            <a:normAutofit/>
          </a:bodyPr>
          <a:lstStyle/>
          <a:p>
            <a:r>
              <a:rPr lang="en-US" sz="3200" b="1" dirty="0">
                <a:solidFill>
                  <a:srgbClr val="002060"/>
                </a:solidFill>
              </a:rPr>
              <a:t>Articles Data Evaluation and </a:t>
            </a:r>
            <a:r>
              <a:rPr lang="en-US" sz="3200" b="1" dirty="0" err="1">
                <a:solidFill>
                  <a:srgbClr val="002060"/>
                </a:solidFill>
              </a:rPr>
              <a:t>Bertopic</a:t>
            </a:r>
            <a:r>
              <a:rPr lang="en-US" sz="3200" b="1" dirty="0">
                <a:solidFill>
                  <a:srgbClr val="002060"/>
                </a:solidFill>
              </a:rPr>
              <a:t> Modeling</a:t>
            </a:r>
            <a:endParaRPr lang="en-US" sz="3200" b="1" dirty="0">
              <a:solidFill>
                <a:srgbClr val="002060"/>
              </a:solidFill>
              <a:effectLst/>
            </a:endParaRPr>
          </a:p>
        </p:txBody>
      </p:sp>
      <p:sp>
        <p:nvSpPr>
          <p:cNvPr id="41" name="TextBox 40">
            <a:extLst>
              <a:ext uri="{FF2B5EF4-FFF2-40B4-BE49-F238E27FC236}">
                <a16:creationId xmlns:a16="http://schemas.microsoft.com/office/drawing/2014/main" id="{9FBC763C-8044-9CBE-AB52-58AE7F25E3B3}"/>
              </a:ext>
            </a:extLst>
          </p:cNvPr>
          <p:cNvSpPr txBox="1"/>
          <p:nvPr/>
        </p:nvSpPr>
        <p:spPr>
          <a:xfrm>
            <a:off x="4397271" y="6552084"/>
            <a:ext cx="7805299" cy="307777"/>
          </a:xfrm>
          <a:prstGeom prst="rect">
            <a:avLst/>
          </a:prstGeom>
          <a:solidFill>
            <a:schemeClr val="bg1"/>
          </a:solidFill>
        </p:spPr>
        <p:txBody>
          <a:bodyPr wrap="square" rtlCol="0">
            <a:spAutoFit/>
          </a:bodyPr>
          <a:lstStyle/>
          <a:p>
            <a:r>
              <a:rPr lang="en-CA" sz="700" b="1" i="1" dirty="0">
                <a:latin typeface="Segoe UI" panose="020B0502040204020203" pitchFamily="34" charset="0"/>
                <a:cs typeface="Segoe UI" panose="020B0502040204020203" pitchFamily="34" charset="0"/>
              </a:rPr>
              <a:t>Sources: apple_stock_with_indicators.csv, </a:t>
            </a:r>
            <a:r>
              <a:rPr lang="en-US" sz="700" b="1" i="1" dirty="0">
                <a:latin typeface="Segoe UI" panose="020B0502040204020203" pitchFamily="34" charset="0"/>
                <a:cs typeface="Segoe UI" panose="020B0502040204020203" pitchFamily="34" charset="0"/>
              </a:rPr>
              <a:t>apple_stock_news_with_summary.csv, apple_stock_enriched_phase2_output.csv</a:t>
            </a:r>
            <a:r>
              <a:rPr lang="en-CA" sz="700" b="1" i="1" dirty="0">
                <a:latin typeface="Segoe UI" panose="020B0502040204020203" pitchFamily="34" charset="0"/>
                <a:cs typeface="Segoe UI" panose="020B0502040204020203" pitchFamily="34" charset="0"/>
              </a:rPr>
              <a:t> | OpenAI | Code: 5.B_Topic_Modeling_BERTopic.py</a:t>
            </a:r>
          </a:p>
          <a:p>
            <a:r>
              <a:rPr lang="en-CA" sz="700" b="1" i="1" dirty="0">
                <a:latin typeface="Segoe UI" panose="020B0502040204020203" pitchFamily="34" charset="0"/>
                <a:cs typeface="Segoe UI" panose="020B0502040204020203" pitchFamily="34" charset="0"/>
              </a:rPr>
              <a:t>6.B_Keywords_Evaluation.py, 6.A_Overview_Summary.py, 6.C_Drop_in_Audit.py, 6.D_Audit_prt2.py, 6.D_Correlation_Analysis.py</a:t>
            </a:r>
          </a:p>
        </p:txBody>
      </p:sp>
      <p:pic>
        <p:nvPicPr>
          <p:cNvPr id="8" name="Picture 7" descr="A graph with numbers and a bar chart&#10;&#10;AI-generated content may be incorrect.">
            <a:extLst>
              <a:ext uri="{FF2B5EF4-FFF2-40B4-BE49-F238E27FC236}">
                <a16:creationId xmlns:a16="http://schemas.microsoft.com/office/drawing/2014/main" id="{1A1E00E6-6E59-DCA2-823C-F2076D8BD0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7496" y="1316870"/>
            <a:ext cx="5570694" cy="3342416"/>
          </a:xfrm>
          <a:prstGeom prst="rect">
            <a:avLst/>
          </a:prstGeom>
        </p:spPr>
      </p:pic>
      <p:sp>
        <p:nvSpPr>
          <p:cNvPr id="17" name="TextBox 16">
            <a:extLst>
              <a:ext uri="{FF2B5EF4-FFF2-40B4-BE49-F238E27FC236}">
                <a16:creationId xmlns:a16="http://schemas.microsoft.com/office/drawing/2014/main" id="{EB2AAF10-A03C-470C-E75D-B479E68073AF}"/>
              </a:ext>
            </a:extLst>
          </p:cNvPr>
          <p:cNvSpPr txBox="1"/>
          <p:nvPr/>
        </p:nvSpPr>
        <p:spPr>
          <a:xfrm>
            <a:off x="364361" y="4965183"/>
            <a:ext cx="4658876" cy="738664"/>
          </a:xfrm>
          <a:prstGeom prst="rect">
            <a:avLst/>
          </a:prstGeom>
          <a:noFill/>
        </p:spPr>
        <p:txBody>
          <a:bodyPr wrap="square" rtlCol="0">
            <a:spAutoFit/>
          </a:bodyPr>
          <a:lstStyle/>
          <a:p>
            <a:r>
              <a:rPr lang="en-US" sz="1400" b="1" i="1" dirty="0">
                <a:solidFill>
                  <a:srgbClr val="002060"/>
                </a:solidFill>
                <a:latin typeface="Segoe UI" panose="020B0502040204020203" pitchFamily="34" charset="0"/>
                <a:cs typeface="Segoe UI" panose="020B0502040204020203" pitchFamily="34" charset="0"/>
              </a:rPr>
              <a:t>Product mentions rose sharply in 2024–2025, with new interest in vision tech and earnings showing Apple’s evolving media narrative</a:t>
            </a:r>
            <a:endParaRPr lang="en-CA" sz="1400" b="1" i="1" dirty="0">
              <a:solidFill>
                <a:srgbClr val="002060"/>
              </a:solidFill>
              <a:latin typeface="Segoe UI" panose="020B0502040204020203" pitchFamily="34" charset="0"/>
              <a:cs typeface="Segoe UI" panose="020B0502040204020203" pitchFamily="34" charset="0"/>
            </a:endParaRPr>
          </a:p>
        </p:txBody>
      </p:sp>
      <p:pic>
        <p:nvPicPr>
          <p:cNvPr id="18" name="Picture 17" descr="A table with numbers and words&#10;&#10;AI-generated content may be incorrect.">
            <a:extLst>
              <a:ext uri="{FF2B5EF4-FFF2-40B4-BE49-F238E27FC236}">
                <a16:creationId xmlns:a16="http://schemas.microsoft.com/office/drawing/2014/main" id="{59633744-390E-6E20-0439-6ED3C224C1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68764" y="3509203"/>
            <a:ext cx="2911960" cy="2911960"/>
          </a:xfrm>
          <a:prstGeom prst="rect">
            <a:avLst/>
          </a:prstGeom>
        </p:spPr>
      </p:pic>
      <p:pic>
        <p:nvPicPr>
          <p:cNvPr id="19" name="Picture 18" descr="A graph showing a number of times&#10;&#10;AI-generated content may be incorrect.">
            <a:extLst>
              <a:ext uri="{FF2B5EF4-FFF2-40B4-BE49-F238E27FC236}">
                <a16:creationId xmlns:a16="http://schemas.microsoft.com/office/drawing/2014/main" id="{33E117CF-CBB2-B497-458D-4D916562C7F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07744" y="1310557"/>
            <a:ext cx="4135449" cy="2067725"/>
          </a:xfrm>
          <a:prstGeom prst="rect">
            <a:avLst/>
          </a:prstGeom>
        </p:spPr>
      </p:pic>
    </p:spTree>
    <p:extLst>
      <p:ext uri="{BB962C8B-B14F-4D97-AF65-F5344CB8AC3E}">
        <p14:creationId xmlns:p14="http://schemas.microsoft.com/office/powerpoint/2010/main" val="245395992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94E9155E-CEF9-F0D0-2043-C3FAE6A7C4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F3BD45-8DFF-8B0B-D6D3-67402F38480C}"/>
              </a:ext>
            </a:extLst>
          </p:cNvPr>
          <p:cNvSpPr>
            <a:spLocks noGrp="1"/>
          </p:cNvSpPr>
          <p:nvPr>
            <p:ph type="title"/>
          </p:nvPr>
        </p:nvSpPr>
        <p:spPr>
          <a:xfrm>
            <a:off x="1159581" y="489690"/>
            <a:ext cx="10364451" cy="744629"/>
          </a:xfrm>
        </p:spPr>
        <p:txBody>
          <a:bodyPr vert="horz" lIns="91440" tIns="45720" rIns="91440" bIns="45720" rtlCol="0" anchor="ctr">
            <a:normAutofit fontScale="90000"/>
          </a:bodyPr>
          <a:lstStyle/>
          <a:p>
            <a:r>
              <a:rPr lang="en-US" sz="3200" b="1" dirty="0" err="1">
                <a:solidFill>
                  <a:srgbClr val="002060"/>
                </a:solidFill>
              </a:rPr>
              <a:t>Con’t</a:t>
            </a:r>
            <a:r>
              <a:rPr lang="en-US" sz="3200" b="1" dirty="0">
                <a:solidFill>
                  <a:srgbClr val="002060"/>
                </a:solidFill>
              </a:rPr>
              <a:t> Articles Data Evaluation and Sentiment analysis</a:t>
            </a:r>
            <a:endParaRPr lang="en-US" sz="3200" b="1" dirty="0">
              <a:solidFill>
                <a:srgbClr val="002060"/>
              </a:solidFill>
              <a:effectLst/>
            </a:endParaRPr>
          </a:p>
        </p:txBody>
      </p:sp>
      <p:sp>
        <p:nvSpPr>
          <p:cNvPr id="3" name="TextBox 2">
            <a:extLst>
              <a:ext uri="{FF2B5EF4-FFF2-40B4-BE49-F238E27FC236}">
                <a16:creationId xmlns:a16="http://schemas.microsoft.com/office/drawing/2014/main" id="{463B317F-89E0-800C-54B3-299CA5464618}"/>
              </a:ext>
            </a:extLst>
          </p:cNvPr>
          <p:cNvSpPr txBox="1"/>
          <p:nvPr/>
        </p:nvSpPr>
        <p:spPr>
          <a:xfrm>
            <a:off x="4415261" y="6550223"/>
            <a:ext cx="7805299" cy="307777"/>
          </a:xfrm>
          <a:prstGeom prst="rect">
            <a:avLst/>
          </a:prstGeom>
          <a:solidFill>
            <a:schemeClr val="bg1"/>
          </a:solidFill>
        </p:spPr>
        <p:txBody>
          <a:bodyPr wrap="square" rtlCol="0">
            <a:spAutoFit/>
          </a:bodyPr>
          <a:lstStyle/>
          <a:p>
            <a:r>
              <a:rPr lang="en-CA" sz="700" b="1" i="1" dirty="0">
                <a:latin typeface="Segoe UI" panose="020B0502040204020203" pitchFamily="34" charset="0"/>
                <a:cs typeface="Segoe UI" panose="020B0502040204020203" pitchFamily="34" charset="0"/>
              </a:rPr>
              <a:t>Sources: apple_stock_with_indicators.csv, </a:t>
            </a:r>
            <a:r>
              <a:rPr lang="en-US" sz="700" b="1" i="1" dirty="0">
                <a:latin typeface="Segoe UI" panose="020B0502040204020203" pitchFamily="34" charset="0"/>
                <a:cs typeface="Segoe UI" panose="020B0502040204020203" pitchFamily="34" charset="0"/>
              </a:rPr>
              <a:t>apple_stock_news_with_summary.csv, apple_stock_enriched_phase2_output.csv</a:t>
            </a:r>
            <a:r>
              <a:rPr lang="en-CA" sz="700" b="1" i="1" dirty="0">
                <a:latin typeface="Segoe UI" panose="020B0502040204020203" pitchFamily="34" charset="0"/>
                <a:cs typeface="Segoe UI" panose="020B0502040204020203" pitchFamily="34" charset="0"/>
              </a:rPr>
              <a:t> | OpenAI | Code: 5.B_Topic_Modeling_BERTopic.py</a:t>
            </a:r>
          </a:p>
          <a:p>
            <a:r>
              <a:rPr lang="en-CA" sz="700" b="1" i="1" dirty="0">
                <a:latin typeface="Segoe UI" panose="020B0502040204020203" pitchFamily="34" charset="0"/>
                <a:cs typeface="Segoe UI" panose="020B0502040204020203" pitchFamily="34" charset="0"/>
              </a:rPr>
              <a:t>6.B_Keywords_Evaluation.py, 6.A_Overview_Summary.py, 6.C_Drop_in_Audit.py, 6.D_Audit_prt2.py, 6.D_Correlation_Analysis.py</a:t>
            </a:r>
          </a:p>
        </p:txBody>
      </p:sp>
      <p:pic>
        <p:nvPicPr>
          <p:cNvPr id="12" name="Picture 11" descr="A graph of multiple bars&#10;&#10;AI-generated content may be incorrect.">
            <a:extLst>
              <a:ext uri="{FF2B5EF4-FFF2-40B4-BE49-F238E27FC236}">
                <a16:creationId xmlns:a16="http://schemas.microsoft.com/office/drawing/2014/main" id="{0DA21D9D-3ADF-92AC-CF53-66299B75A6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495" y="1529594"/>
            <a:ext cx="6843702" cy="4080631"/>
          </a:xfrm>
          <a:prstGeom prst="rect">
            <a:avLst/>
          </a:prstGeom>
        </p:spPr>
      </p:pic>
      <p:sp>
        <p:nvSpPr>
          <p:cNvPr id="15" name="TextBox 14">
            <a:extLst>
              <a:ext uri="{FF2B5EF4-FFF2-40B4-BE49-F238E27FC236}">
                <a16:creationId xmlns:a16="http://schemas.microsoft.com/office/drawing/2014/main" id="{1CDC3883-5C71-1526-F260-22F1AAEE48C5}"/>
              </a:ext>
            </a:extLst>
          </p:cNvPr>
          <p:cNvSpPr txBox="1"/>
          <p:nvPr/>
        </p:nvSpPr>
        <p:spPr>
          <a:xfrm>
            <a:off x="7717677" y="1879818"/>
            <a:ext cx="3806355" cy="2246769"/>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rgbClr val="002060"/>
                </a:solidFill>
                <a:latin typeface="Segoe UI" panose="020B0502040204020203" pitchFamily="34" charset="0"/>
                <a:cs typeface="Segoe UI" panose="020B0502040204020203" pitchFamily="34" charset="0"/>
              </a:rPr>
              <a:t>Average sentiment scores categorized by event type using GPT enrichment. While Product events dominate in volume, categories such as Social Responsibility and Strategy exhibit significantly higher positive sentiment with minimal negativity. </a:t>
            </a:r>
          </a:p>
          <a:p>
            <a:endParaRPr lang="en-US" sz="1400" dirty="0">
              <a:solidFill>
                <a:srgbClr val="002060"/>
              </a:solidFill>
              <a:latin typeface="Segoe UI" panose="020B0502040204020203" pitchFamily="34" charset="0"/>
              <a:cs typeface="Segoe UI" panose="020B0502040204020203" pitchFamily="34" charset="0"/>
            </a:endParaRPr>
          </a:p>
          <a:p>
            <a:pPr marL="285750" indent="-285750">
              <a:buFont typeface="Arial" panose="020B0604020202020204" pitchFamily="34" charset="0"/>
              <a:buChar char="•"/>
            </a:pPr>
            <a:r>
              <a:rPr lang="en-US" sz="1400" dirty="0">
                <a:solidFill>
                  <a:srgbClr val="002060"/>
                </a:solidFill>
                <a:latin typeface="Segoe UI" panose="020B0502040204020203" pitchFamily="34" charset="0"/>
                <a:cs typeface="Segoe UI" panose="020B0502040204020203" pitchFamily="34" charset="0"/>
              </a:rPr>
              <a:t>This highlights how different themes can influence market perception and potentially affect stock movement.</a:t>
            </a:r>
            <a:endParaRPr lang="en-CA" sz="1400" dirty="0">
              <a:solidFill>
                <a:srgbClr val="002060"/>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1535747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67A346-3286-2A32-53A5-7D2F149EA5C3}"/>
            </a:ext>
          </a:extLst>
        </p:cNvPr>
        <p:cNvGrpSpPr/>
        <p:nvPr/>
      </p:nvGrpSpPr>
      <p:grpSpPr>
        <a:xfrm>
          <a:off x="0" y="0"/>
          <a:ext cx="0" cy="0"/>
          <a:chOff x="0" y="0"/>
          <a:chExt cx="0" cy="0"/>
        </a:xfrm>
      </p:grpSpPr>
      <p:pic>
        <p:nvPicPr>
          <p:cNvPr id="36" name="Picture 2">
            <a:extLst>
              <a:ext uri="{FF2B5EF4-FFF2-40B4-BE49-F238E27FC236}">
                <a16:creationId xmlns:a16="http://schemas.microsoft.com/office/drawing/2014/main" id="{22790EC5-ACA7-4536-8066-B60199F3C6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40">
            <a:extLst>
              <a:ext uri="{FF2B5EF4-FFF2-40B4-BE49-F238E27FC236}">
                <a16:creationId xmlns:a16="http://schemas.microsoft.com/office/drawing/2014/main" id="{CAD20AEA-7CAF-4A83-BE2E-EAF010B8B7F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43" name="Rectangle 42">
            <a:extLst>
              <a:ext uri="{FF2B5EF4-FFF2-40B4-BE49-F238E27FC236}">
                <a16:creationId xmlns:a16="http://schemas.microsoft.com/office/drawing/2014/main" id="{B40FCD49-2060-48B9-8212-8A5F1DF472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robot thinking about something&#10;&#10;AI-generated content may be incorrect.">
            <a:extLst>
              <a:ext uri="{FF2B5EF4-FFF2-40B4-BE49-F238E27FC236}">
                <a16:creationId xmlns:a16="http://schemas.microsoft.com/office/drawing/2014/main" id="{5F186A18-B434-5721-36D3-DDB2D0D8216F}"/>
              </a:ext>
            </a:extLst>
          </p:cNvPr>
          <p:cNvPicPr>
            <a:picLocks noChangeAspect="1"/>
          </p:cNvPicPr>
          <p:nvPr/>
        </p:nvPicPr>
        <p:blipFill>
          <a:blip r:embed="rId5">
            <a:alphaModFix amt="35000"/>
            <a:extLst>
              <a:ext uri="{BEBA8EAE-BF5A-486C-A8C5-ECC9F3942E4B}">
                <a14:imgProps xmlns:a14="http://schemas.microsoft.com/office/drawing/2010/main">
                  <a14:imgLayer r:embed="rId6">
                    <a14:imgEffect>
                      <a14:sharpenSoften amount="-50000"/>
                    </a14:imgEffect>
                  </a14:imgLayer>
                </a14:imgProps>
              </a:ext>
            </a:extLst>
          </a:blip>
          <a:srcRect l="25778"/>
          <a:stretch/>
        </p:blipFill>
        <p:spPr>
          <a:xfrm>
            <a:off x="20" y="10"/>
            <a:ext cx="12191980" cy="6857990"/>
          </a:xfrm>
          <a:prstGeom prst="rect">
            <a:avLst/>
          </a:prstGeom>
        </p:spPr>
      </p:pic>
      <p:pic>
        <p:nvPicPr>
          <p:cNvPr id="38" name="Picture 37">
            <a:extLst>
              <a:ext uri="{FF2B5EF4-FFF2-40B4-BE49-F238E27FC236}">
                <a16:creationId xmlns:a16="http://schemas.microsoft.com/office/drawing/2014/main" id="{83A45DCD-B5FB-4A86-88D2-91088C7FFC5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79A5470-722D-2FB2-06BF-FF2D0C018948}"/>
              </a:ext>
            </a:extLst>
          </p:cNvPr>
          <p:cNvSpPr>
            <a:spLocks noGrp="1"/>
          </p:cNvSpPr>
          <p:nvPr>
            <p:ph type="title"/>
          </p:nvPr>
        </p:nvSpPr>
        <p:spPr>
          <a:xfrm>
            <a:off x="1751012" y="1300785"/>
            <a:ext cx="8689976" cy="2509213"/>
          </a:xfrm>
        </p:spPr>
        <p:txBody>
          <a:bodyPr vert="horz" lIns="91440" tIns="45720" rIns="91440" bIns="45720" rtlCol="0" anchor="b">
            <a:normAutofit/>
          </a:bodyPr>
          <a:lstStyle/>
          <a:p>
            <a:r>
              <a:rPr lang="en-US" sz="4800" b="1"/>
              <a:t>Stock Price prediction with Machine Learning(APPLE INC)</a:t>
            </a:r>
          </a:p>
        </p:txBody>
      </p:sp>
      <p:sp>
        <p:nvSpPr>
          <p:cNvPr id="11" name="Text Placeholder 10">
            <a:extLst>
              <a:ext uri="{FF2B5EF4-FFF2-40B4-BE49-F238E27FC236}">
                <a16:creationId xmlns:a16="http://schemas.microsoft.com/office/drawing/2014/main" id="{02B63D8A-49F5-BE72-9415-F8E13B1886E8}"/>
              </a:ext>
            </a:extLst>
          </p:cNvPr>
          <p:cNvSpPr>
            <a:spLocks noGrp="1"/>
          </p:cNvSpPr>
          <p:nvPr>
            <p:ph type="body" idx="1"/>
          </p:nvPr>
        </p:nvSpPr>
        <p:spPr>
          <a:xfrm>
            <a:off x="1751012" y="3886200"/>
            <a:ext cx="8689976" cy="1371599"/>
          </a:xfrm>
        </p:spPr>
        <p:txBody>
          <a:bodyPr vert="horz" lIns="91440" tIns="45720" rIns="91440" bIns="45720" rtlCol="0">
            <a:normAutofit/>
          </a:bodyPr>
          <a:lstStyle/>
          <a:p>
            <a:r>
              <a:rPr lang="en-US" sz="2200" b="1" i="1">
                <a:solidFill>
                  <a:schemeClr val="tx1">
                    <a:lumMod val="65000"/>
                    <a:lumOff val="35000"/>
                  </a:schemeClr>
                </a:solidFill>
              </a:rPr>
              <a:t>Model Evaluation using Technical + News-based Features</a:t>
            </a:r>
          </a:p>
        </p:txBody>
      </p:sp>
      <p:sp>
        <p:nvSpPr>
          <p:cNvPr id="6" name="AutoShape 2" descr="AI, Machine Learning, and Deep Learning in a Nutshell">
            <a:extLst>
              <a:ext uri="{FF2B5EF4-FFF2-40B4-BE49-F238E27FC236}">
                <a16:creationId xmlns:a16="http://schemas.microsoft.com/office/drawing/2014/main" id="{789706F6-94FC-4AC6-2F52-D3DCF144093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sp>
        <p:nvSpPr>
          <p:cNvPr id="8" name="AutoShape 6" descr="AI, Machine Learning, and Deep Learning in a Nutshell">
            <a:extLst>
              <a:ext uri="{FF2B5EF4-FFF2-40B4-BE49-F238E27FC236}">
                <a16:creationId xmlns:a16="http://schemas.microsoft.com/office/drawing/2014/main" id="{F9EFA318-424A-AED8-09B1-7EF58D86DA07}"/>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spTree>
    <p:extLst>
      <p:ext uri="{BB962C8B-B14F-4D97-AF65-F5344CB8AC3E}">
        <p14:creationId xmlns:p14="http://schemas.microsoft.com/office/powerpoint/2010/main" val="10466830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6D3D4E2-0A15-13D6-E7A6-4245C62F1CF9}"/>
              </a:ext>
            </a:extLst>
          </p:cNvPr>
          <p:cNvSpPr>
            <a:spLocks noGrp="1"/>
          </p:cNvSpPr>
          <p:nvPr>
            <p:ph type="title"/>
          </p:nvPr>
        </p:nvSpPr>
        <p:spPr>
          <a:xfrm>
            <a:off x="913775" y="577566"/>
            <a:ext cx="10364451" cy="744629"/>
          </a:xfrm>
        </p:spPr>
        <p:txBody>
          <a:bodyPr/>
          <a:lstStyle/>
          <a:p>
            <a:r>
              <a:rPr lang="en-CA" b="1" dirty="0">
                <a:solidFill>
                  <a:srgbClr val="002060"/>
                </a:solidFill>
                <a:latin typeface="Segoe UI" panose="020B0502040204020203" pitchFamily="34" charset="0"/>
                <a:cs typeface="Segoe UI" panose="020B0502040204020203" pitchFamily="34" charset="0"/>
              </a:rPr>
              <a:t>Libraries Used in Machine Learning</a:t>
            </a:r>
          </a:p>
        </p:txBody>
      </p:sp>
      <p:graphicFrame>
        <p:nvGraphicFramePr>
          <p:cNvPr id="6" name="Content Placeholder 5">
            <a:extLst>
              <a:ext uri="{FF2B5EF4-FFF2-40B4-BE49-F238E27FC236}">
                <a16:creationId xmlns:a16="http://schemas.microsoft.com/office/drawing/2014/main" id="{1B5E38B9-3900-7723-B9E4-8E6BB2BA00F0}"/>
              </a:ext>
            </a:extLst>
          </p:cNvPr>
          <p:cNvGraphicFramePr>
            <a:graphicFrameLocks noGrp="1"/>
          </p:cNvGraphicFramePr>
          <p:nvPr>
            <p:ph sz="quarter" idx="13"/>
            <p:extLst>
              <p:ext uri="{D42A27DB-BD31-4B8C-83A1-F6EECF244321}">
                <p14:modId xmlns:p14="http://schemas.microsoft.com/office/powerpoint/2010/main" val="2867780923"/>
              </p:ext>
            </p:extLst>
          </p:nvPr>
        </p:nvGraphicFramePr>
        <p:xfrm>
          <a:off x="389894" y="1676400"/>
          <a:ext cx="5333999" cy="42386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Rectangle 8">
            <a:extLst>
              <a:ext uri="{FF2B5EF4-FFF2-40B4-BE49-F238E27FC236}">
                <a16:creationId xmlns:a16="http://schemas.microsoft.com/office/drawing/2014/main" id="{3F5F7FD5-6EF5-84F3-C503-6FA577D5CE0A}"/>
              </a:ext>
            </a:extLst>
          </p:cNvPr>
          <p:cNvSpPr/>
          <p:nvPr/>
        </p:nvSpPr>
        <p:spPr>
          <a:xfrm>
            <a:off x="6521376" y="1615687"/>
            <a:ext cx="3959363" cy="508591"/>
          </a:xfrm>
          <a:prstGeom prst="rect">
            <a:avLst/>
          </a:prstGeom>
          <a:ln/>
        </p:spPr>
        <p:style>
          <a:lnRef idx="2">
            <a:schemeClr val="accent6"/>
          </a:lnRef>
          <a:fillRef idx="1">
            <a:schemeClr val="lt1"/>
          </a:fillRef>
          <a:effectRef idx="0">
            <a:schemeClr val="accent6"/>
          </a:effectRef>
          <a:fontRef idx="minor">
            <a:schemeClr val="dk1"/>
          </a:fontRef>
        </p:style>
        <p:txBody>
          <a:bodyPr rtlCol="0" anchor="ctr"/>
          <a:lstStyle/>
          <a:p>
            <a:pPr algn="ctr"/>
            <a:r>
              <a:rPr lang="en-CA" sz="1400" b="1" dirty="0">
                <a:solidFill>
                  <a:srgbClr val="002060"/>
                </a:solidFill>
                <a:latin typeface="Segoe UI" panose="020B0502040204020203" pitchFamily="34" charset="0"/>
                <a:cs typeface="Segoe UI" panose="020B0502040204020203" pitchFamily="34" charset="0"/>
              </a:rPr>
              <a:t>Pandas</a:t>
            </a:r>
          </a:p>
          <a:p>
            <a:pPr algn="ctr"/>
            <a:r>
              <a:rPr lang="en-CA" sz="1400" b="1" dirty="0" err="1">
                <a:solidFill>
                  <a:srgbClr val="002060"/>
                </a:solidFill>
                <a:latin typeface="Segoe UI" panose="020B0502040204020203" pitchFamily="34" charset="0"/>
                <a:cs typeface="Segoe UI" panose="020B0502040204020203" pitchFamily="34" charset="0"/>
              </a:rPr>
              <a:t>Numpy</a:t>
            </a:r>
            <a:endParaRPr lang="en-CA" sz="1400" b="1" dirty="0">
              <a:solidFill>
                <a:srgbClr val="002060"/>
              </a:solidFill>
              <a:latin typeface="Segoe UI" panose="020B0502040204020203" pitchFamily="34" charset="0"/>
              <a:cs typeface="Segoe UI" panose="020B0502040204020203" pitchFamily="34" charset="0"/>
            </a:endParaRPr>
          </a:p>
        </p:txBody>
      </p:sp>
      <p:sp>
        <p:nvSpPr>
          <p:cNvPr id="10" name="Rectangle 9">
            <a:extLst>
              <a:ext uri="{FF2B5EF4-FFF2-40B4-BE49-F238E27FC236}">
                <a16:creationId xmlns:a16="http://schemas.microsoft.com/office/drawing/2014/main" id="{F2874702-D7C6-A439-A145-D3D290D6E915}"/>
              </a:ext>
            </a:extLst>
          </p:cNvPr>
          <p:cNvSpPr/>
          <p:nvPr/>
        </p:nvSpPr>
        <p:spPr>
          <a:xfrm>
            <a:off x="6501582" y="2357088"/>
            <a:ext cx="3998957" cy="559450"/>
          </a:xfrm>
          <a:prstGeom prst="rect">
            <a:avLst/>
          </a:prstGeom>
          <a:solidFill>
            <a:schemeClr val="bg1"/>
          </a:solidFill>
          <a:ln w="19050">
            <a:solidFill>
              <a:srgbClr val="FFCCCC"/>
            </a:solidFill>
          </a:ln>
          <a:effectLst>
            <a:outerShdw blurRad="44450" dist="27940" dir="5400000" algn="ctr">
              <a:srgbClr val="000000">
                <a:alpha val="32000"/>
              </a:srgbClr>
            </a:outerShdw>
          </a:effectLst>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CA" sz="1400" b="1" dirty="0">
                <a:solidFill>
                  <a:srgbClr val="002060"/>
                </a:solidFill>
                <a:latin typeface="Segoe UI" panose="020B0502040204020203" pitchFamily="34" charset="0"/>
                <a:cs typeface="Segoe UI" panose="020B0502040204020203" pitchFamily="34" charset="0"/>
              </a:rPr>
              <a:t>Matplotlib</a:t>
            </a:r>
          </a:p>
          <a:p>
            <a:pPr algn="ctr"/>
            <a:r>
              <a:rPr lang="en-CA" sz="1400" b="1" dirty="0">
                <a:solidFill>
                  <a:srgbClr val="002060"/>
                </a:solidFill>
                <a:latin typeface="Segoe UI" panose="020B0502040204020203" pitchFamily="34" charset="0"/>
                <a:cs typeface="Segoe UI" panose="020B0502040204020203" pitchFamily="34" charset="0"/>
              </a:rPr>
              <a:t>Seaborn</a:t>
            </a:r>
          </a:p>
        </p:txBody>
      </p:sp>
      <p:sp>
        <p:nvSpPr>
          <p:cNvPr id="12" name="Rectangle 11">
            <a:extLst>
              <a:ext uri="{FF2B5EF4-FFF2-40B4-BE49-F238E27FC236}">
                <a16:creationId xmlns:a16="http://schemas.microsoft.com/office/drawing/2014/main" id="{CADCDDEC-A5DE-6F45-EA8A-75E40D43C3B2}"/>
              </a:ext>
            </a:extLst>
          </p:cNvPr>
          <p:cNvSpPr/>
          <p:nvPr/>
        </p:nvSpPr>
        <p:spPr>
          <a:xfrm>
            <a:off x="6495077" y="3149348"/>
            <a:ext cx="3975310" cy="1973418"/>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r>
              <a:rPr lang="en-CA" sz="1400" b="1" dirty="0" err="1">
                <a:solidFill>
                  <a:srgbClr val="002060"/>
                </a:solidFill>
                <a:latin typeface="Segoe UI" panose="020B0502040204020203" pitchFamily="34" charset="0"/>
                <a:cs typeface="Segoe UI" panose="020B0502040204020203" pitchFamily="34" charset="0"/>
              </a:rPr>
              <a:t>sklearn.model_selection.train_test_split</a:t>
            </a:r>
            <a:endParaRPr lang="en-CA" sz="1400" b="1" dirty="0">
              <a:solidFill>
                <a:srgbClr val="002060"/>
              </a:solidFill>
              <a:latin typeface="Segoe UI" panose="020B0502040204020203" pitchFamily="34" charset="0"/>
              <a:cs typeface="Segoe UI" panose="020B0502040204020203" pitchFamily="34" charset="0"/>
            </a:endParaRPr>
          </a:p>
          <a:p>
            <a:pPr algn="ctr"/>
            <a:r>
              <a:rPr lang="en-CA" sz="1400" b="1" dirty="0" err="1">
                <a:solidFill>
                  <a:srgbClr val="002060"/>
                </a:solidFill>
                <a:latin typeface="Segoe UI" panose="020B0502040204020203" pitchFamily="34" charset="0"/>
                <a:cs typeface="Segoe UI" panose="020B0502040204020203" pitchFamily="34" charset="0"/>
              </a:rPr>
              <a:t>sklearn.metrics</a:t>
            </a:r>
            <a:endParaRPr lang="en-CA" sz="1400" b="1" dirty="0">
              <a:solidFill>
                <a:srgbClr val="002060"/>
              </a:solidFill>
              <a:latin typeface="Segoe UI" panose="020B0502040204020203" pitchFamily="34" charset="0"/>
              <a:cs typeface="Segoe UI" panose="020B0502040204020203" pitchFamily="34" charset="0"/>
            </a:endParaRPr>
          </a:p>
          <a:p>
            <a:pPr algn="ctr"/>
            <a:r>
              <a:rPr lang="en-CA" sz="1400" b="1" dirty="0" err="1">
                <a:solidFill>
                  <a:srgbClr val="002060"/>
                </a:solidFill>
                <a:latin typeface="Segoe UI" panose="020B0502040204020203" pitchFamily="34" charset="0"/>
                <a:cs typeface="Segoe UI" panose="020B0502040204020203" pitchFamily="34" charset="0"/>
              </a:rPr>
              <a:t>sklearn.preprocessing.StandardScaler</a:t>
            </a:r>
            <a:r>
              <a:rPr lang="en-CA" sz="1400" b="1" dirty="0">
                <a:solidFill>
                  <a:srgbClr val="002060"/>
                </a:solidFill>
                <a:latin typeface="Segoe UI" panose="020B0502040204020203" pitchFamily="34" charset="0"/>
                <a:cs typeface="Segoe UI" panose="020B0502040204020203" pitchFamily="34" charset="0"/>
              </a:rPr>
              <a:t>, Polynomial Features</a:t>
            </a:r>
          </a:p>
          <a:p>
            <a:pPr algn="ctr"/>
            <a:r>
              <a:rPr lang="en-CA" sz="1400" b="1" dirty="0" err="1">
                <a:solidFill>
                  <a:srgbClr val="002060"/>
                </a:solidFill>
                <a:latin typeface="Segoe UI" panose="020B0502040204020203" pitchFamily="34" charset="0"/>
                <a:cs typeface="Segoe UI" panose="020B0502040204020203" pitchFamily="34" charset="0"/>
              </a:rPr>
              <a:t>sklearn.pipeline.Pipeline</a:t>
            </a:r>
            <a:r>
              <a:rPr lang="en-CA" sz="1400" b="1" dirty="0">
                <a:solidFill>
                  <a:srgbClr val="002060"/>
                </a:solidFill>
                <a:latin typeface="Segoe UI" panose="020B0502040204020203" pitchFamily="34" charset="0"/>
                <a:cs typeface="Segoe UI" panose="020B0502040204020203" pitchFamily="34" charset="0"/>
              </a:rPr>
              <a:t>, </a:t>
            </a:r>
          </a:p>
          <a:p>
            <a:pPr algn="ctr"/>
            <a:r>
              <a:rPr lang="en-CA" sz="1400" b="1" dirty="0" err="1">
                <a:solidFill>
                  <a:srgbClr val="002060"/>
                </a:solidFill>
                <a:latin typeface="Segoe UI" panose="020B0502040204020203" pitchFamily="34" charset="0"/>
                <a:cs typeface="Segoe UI" panose="020B0502040204020203" pitchFamily="34" charset="0"/>
              </a:rPr>
              <a:t>sklearn.ensemble</a:t>
            </a:r>
            <a:r>
              <a:rPr lang="en-CA" sz="1400" b="1" dirty="0">
                <a:solidFill>
                  <a:srgbClr val="002060"/>
                </a:solidFill>
                <a:latin typeface="Segoe UI" panose="020B0502040204020203" pitchFamily="34" charset="0"/>
                <a:cs typeface="Segoe UI" panose="020B0502040204020203" pitchFamily="34" charset="0"/>
              </a:rPr>
              <a:t> – </a:t>
            </a:r>
            <a:r>
              <a:rPr lang="en-CA" sz="1400" b="1" dirty="0" err="1">
                <a:solidFill>
                  <a:srgbClr val="002060"/>
                </a:solidFill>
                <a:latin typeface="Segoe UI" panose="020B0502040204020203" pitchFamily="34" charset="0"/>
                <a:cs typeface="Segoe UI" panose="020B0502040204020203" pitchFamily="34" charset="0"/>
              </a:rPr>
              <a:t>RandomForestRegressor</a:t>
            </a:r>
            <a:r>
              <a:rPr lang="en-CA" sz="1400" b="1" dirty="0">
                <a:solidFill>
                  <a:srgbClr val="002060"/>
                </a:solidFill>
                <a:latin typeface="Segoe UI" panose="020B0502040204020203" pitchFamily="34" charset="0"/>
                <a:cs typeface="Segoe UI" panose="020B0502040204020203" pitchFamily="34" charset="0"/>
              </a:rPr>
              <a:t>, </a:t>
            </a:r>
            <a:r>
              <a:rPr lang="en-CA" sz="1400" b="1" dirty="0" err="1">
                <a:solidFill>
                  <a:srgbClr val="002060"/>
                </a:solidFill>
                <a:latin typeface="Segoe UI" panose="020B0502040204020203" pitchFamily="34" charset="0"/>
                <a:cs typeface="Segoe UI" panose="020B0502040204020203" pitchFamily="34" charset="0"/>
              </a:rPr>
              <a:t>GradientBoostingRegressor</a:t>
            </a:r>
            <a:endParaRPr lang="en-CA" sz="1400" b="1" dirty="0">
              <a:solidFill>
                <a:srgbClr val="002060"/>
              </a:solidFill>
              <a:latin typeface="Segoe UI" panose="020B0502040204020203" pitchFamily="34" charset="0"/>
              <a:cs typeface="Segoe UI" panose="020B0502040204020203" pitchFamily="34" charset="0"/>
            </a:endParaRPr>
          </a:p>
          <a:p>
            <a:pPr algn="ctr"/>
            <a:r>
              <a:rPr lang="en-CA" sz="1400" b="1" dirty="0" err="1">
                <a:solidFill>
                  <a:srgbClr val="002060"/>
                </a:solidFill>
                <a:latin typeface="Segoe UI" panose="020B0502040204020203" pitchFamily="34" charset="0"/>
                <a:cs typeface="Segoe UI" panose="020B0502040204020203" pitchFamily="34" charset="0"/>
              </a:rPr>
              <a:t>sklearn.linear_model.Ridge</a:t>
            </a:r>
            <a:endParaRPr lang="en-CA" sz="1400" b="1" dirty="0">
              <a:solidFill>
                <a:srgbClr val="002060"/>
              </a:solidFill>
              <a:latin typeface="Segoe UI" panose="020B0502040204020203" pitchFamily="34" charset="0"/>
              <a:cs typeface="Segoe UI" panose="020B0502040204020203" pitchFamily="34" charset="0"/>
            </a:endParaRPr>
          </a:p>
          <a:p>
            <a:pPr algn="ctr"/>
            <a:r>
              <a:rPr lang="en-CA" sz="1400" b="1" dirty="0" err="1">
                <a:solidFill>
                  <a:srgbClr val="002060"/>
                </a:solidFill>
                <a:latin typeface="Segoe UI" panose="020B0502040204020203" pitchFamily="34" charset="0"/>
                <a:cs typeface="Segoe UI" panose="020B0502040204020203" pitchFamily="34" charset="0"/>
              </a:rPr>
              <a:t>xgboost.XGBRegressor</a:t>
            </a:r>
            <a:endParaRPr lang="en-CA" sz="1400" b="1" dirty="0">
              <a:solidFill>
                <a:srgbClr val="002060"/>
              </a:solidFill>
              <a:latin typeface="Segoe UI" panose="020B0502040204020203" pitchFamily="34" charset="0"/>
              <a:cs typeface="Segoe UI" panose="020B0502040204020203" pitchFamily="34" charset="0"/>
            </a:endParaRPr>
          </a:p>
        </p:txBody>
      </p:sp>
      <p:sp>
        <p:nvSpPr>
          <p:cNvPr id="15" name="Rectangle 14">
            <a:extLst>
              <a:ext uri="{FF2B5EF4-FFF2-40B4-BE49-F238E27FC236}">
                <a16:creationId xmlns:a16="http://schemas.microsoft.com/office/drawing/2014/main" id="{A4ACE1CF-A4D9-B9A3-3BB8-E783AB5FC616}"/>
              </a:ext>
            </a:extLst>
          </p:cNvPr>
          <p:cNvSpPr/>
          <p:nvPr/>
        </p:nvSpPr>
        <p:spPr>
          <a:xfrm>
            <a:off x="6481782" y="5355575"/>
            <a:ext cx="3998957" cy="845200"/>
          </a:xfrm>
          <a:prstGeom prst="rect">
            <a:avLst/>
          </a:prstGeom>
          <a:ln/>
        </p:spPr>
        <p:style>
          <a:lnRef idx="2">
            <a:schemeClr val="accent3"/>
          </a:lnRef>
          <a:fillRef idx="1">
            <a:schemeClr val="lt1"/>
          </a:fillRef>
          <a:effectRef idx="0">
            <a:schemeClr val="accent3"/>
          </a:effectRef>
          <a:fontRef idx="minor">
            <a:schemeClr val="dk1"/>
          </a:fontRef>
        </p:style>
        <p:txBody>
          <a:bodyPr rtlCol="0" anchor="ctr"/>
          <a:lstStyle/>
          <a:p>
            <a:pPr algn="ctr"/>
            <a:r>
              <a:rPr lang="en-CA" sz="1400" b="1" dirty="0" err="1">
                <a:solidFill>
                  <a:srgbClr val="002060"/>
                </a:solidFill>
                <a:latin typeface="Segoe UI" panose="020B0502040204020203" pitchFamily="34" charset="0"/>
                <a:cs typeface="Segoe UI" panose="020B0502040204020203" pitchFamily="34" charset="0"/>
              </a:rPr>
              <a:t>scipy.stats.pearsonr</a:t>
            </a:r>
            <a:r>
              <a:rPr lang="en-CA" sz="1400" b="1" dirty="0">
                <a:solidFill>
                  <a:srgbClr val="002060"/>
                </a:solidFill>
                <a:latin typeface="Segoe UI" panose="020B0502040204020203" pitchFamily="34" charset="0"/>
                <a:cs typeface="Segoe UI" panose="020B0502040204020203" pitchFamily="34" charset="0"/>
              </a:rPr>
              <a:t> – correlation </a:t>
            </a:r>
            <a:r>
              <a:rPr lang="en-CA" sz="1400" b="1" dirty="0" err="1">
                <a:solidFill>
                  <a:srgbClr val="002060"/>
                </a:solidFill>
                <a:latin typeface="Segoe UI" panose="020B0502040204020203" pitchFamily="34" charset="0"/>
                <a:cs typeface="Segoe UI" panose="020B0502040204020203" pitchFamily="34" charset="0"/>
              </a:rPr>
              <a:t>sklearn.inspection.permutation_importance</a:t>
            </a:r>
            <a:r>
              <a:rPr lang="en-CA" sz="1400" b="1" dirty="0">
                <a:solidFill>
                  <a:srgbClr val="002060"/>
                </a:solidFill>
                <a:latin typeface="Segoe UI" panose="020B0502040204020203" pitchFamily="34" charset="0"/>
                <a:cs typeface="Segoe UI" panose="020B0502040204020203" pitchFamily="34" charset="0"/>
              </a:rPr>
              <a:t> – feature importance</a:t>
            </a:r>
          </a:p>
          <a:p>
            <a:pPr algn="ctr"/>
            <a:r>
              <a:rPr lang="en-CA" sz="1400" b="1" dirty="0">
                <a:solidFill>
                  <a:srgbClr val="002060"/>
                </a:solidFill>
                <a:latin typeface="Segoe UI" panose="020B0502040204020203" pitchFamily="34" charset="0"/>
                <a:cs typeface="Segoe UI" panose="020B0502040204020203" pitchFamily="34" charset="0"/>
              </a:rPr>
              <a:t>tabulate</a:t>
            </a:r>
          </a:p>
        </p:txBody>
      </p:sp>
    </p:spTree>
    <p:extLst>
      <p:ext uri="{BB962C8B-B14F-4D97-AF65-F5344CB8AC3E}">
        <p14:creationId xmlns:p14="http://schemas.microsoft.com/office/powerpoint/2010/main" val="38809547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A3FFB071-DBCD-5987-440C-05BD829C8C9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ADBB81E-85BD-B89D-ADDB-31320CC76FBF}"/>
              </a:ext>
            </a:extLst>
          </p:cNvPr>
          <p:cNvSpPr>
            <a:spLocks noGrp="1"/>
          </p:cNvSpPr>
          <p:nvPr>
            <p:ph type="title"/>
          </p:nvPr>
        </p:nvSpPr>
        <p:spPr>
          <a:xfrm>
            <a:off x="913775" y="577566"/>
            <a:ext cx="10364451" cy="744629"/>
          </a:xfrm>
        </p:spPr>
        <p:txBody>
          <a:bodyPr/>
          <a:lstStyle/>
          <a:p>
            <a:r>
              <a:rPr lang="en-CA" b="1" dirty="0">
                <a:solidFill>
                  <a:srgbClr val="002060"/>
                </a:solidFill>
                <a:latin typeface="Segoe UI" panose="020B0502040204020203" pitchFamily="34" charset="0"/>
                <a:cs typeface="Segoe UI" panose="020B0502040204020203" pitchFamily="34" charset="0"/>
              </a:rPr>
              <a:t>Processing of Data Before Training</a:t>
            </a:r>
          </a:p>
        </p:txBody>
      </p:sp>
      <p:pic>
        <p:nvPicPr>
          <p:cNvPr id="7" name="Content Placeholder 6">
            <a:extLst>
              <a:ext uri="{FF2B5EF4-FFF2-40B4-BE49-F238E27FC236}">
                <a16:creationId xmlns:a16="http://schemas.microsoft.com/office/drawing/2014/main" id="{7FCC246C-C5DC-CB31-88CB-A860198E8E78}"/>
              </a:ext>
            </a:extLst>
          </p:cNvPr>
          <p:cNvPicPr>
            <a:picLocks noGrp="1" noChangeAspect="1"/>
          </p:cNvPicPr>
          <p:nvPr>
            <p:ph sz="quarter" idx="13"/>
          </p:nvPr>
        </p:nvPicPr>
        <p:blipFill>
          <a:blip r:embed="rId2"/>
          <a:stretch>
            <a:fillRect/>
          </a:stretch>
        </p:blipFill>
        <p:spPr>
          <a:xfrm>
            <a:off x="337724" y="1716881"/>
            <a:ext cx="9727945" cy="3424237"/>
          </a:xfrm>
        </p:spPr>
      </p:pic>
      <p:sp>
        <p:nvSpPr>
          <p:cNvPr id="11" name="TextBox 10">
            <a:extLst>
              <a:ext uri="{FF2B5EF4-FFF2-40B4-BE49-F238E27FC236}">
                <a16:creationId xmlns:a16="http://schemas.microsoft.com/office/drawing/2014/main" id="{43943976-BB0D-8313-CE02-9E69DE715BFC}"/>
              </a:ext>
            </a:extLst>
          </p:cNvPr>
          <p:cNvSpPr txBox="1"/>
          <p:nvPr/>
        </p:nvSpPr>
        <p:spPr>
          <a:xfrm>
            <a:off x="4248150" y="5535804"/>
            <a:ext cx="7286625" cy="584775"/>
          </a:xfrm>
          <a:prstGeom prst="rect">
            <a:avLst/>
          </a:prstGeom>
          <a:noFill/>
        </p:spPr>
        <p:txBody>
          <a:bodyPr wrap="square" rtlCol="0">
            <a:spAutoFit/>
          </a:bodyPr>
          <a:lstStyle/>
          <a:p>
            <a:r>
              <a:rPr lang="en-CA" sz="1600" dirty="0">
                <a:solidFill>
                  <a:srgbClr val="002060"/>
                </a:solidFill>
                <a:latin typeface="Segoe UI" panose="020B0502040204020203" pitchFamily="34" charset="0"/>
                <a:cs typeface="Segoe UI" panose="020B0502040204020203" pitchFamily="34" charset="0"/>
              </a:rPr>
              <a:t>Before this stage, pioneer stage of data cleansing, merging and nan data removal performed once already. </a:t>
            </a:r>
          </a:p>
        </p:txBody>
      </p:sp>
    </p:spTree>
    <p:extLst>
      <p:ext uri="{BB962C8B-B14F-4D97-AF65-F5344CB8AC3E}">
        <p14:creationId xmlns:p14="http://schemas.microsoft.com/office/powerpoint/2010/main" val="102551633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2F5FD-069C-F01A-5F55-50C0CF2FFC15}"/>
              </a:ext>
            </a:extLst>
          </p:cNvPr>
          <p:cNvSpPr>
            <a:spLocks noGrp="1"/>
          </p:cNvSpPr>
          <p:nvPr>
            <p:ph type="title"/>
          </p:nvPr>
        </p:nvSpPr>
        <p:spPr>
          <a:xfrm>
            <a:off x="913774" y="558516"/>
            <a:ext cx="10364451" cy="744629"/>
          </a:xfrm>
        </p:spPr>
        <p:txBody>
          <a:bodyPr/>
          <a:lstStyle/>
          <a:p>
            <a:r>
              <a:rPr lang="en-CA" b="1" dirty="0">
                <a:solidFill>
                  <a:srgbClr val="002060"/>
                </a:solidFill>
                <a:latin typeface="Segoe UI" panose="020B0502040204020203" pitchFamily="34" charset="0"/>
                <a:cs typeface="Segoe UI" panose="020B0502040204020203" pitchFamily="34" charset="0"/>
              </a:rPr>
              <a:t>Correlation on Heatmap</a:t>
            </a:r>
          </a:p>
        </p:txBody>
      </p:sp>
      <p:sp>
        <p:nvSpPr>
          <p:cNvPr id="8" name="TextBox 7">
            <a:extLst>
              <a:ext uri="{FF2B5EF4-FFF2-40B4-BE49-F238E27FC236}">
                <a16:creationId xmlns:a16="http://schemas.microsoft.com/office/drawing/2014/main" id="{4764470A-4421-F395-8C49-CEF29CCC5B4E}"/>
              </a:ext>
            </a:extLst>
          </p:cNvPr>
          <p:cNvSpPr txBox="1"/>
          <p:nvPr/>
        </p:nvSpPr>
        <p:spPr>
          <a:xfrm>
            <a:off x="6591300" y="1628775"/>
            <a:ext cx="4314825" cy="923330"/>
          </a:xfrm>
          <a:prstGeom prst="rect">
            <a:avLst/>
          </a:prstGeom>
          <a:noFill/>
        </p:spPr>
        <p:txBody>
          <a:bodyPr wrap="square" rtlCol="0">
            <a:spAutoFit/>
          </a:bodyPr>
          <a:lstStyle/>
          <a:p>
            <a:r>
              <a:rPr lang="en-CA" dirty="0"/>
              <a:t>High redundance data fields such as opening, high, low and correlation over 0.8 are considered to drop.</a:t>
            </a:r>
          </a:p>
        </p:txBody>
      </p:sp>
      <p:pic>
        <p:nvPicPr>
          <p:cNvPr id="14" name="Picture 13">
            <a:extLst>
              <a:ext uri="{FF2B5EF4-FFF2-40B4-BE49-F238E27FC236}">
                <a16:creationId xmlns:a16="http://schemas.microsoft.com/office/drawing/2014/main" id="{5646EC12-7AB9-D4E2-C78C-D6BCD4CEDBA0}"/>
              </a:ext>
            </a:extLst>
          </p:cNvPr>
          <p:cNvPicPr>
            <a:picLocks noChangeAspect="1"/>
          </p:cNvPicPr>
          <p:nvPr/>
        </p:nvPicPr>
        <p:blipFill>
          <a:blip r:embed="rId2"/>
          <a:stretch>
            <a:fillRect/>
          </a:stretch>
        </p:blipFill>
        <p:spPr>
          <a:xfrm>
            <a:off x="6677654" y="2684058"/>
            <a:ext cx="3802659" cy="3243676"/>
          </a:xfrm>
          <a:prstGeom prst="rect">
            <a:avLst/>
          </a:prstGeom>
          <a:ln>
            <a:noFill/>
          </a:ln>
          <a:effectLst>
            <a:outerShdw blurRad="190500" algn="tl" rotWithShape="0">
              <a:srgbClr val="000000">
                <a:alpha val="70000"/>
              </a:srgbClr>
            </a:outerShdw>
          </a:effectLst>
        </p:spPr>
      </p:pic>
      <p:pic>
        <p:nvPicPr>
          <p:cNvPr id="23" name="Content Placeholder 22">
            <a:extLst>
              <a:ext uri="{FF2B5EF4-FFF2-40B4-BE49-F238E27FC236}">
                <a16:creationId xmlns:a16="http://schemas.microsoft.com/office/drawing/2014/main" id="{4904533D-D573-191B-C409-541640C320A5}"/>
              </a:ext>
            </a:extLst>
          </p:cNvPr>
          <p:cNvPicPr>
            <a:picLocks noGrp="1" noChangeAspect="1"/>
          </p:cNvPicPr>
          <p:nvPr>
            <p:ph sz="quarter" idx="13"/>
          </p:nvPr>
        </p:nvPicPr>
        <p:blipFill>
          <a:blip r:embed="rId3"/>
          <a:stretch>
            <a:fillRect/>
          </a:stretch>
        </p:blipFill>
        <p:spPr>
          <a:xfrm>
            <a:off x="0" y="1343231"/>
            <a:ext cx="6150461" cy="5514769"/>
          </a:xfrm>
          <a:prstGeom prst="rect">
            <a:avLst/>
          </a:prstGeom>
        </p:spPr>
      </p:pic>
    </p:spTree>
    <p:extLst>
      <p:ext uri="{BB962C8B-B14F-4D97-AF65-F5344CB8AC3E}">
        <p14:creationId xmlns:p14="http://schemas.microsoft.com/office/powerpoint/2010/main" val="11979760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5B7EB06A-2CAD-D0F3-6E62-51B5C1328C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85ACE9-7040-A9DA-ED33-860A81DE7067}"/>
              </a:ext>
            </a:extLst>
          </p:cNvPr>
          <p:cNvSpPr>
            <a:spLocks noGrp="1"/>
          </p:cNvSpPr>
          <p:nvPr>
            <p:ph type="title"/>
          </p:nvPr>
        </p:nvSpPr>
        <p:spPr>
          <a:xfrm>
            <a:off x="913774" y="558516"/>
            <a:ext cx="10364451" cy="744629"/>
          </a:xfrm>
        </p:spPr>
        <p:txBody>
          <a:bodyPr>
            <a:normAutofit fontScale="90000"/>
          </a:bodyPr>
          <a:lstStyle/>
          <a:p>
            <a:r>
              <a:rPr lang="en-CA" b="1" dirty="0">
                <a:solidFill>
                  <a:srgbClr val="002060"/>
                </a:solidFill>
                <a:latin typeface="Segoe UI" panose="020B0502040204020203" pitchFamily="34" charset="0"/>
                <a:cs typeface="Segoe UI" panose="020B0502040204020203" pitchFamily="34" charset="0"/>
              </a:rPr>
              <a:t>Feature Importance &amp; Permutation Importance</a:t>
            </a:r>
          </a:p>
        </p:txBody>
      </p:sp>
      <p:sp>
        <p:nvSpPr>
          <p:cNvPr id="11" name="TextBox 10">
            <a:extLst>
              <a:ext uri="{FF2B5EF4-FFF2-40B4-BE49-F238E27FC236}">
                <a16:creationId xmlns:a16="http://schemas.microsoft.com/office/drawing/2014/main" id="{CC010E3A-9114-7017-503E-5CB618B786F5}"/>
              </a:ext>
            </a:extLst>
          </p:cNvPr>
          <p:cNvSpPr txBox="1"/>
          <p:nvPr/>
        </p:nvSpPr>
        <p:spPr>
          <a:xfrm>
            <a:off x="415636" y="4721629"/>
            <a:ext cx="5713614" cy="1969770"/>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1400" b="1" i="1" dirty="0">
                <a:solidFill>
                  <a:srgbClr val="002060"/>
                </a:solidFill>
                <a:latin typeface="Segoe UI" panose="020B0502040204020203" pitchFamily="34" charset="0"/>
                <a:cs typeface="Segoe UI" panose="020B0502040204020203" pitchFamily="34" charset="0"/>
              </a:rPr>
              <a:t>ATR (Average True Range) and Volume are the two most dominant features, together accounting for the majority of the decision power.</a:t>
            </a:r>
          </a:p>
          <a:p>
            <a:pPr marL="285750" indent="-285750">
              <a:spcAft>
                <a:spcPts val="600"/>
              </a:spcAft>
              <a:buFont typeface="Arial" panose="020B0604020202020204" pitchFamily="34" charset="0"/>
              <a:buChar char="•"/>
            </a:pPr>
            <a:r>
              <a:rPr lang="en-US" sz="1400" b="1" i="1" dirty="0">
                <a:solidFill>
                  <a:srgbClr val="002060"/>
                </a:solidFill>
                <a:latin typeface="Segoe UI" panose="020B0502040204020203" pitchFamily="34" charset="0"/>
                <a:cs typeface="Segoe UI" panose="020B0502040204020203" pitchFamily="34" charset="0"/>
              </a:rPr>
              <a:t>Among GPT-enhanced news features, only </a:t>
            </a:r>
            <a:r>
              <a:rPr lang="en-US" sz="1400" b="1" i="1" dirty="0" err="1">
                <a:solidFill>
                  <a:srgbClr val="002060"/>
                </a:solidFill>
                <a:latin typeface="Segoe UI" panose="020B0502040204020203" pitchFamily="34" charset="0"/>
                <a:cs typeface="Segoe UI" panose="020B0502040204020203" pitchFamily="34" charset="0"/>
              </a:rPr>
              <a:t>gpt_importance_score</a:t>
            </a:r>
            <a:r>
              <a:rPr lang="en-US" sz="1400" b="1" i="1" dirty="0">
                <a:solidFill>
                  <a:srgbClr val="002060"/>
                </a:solidFill>
                <a:latin typeface="Segoe UI" panose="020B0502040204020203" pitchFamily="34" charset="0"/>
                <a:cs typeface="Segoe UI" panose="020B0502040204020203" pitchFamily="34" charset="0"/>
              </a:rPr>
              <a:t> has moderate relevance.</a:t>
            </a:r>
          </a:p>
          <a:p>
            <a:pPr marL="285750" indent="-285750">
              <a:spcAft>
                <a:spcPts val="600"/>
              </a:spcAft>
              <a:buFont typeface="Arial" panose="020B0604020202020204" pitchFamily="34" charset="0"/>
              <a:buChar char="•"/>
            </a:pPr>
            <a:r>
              <a:rPr lang="en-US" sz="1400" b="1" i="1" dirty="0">
                <a:solidFill>
                  <a:srgbClr val="002060"/>
                </a:solidFill>
                <a:latin typeface="Segoe UI" panose="020B0502040204020203" pitchFamily="34" charset="0"/>
                <a:cs typeface="Segoe UI" panose="020B0502040204020203" pitchFamily="34" charset="0"/>
              </a:rPr>
              <a:t>Indicators like MACD, ADX, and sentiment scores rank lower, suggesting the model prioritizes price volatility and trading activity.</a:t>
            </a:r>
            <a:endParaRPr lang="en-CA" sz="1400" b="1" i="1" dirty="0">
              <a:solidFill>
                <a:srgbClr val="002060"/>
              </a:solidFill>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20B3E444-602B-1307-1C35-B6287EDD7319}"/>
              </a:ext>
            </a:extLst>
          </p:cNvPr>
          <p:cNvSpPr txBox="1"/>
          <p:nvPr/>
        </p:nvSpPr>
        <p:spPr>
          <a:xfrm>
            <a:off x="6478386" y="4604815"/>
            <a:ext cx="5713614" cy="1969770"/>
          </a:xfrm>
          <a:prstGeom prst="rect">
            <a:avLst/>
          </a:prstGeom>
          <a:noFill/>
        </p:spPr>
        <p:txBody>
          <a:bodyPr wrap="square" rtlCol="0">
            <a:spAutoFit/>
          </a:bodyPr>
          <a:lstStyle/>
          <a:p>
            <a:pPr marL="285750" indent="-285750">
              <a:spcAft>
                <a:spcPts val="600"/>
              </a:spcAft>
              <a:buFont typeface="Arial" panose="020B0604020202020204" pitchFamily="34" charset="0"/>
              <a:buChar char="•"/>
            </a:pPr>
            <a:r>
              <a:rPr lang="en-US" sz="1400" b="1" i="1" dirty="0">
                <a:solidFill>
                  <a:srgbClr val="002060"/>
                </a:solidFill>
                <a:latin typeface="Segoe UI" panose="020B0502040204020203" pitchFamily="34" charset="0"/>
                <a:cs typeface="Segoe UI" panose="020B0502040204020203" pitchFamily="34" charset="0"/>
              </a:rPr>
              <a:t>ATR stands out again, causing the highest drop in R² score, confirming its critical role.</a:t>
            </a:r>
          </a:p>
          <a:p>
            <a:pPr marL="285750" indent="-285750">
              <a:spcAft>
                <a:spcPts val="600"/>
              </a:spcAft>
              <a:buFont typeface="Arial" panose="020B0604020202020204" pitchFamily="34" charset="0"/>
              <a:buChar char="•"/>
            </a:pPr>
            <a:r>
              <a:rPr lang="en-US" sz="1400" b="1" i="1" dirty="0">
                <a:solidFill>
                  <a:srgbClr val="002060"/>
                </a:solidFill>
                <a:latin typeface="Segoe UI" panose="020B0502040204020203" pitchFamily="34" charset="0"/>
                <a:cs typeface="Segoe UI" panose="020B0502040204020203" pitchFamily="34" charset="0"/>
              </a:rPr>
              <a:t>Interestingly, </a:t>
            </a:r>
            <a:r>
              <a:rPr lang="en-US" sz="1400" b="1" i="1" dirty="0" err="1">
                <a:solidFill>
                  <a:srgbClr val="002060"/>
                </a:solidFill>
                <a:latin typeface="Segoe UI" panose="020B0502040204020203" pitchFamily="34" charset="0"/>
                <a:cs typeface="Segoe UI" panose="020B0502040204020203" pitchFamily="34" charset="0"/>
              </a:rPr>
              <a:t>gpt_importance_score</a:t>
            </a:r>
            <a:r>
              <a:rPr lang="en-US" sz="1400" b="1" i="1" dirty="0">
                <a:solidFill>
                  <a:srgbClr val="002060"/>
                </a:solidFill>
                <a:latin typeface="Segoe UI" panose="020B0502040204020203" pitchFamily="34" charset="0"/>
                <a:cs typeface="Segoe UI" panose="020B0502040204020203" pitchFamily="34" charset="0"/>
              </a:rPr>
              <a:t> ranks second — suggesting that, while underutilized in the model's training logic, it contributes significantly to predictive accuracy on unseen data.</a:t>
            </a:r>
          </a:p>
          <a:p>
            <a:pPr marL="285750" indent="-285750">
              <a:spcAft>
                <a:spcPts val="600"/>
              </a:spcAft>
              <a:buFont typeface="Arial" panose="020B0604020202020204" pitchFamily="34" charset="0"/>
              <a:buChar char="•"/>
            </a:pPr>
            <a:r>
              <a:rPr lang="en-US" sz="1400" b="1" i="1" dirty="0">
                <a:solidFill>
                  <a:srgbClr val="002060"/>
                </a:solidFill>
                <a:latin typeface="Segoe UI" panose="020B0502040204020203" pitchFamily="34" charset="0"/>
                <a:cs typeface="Segoe UI" panose="020B0502040204020203" pitchFamily="34" charset="0"/>
              </a:rPr>
              <a:t>Other GPT-based features (e.g., </a:t>
            </a:r>
            <a:r>
              <a:rPr lang="en-US" sz="1400" b="1" i="1" dirty="0" err="1">
                <a:solidFill>
                  <a:srgbClr val="002060"/>
                </a:solidFill>
                <a:latin typeface="Segoe UI" panose="020B0502040204020203" pitchFamily="34" charset="0"/>
                <a:cs typeface="Segoe UI" panose="020B0502040204020203" pitchFamily="34" charset="0"/>
              </a:rPr>
              <a:t>sentiment_score</a:t>
            </a:r>
            <a:r>
              <a:rPr lang="en-US" sz="1400" b="1" i="1" dirty="0">
                <a:solidFill>
                  <a:srgbClr val="002060"/>
                </a:solidFill>
                <a:latin typeface="Segoe UI" panose="020B0502040204020203" pitchFamily="34" charset="0"/>
                <a:cs typeface="Segoe UI" panose="020B0502040204020203" pitchFamily="34" charset="0"/>
              </a:rPr>
              <a:t>, </a:t>
            </a:r>
            <a:r>
              <a:rPr lang="en-US" sz="1400" b="1" i="1" dirty="0" err="1">
                <a:solidFill>
                  <a:srgbClr val="002060"/>
                </a:solidFill>
                <a:latin typeface="Segoe UI" panose="020B0502040204020203" pitchFamily="34" charset="0"/>
                <a:cs typeface="Segoe UI" panose="020B0502040204020203" pitchFamily="34" charset="0"/>
              </a:rPr>
              <a:t>relevance_to_apple</a:t>
            </a:r>
            <a:r>
              <a:rPr lang="en-US" sz="1400" b="1" i="1" dirty="0">
                <a:solidFill>
                  <a:srgbClr val="002060"/>
                </a:solidFill>
                <a:latin typeface="Segoe UI" panose="020B0502040204020203" pitchFamily="34" charset="0"/>
                <a:cs typeface="Segoe UI" panose="020B0502040204020203" pitchFamily="34" charset="0"/>
              </a:rPr>
              <a:t>) show small but consistent influence.</a:t>
            </a:r>
            <a:endParaRPr lang="en-CA" sz="1400" b="1" i="1" dirty="0">
              <a:solidFill>
                <a:srgbClr val="002060"/>
              </a:solidFill>
              <a:latin typeface="Segoe UI" panose="020B0502040204020203" pitchFamily="34" charset="0"/>
              <a:cs typeface="Segoe UI" panose="020B0502040204020203" pitchFamily="34" charset="0"/>
            </a:endParaRPr>
          </a:p>
        </p:txBody>
      </p:sp>
      <p:pic>
        <p:nvPicPr>
          <p:cNvPr id="21" name="Picture 20">
            <a:extLst>
              <a:ext uri="{FF2B5EF4-FFF2-40B4-BE49-F238E27FC236}">
                <a16:creationId xmlns:a16="http://schemas.microsoft.com/office/drawing/2014/main" id="{A4703AE0-7C62-FCB3-F545-4C0839D880F0}"/>
              </a:ext>
            </a:extLst>
          </p:cNvPr>
          <p:cNvPicPr>
            <a:picLocks noChangeAspect="1"/>
          </p:cNvPicPr>
          <p:nvPr/>
        </p:nvPicPr>
        <p:blipFill>
          <a:blip r:embed="rId2"/>
          <a:stretch>
            <a:fillRect/>
          </a:stretch>
        </p:blipFill>
        <p:spPr>
          <a:xfrm>
            <a:off x="415636" y="1464609"/>
            <a:ext cx="5736847" cy="2871112"/>
          </a:xfrm>
          <a:prstGeom prst="rect">
            <a:avLst/>
          </a:prstGeom>
        </p:spPr>
      </p:pic>
      <p:pic>
        <p:nvPicPr>
          <p:cNvPr id="23" name="Picture 22">
            <a:extLst>
              <a:ext uri="{FF2B5EF4-FFF2-40B4-BE49-F238E27FC236}">
                <a16:creationId xmlns:a16="http://schemas.microsoft.com/office/drawing/2014/main" id="{D55F58E9-B3C0-3D4C-E049-29E1C54DD50E}"/>
              </a:ext>
            </a:extLst>
          </p:cNvPr>
          <p:cNvPicPr>
            <a:picLocks noChangeAspect="1"/>
          </p:cNvPicPr>
          <p:nvPr/>
        </p:nvPicPr>
        <p:blipFill>
          <a:blip r:embed="rId3"/>
          <a:stretch>
            <a:fillRect/>
          </a:stretch>
        </p:blipFill>
        <p:spPr>
          <a:xfrm>
            <a:off x="6942298" y="1464609"/>
            <a:ext cx="4834066" cy="2883821"/>
          </a:xfrm>
          <a:prstGeom prst="rect">
            <a:avLst/>
          </a:prstGeom>
        </p:spPr>
      </p:pic>
    </p:spTree>
    <p:extLst>
      <p:ext uri="{BB962C8B-B14F-4D97-AF65-F5344CB8AC3E}">
        <p14:creationId xmlns:p14="http://schemas.microsoft.com/office/powerpoint/2010/main" val="37299174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7B68CA-3CFB-30A5-1C52-840FE7B9FF2C}"/>
            </a:ext>
          </a:extLst>
        </p:cNvPr>
        <p:cNvGrpSpPr/>
        <p:nvPr/>
      </p:nvGrpSpPr>
      <p:grpSpPr>
        <a:xfrm>
          <a:off x="0" y="0"/>
          <a:ext cx="0" cy="0"/>
          <a:chOff x="0" y="0"/>
          <a:chExt cx="0" cy="0"/>
        </a:xfrm>
      </p:grpSpPr>
      <p:pic>
        <p:nvPicPr>
          <p:cNvPr id="36" name="Picture 2">
            <a:extLst>
              <a:ext uri="{FF2B5EF4-FFF2-40B4-BE49-F238E27FC236}">
                <a16:creationId xmlns:a16="http://schemas.microsoft.com/office/drawing/2014/main" id="{B17B92DA-300D-1694-002A-38CFDEE40C6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40">
            <a:extLst>
              <a:ext uri="{FF2B5EF4-FFF2-40B4-BE49-F238E27FC236}">
                <a16:creationId xmlns:a16="http://schemas.microsoft.com/office/drawing/2014/main" id="{049F4422-9EC9-71B5-B357-08C75FF9FCA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43" name="Rectangle 42">
            <a:extLst>
              <a:ext uri="{FF2B5EF4-FFF2-40B4-BE49-F238E27FC236}">
                <a16:creationId xmlns:a16="http://schemas.microsoft.com/office/drawing/2014/main" id="{DD7CDA53-3231-994A-41C1-ACAC3219B1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robot thinking about something&#10;&#10;AI-generated content may be incorrect.">
            <a:extLst>
              <a:ext uri="{FF2B5EF4-FFF2-40B4-BE49-F238E27FC236}">
                <a16:creationId xmlns:a16="http://schemas.microsoft.com/office/drawing/2014/main" id="{F2A7AA15-0787-4C4D-53CC-EB7024405E63}"/>
              </a:ext>
            </a:extLst>
          </p:cNvPr>
          <p:cNvPicPr>
            <a:picLocks noChangeAspect="1"/>
          </p:cNvPicPr>
          <p:nvPr/>
        </p:nvPicPr>
        <p:blipFill>
          <a:blip r:embed="rId5">
            <a:alphaModFix amt="35000"/>
            <a:extLst>
              <a:ext uri="{BEBA8EAE-BF5A-486C-A8C5-ECC9F3942E4B}">
                <a14:imgProps xmlns:a14="http://schemas.microsoft.com/office/drawing/2010/main">
                  <a14:imgLayer r:embed="rId6">
                    <a14:imgEffect>
                      <a14:sharpenSoften amount="-50000"/>
                    </a14:imgEffect>
                  </a14:imgLayer>
                </a14:imgProps>
              </a:ext>
            </a:extLst>
          </a:blip>
          <a:srcRect l="25778"/>
          <a:stretch/>
        </p:blipFill>
        <p:spPr>
          <a:xfrm>
            <a:off x="20" y="10"/>
            <a:ext cx="12191980" cy="6857990"/>
          </a:xfrm>
          <a:prstGeom prst="rect">
            <a:avLst/>
          </a:prstGeom>
        </p:spPr>
      </p:pic>
      <p:pic>
        <p:nvPicPr>
          <p:cNvPr id="38" name="Picture 37">
            <a:extLst>
              <a:ext uri="{FF2B5EF4-FFF2-40B4-BE49-F238E27FC236}">
                <a16:creationId xmlns:a16="http://schemas.microsoft.com/office/drawing/2014/main" id="{08203A85-5FBC-DB18-1F6F-3E7F72D4D84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0BF8DAE-D355-06F8-AF10-376F980FD0E1}"/>
              </a:ext>
            </a:extLst>
          </p:cNvPr>
          <p:cNvSpPr>
            <a:spLocks noGrp="1"/>
          </p:cNvSpPr>
          <p:nvPr>
            <p:ph type="title"/>
          </p:nvPr>
        </p:nvSpPr>
        <p:spPr>
          <a:xfrm>
            <a:off x="1751012" y="1300785"/>
            <a:ext cx="8689976" cy="2509213"/>
          </a:xfrm>
        </p:spPr>
        <p:txBody>
          <a:bodyPr vert="horz" lIns="91440" tIns="45720" rIns="91440" bIns="45720" rtlCol="0" anchor="b">
            <a:normAutofit/>
          </a:bodyPr>
          <a:lstStyle/>
          <a:p>
            <a:r>
              <a:rPr lang="en-US" sz="4800" b="1" dirty="0"/>
              <a:t>Algorithm and Model Training</a:t>
            </a:r>
          </a:p>
        </p:txBody>
      </p:sp>
      <p:sp>
        <p:nvSpPr>
          <p:cNvPr id="11" name="Text Placeholder 10">
            <a:extLst>
              <a:ext uri="{FF2B5EF4-FFF2-40B4-BE49-F238E27FC236}">
                <a16:creationId xmlns:a16="http://schemas.microsoft.com/office/drawing/2014/main" id="{53E6BFE1-57D2-8F8A-97A8-700939DFC0ED}"/>
              </a:ext>
            </a:extLst>
          </p:cNvPr>
          <p:cNvSpPr>
            <a:spLocks noGrp="1"/>
          </p:cNvSpPr>
          <p:nvPr>
            <p:ph type="body" idx="1"/>
          </p:nvPr>
        </p:nvSpPr>
        <p:spPr>
          <a:xfrm>
            <a:off x="1751012" y="3886200"/>
            <a:ext cx="8689976" cy="1371599"/>
          </a:xfrm>
        </p:spPr>
        <p:txBody>
          <a:bodyPr vert="horz" lIns="91440" tIns="45720" rIns="91440" bIns="45720" rtlCol="0">
            <a:normAutofit/>
          </a:bodyPr>
          <a:lstStyle/>
          <a:p>
            <a:r>
              <a:rPr lang="en-US" sz="2200" b="1" i="1" dirty="0">
                <a:solidFill>
                  <a:schemeClr val="tx1">
                    <a:lumMod val="65000"/>
                    <a:lumOff val="35000"/>
                  </a:schemeClr>
                </a:solidFill>
              </a:rPr>
              <a:t>Model Evaluation using Technical + News-based Features</a:t>
            </a:r>
          </a:p>
        </p:txBody>
      </p:sp>
      <p:sp>
        <p:nvSpPr>
          <p:cNvPr id="6" name="AutoShape 2" descr="AI, Machine Learning, and Deep Learning in a Nutshell">
            <a:extLst>
              <a:ext uri="{FF2B5EF4-FFF2-40B4-BE49-F238E27FC236}">
                <a16:creationId xmlns:a16="http://schemas.microsoft.com/office/drawing/2014/main" id="{FC30E369-4B4D-8C0D-049B-3B0405E9A63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sp>
        <p:nvSpPr>
          <p:cNvPr id="8" name="AutoShape 6" descr="AI, Machine Learning, and Deep Learning in a Nutshell">
            <a:extLst>
              <a:ext uri="{FF2B5EF4-FFF2-40B4-BE49-F238E27FC236}">
                <a16:creationId xmlns:a16="http://schemas.microsoft.com/office/drawing/2014/main" id="{C5B45100-AFC9-9CCC-6EA9-CDA09EF89C51}"/>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spTree>
    <p:extLst>
      <p:ext uri="{BB962C8B-B14F-4D97-AF65-F5344CB8AC3E}">
        <p14:creationId xmlns:p14="http://schemas.microsoft.com/office/powerpoint/2010/main" val="23177550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1DA6A20D-8777-13A4-399F-57BE4CEF12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C8CE2C-EE36-4A42-D9DA-8B72DBA0B659}"/>
              </a:ext>
            </a:extLst>
          </p:cNvPr>
          <p:cNvSpPr>
            <a:spLocks noGrp="1"/>
          </p:cNvSpPr>
          <p:nvPr>
            <p:ph type="title"/>
          </p:nvPr>
        </p:nvSpPr>
        <p:spPr>
          <a:xfrm>
            <a:off x="913774" y="558516"/>
            <a:ext cx="10364451" cy="744629"/>
          </a:xfrm>
        </p:spPr>
        <p:txBody>
          <a:bodyPr>
            <a:normAutofit/>
          </a:bodyPr>
          <a:lstStyle/>
          <a:p>
            <a:r>
              <a:rPr lang="en-CA" b="1" dirty="0">
                <a:solidFill>
                  <a:srgbClr val="002060"/>
                </a:solidFill>
                <a:latin typeface="Segoe UI" panose="020B0502040204020203" pitchFamily="34" charset="0"/>
                <a:cs typeface="Segoe UI" panose="020B0502040204020203" pitchFamily="34" charset="0"/>
              </a:rPr>
              <a:t>Random Forest Regressor Performance</a:t>
            </a:r>
          </a:p>
        </p:txBody>
      </p:sp>
      <p:sp>
        <p:nvSpPr>
          <p:cNvPr id="13" name="TextBox 12">
            <a:extLst>
              <a:ext uri="{FF2B5EF4-FFF2-40B4-BE49-F238E27FC236}">
                <a16:creationId xmlns:a16="http://schemas.microsoft.com/office/drawing/2014/main" id="{2117CA15-F6AC-180E-2A32-0DB65BEB145E}"/>
              </a:ext>
            </a:extLst>
          </p:cNvPr>
          <p:cNvSpPr txBox="1"/>
          <p:nvPr/>
        </p:nvSpPr>
        <p:spPr>
          <a:xfrm>
            <a:off x="6645907" y="1994965"/>
            <a:ext cx="4292723" cy="1908215"/>
          </a:xfrm>
          <a:prstGeom prst="rect">
            <a:avLst/>
          </a:prstGeom>
          <a:noFill/>
        </p:spPr>
        <p:txBody>
          <a:bodyPr wrap="square" rtlCol="0">
            <a:spAutoFit/>
          </a:bodyPr>
          <a:lstStyle/>
          <a:p>
            <a:pPr>
              <a:spcAft>
                <a:spcPts val="600"/>
              </a:spcAft>
            </a:pPr>
            <a:r>
              <a:rPr lang="en-US" sz="1400" b="1" i="1" dirty="0">
                <a:solidFill>
                  <a:srgbClr val="002060"/>
                </a:solidFill>
                <a:latin typeface="Segoe UI" panose="020B0502040204020203" pitchFamily="34" charset="0"/>
                <a:cs typeface="Segoe UI" panose="020B0502040204020203" pitchFamily="34" charset="0"/>
              </a:rPr>
              <a:t>Random Forest Regressor Performance</a:t>
            </a:r>
          </a:p>
          <a:p>
            <a:pPr marL="285750" indent="-285750">
              <a:spcAft>
                <a:spcPts val="600"/>
              </a:spcAft>
              <a:buFont typeface="Arial" panose="020B0604020202020204" pitchFamily="34" charset="0"/>
              <a:buChar char="•"/>
            </a:pPr>
            <a:r>
              <a:rPr lang="en-US" sz="1400" b="1" i="1" dirty="0">
                <a:solidFill>
                  <a:srgbClr val="002060"/>
                </a:solidFill>
                <a:latin typeface="Segoe UI" panose="020B0502040204020203" pitchFamily="34" charset="0"/>
                <a:cs typeface="Segoe UI" panose="020B0502040204020203" pitchFamily="34" charset="0"/>
              </a:rPr>
              <a:t>R² Score: 0.04713198779979788</a:t>
            </a:r>
          </a:p>
          <a:p>
            <a:pPr marL="285750" indent="-285750">
              <a:spcAft>
                <a:spcPts val="600"/>
              </a:spcAft>
              <a:buFont typeface="Arial" panose="020B0604020202020204" pitchFamily="34" charset="0"/>
              <a:buChar char="•"/>
            </a:pPr>
            <a:r>
              <a:rPr lang="en-US" sz="1400" b="1" i="1" dirty="0">
                <a:solidFill>
                  <a:srgbClr val="002060"/>
                </a:solidFill>
                <a:latin typeface="Segoe UI" panose="020B0502040204020203" pitchFamily="34" charset="0"/>
                <a:cs typeface="Segoe UI" panose="020B0502040204020203" pitchFamily="34" charset="0"/>
              </a:rPr>
              <a:t>Mean Absolute Error: 0.004081066796648095</a:t>
            </a:r>
          </a:p>
          <a:p>
            <a:pPr marL="285750" indent="-285750">
              <a:spcAft>
                <a:spcPts val="600"/>
              </a:spcAft>
              <a:buFont typeface="Arial" panose="020B0604020202020204" pitchFamily="34" charset="0"/>
              <a:buChar char="•"/>
            </a:pPr>
            <a:r>
              <a:rPr lang="en-US" sz="1400" b="1" i="1" dirty="0">
                <a:solidFill>
                  <a:srgbClr val="002060"/>
                </a:solidFill>
                <a:latin typeface="Segoe UI" panose="020B0502040204020203" pitchFamily="34" charset="0"/>
                <a:cs typeface="Segoe UI" panose="020B0502040204020203" pitchFamily="34" charset="0"/>
              </a:rPr>
              <a:t>Root Mean Squared Error: 0.012686492849623473</a:t>
            </a:r>
          </a:p>
          <a:p>
            <a:pPr marL="285750" indent="-285750">
              <a:spcAft>
                <a:spcPts val="600"/>
              </a:spcAft>
              <a:buFont typeface="Arial" panose="020B0604020202020204" pitchFamily="34" charset="0"/>
              <a:buChar char="•"/>
            </a:pPr>
            <a:r>
              <a:rPr lang="en-US" sz="1400" b="1" i="1" dirty="0">
                <a:solidFill>
                  <a:srgbClr val="002060"/>
                </a:solidFill>
                <a:latin typeface="Segoe UI" panose="020B0502040204020203" pitchFamily="34" charset="0"/>
                <a:cs typeface="Segoe UI" panose="020B0502040204020203" pitchFamily="34" charset="0"/>
              </a:rPr>
              <a:t>Accuracy Score (Threshold = 0.00): 0.6211018711018711</a:t>
            </a:r>
          </a:p>
        </p:txBody>
      </p:sp>
      <p:pic>
        <p:nvPicPr>
          <p:cNvPr id="4" name="Picture 3">
            <a:extLst>
              <a:ext uri="{FF2B5EF4-FFF2-40B4-BE49-F238E27FC236}">
                <a16:creationId xmlns:a16="http://schemas.microsoft.com/office/drawing/2014/main" id="{2C35F636-0AF0-D692-B7E1-B74AF44195D3}"/>
              </a:ext>
            </a:extLst>
          </p:cNvPr>
          <p:cNvPicPr>
            <a:picLocks noChangeAspect="1"/>
          </p:cNvPicPr>
          <p:nvPr/>
        </p:nvPicPr>
        <p:blipFill>
          <a:blip r:embed="rId2"/>
          <a:stretch>
            <a:fillRect/>
          </a:stretch>
        </p:blipFill>
        <p:spPr>
          <a:xfrm>
            <a:off x="653393" y="1190232"/>
            <a:ext cx="4756813" cy="5667768"/>
          </a:xfrm>
          <a:prstGeom prst="rect">
            <a:avLst/>
          </a:prstGeom>
        </p:spPr>
      </p:pic>
    </p:spTree>
    <p:extLst>
      <p:ext uri="{BB962C8B-B14F-4D97-AF65-F5344CB8AC3E}">
        <p14:creationId xmlns:p14="http://schemas.microsoft.com/office/powerpoint/2010/main" val="147623169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41088A05-658B-173B-15B0-785DB2BB9E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7DB1CD-1DA6-BB0D-39EB-B11CA049BD07}"/>
              </a:ext>
            </a:extLst>
          </p:cNvPr>
          <p:cNvSpPr>
            <a:spLocks noGrp="1"/>
          </p:cNvSpPr>
          <p:nvPr>
            <p:ph type="title"/>
          </p:nvPr>
        </p:nvSpPr>
        <p:spPr>
          <a:xfrm>
            <a:off x="913774" y="558516"/>
            <a:ext cx="10364451" cy="744629"/>
          </a:xfrm>
        </p:spPr>
        <p:txBody>
          <a:bodyPr>
            <a:normAutofit/>
          </a:bodyPr>
          <a:lstStyle/>
          <a:p>
            <a:r>
              <a:rPr lang="en-CA" b="1" dirty="0" err="1">
                <a:solidFill>
                  <a:srgbClr val="002060"/>
                </a:solidFill>
                <a:latin typeface="Segoe UI" panose="020B0502040204020203" pitchFamily="34" charset="0"/>
                <a:cs typeface="Segoe UI" panose="020B0502040204020203" pitchFamily="34" charset="0"/>
              </a:rPr>
              <a:t>XGBoost</a:t>
            </a:r>
            <a:r>
              <a:rPr lang="en-CA" b="1" dirty="0">
                <a:solidFill>
                  <a:srgbClr val="002060"/>
                </a:solidFill>
                <a:latin typeface="Segoe UI" panose="020B0502040204020203" pitchFamily="34" charset="0"/>
                <a:cs typeface="Segoe UI" panose="020B0502040204020203" pitchFamily="34" charset="0"/>
              </a:rPr>
              <a:t> Regressor Performance</a:t>
            </a:r>
          </a:p>
        </p:txBody>
      </p:sp>
      <p:sp>
        <p:nvSpPr>
          <p:cNvPr id="13" name="TextBox 12">
            <a:extLst>
              <a:ext uri="{FF2B5EF4-FFF2-40B4-BE49-F238E27FC236}">
                <a16:creationId xmlns:a16="http://schemas.microsoft.com/office/drawing/2014/main" id="{67E13EC9-BB49-C9CC-78CF-DCC4D1495053}"/>
              </a:ext>
            </a:extLst>
          </p:cNvPr>
          <p:cNvSpPr txBox="1"/>
          <p:nvPr/>
        </p:nvSpPr>
        <p:spPr>
          <a:xfrm>
            <a:off x="6645907" y="1994965"/>
            <a:ext cx="4292723" cy="1692771"/>
          </a:xfrm>
          <a:prstGeom prst="rect">
            <a:avLst/>
          </a:prstGeom>
          <a:noFill/>
        </p:spPr>
        <p:txBody>
          <a:bodyPr wrap="square" rtlCol="0">
            <a:spAutoFit/>
          </a:bodyPr>
          <a:lstStyle/>
          <a:p>
            <a:pPr>
              <a:spcAft>
                <a:spcPts val="600"/>
              </a:spcAft>
            </a:pPr>
            <a:r>
              <a:rPr lang="en-US" sz="1400" b="1" i="1" dirty="0" err="1">
                <a:solidFill>
                  <a:srgbClr val="002060"/>
                </a:solidFill>
                <a:latin typeface="Segoe UI" panose="020B0502040204020203" pitchFamily="34" charset="0"/>
                <a:cs typeface="Segoe UI" panose="020B0502040204020203" pitchFamily="34" charset="0"/>
              </a:rPr>
              <a:t>XGBoost</a:t>
            </a:r>
            <a:r>
              <a:rPr lang="en-US" sz="1400" b="1" i="1" dirty="0">
                <a:solidFill>
                  <a:srgbClr val="002060"/>
                </a:solidFill>
                <a:latin typeface="Segoe UI" panose="020B0502040204020203" pitchFamily="34" charset="0"/>
                <a:cs typeface="Segoe UI" panose="020B0502040204020203" pitchFamily="34" charset="0"/>
              </a:rPr>
              <a:t> Regressor Performance</a:t>
            </a:r>
          </a:p>
          <a:p>
            <a:pPr marL="285750" indent="-285750">
              <a:spcAft>
                <a:spcPts val="600"/>
              </a:spcAft>
              <a:buFont typeface="Arial" panose="020B0604020202020204" pitchFamily="34" charset="0"/>
              <a:buChar char="•"/>
            </a:pPr>
            <a:r>
              <a:rPr lang="en-US" sz="1400" b="1" i="1" dirty="0">
                <a:solidFill>
                  <a:srgbClr val="002060"/>
                </a:solidFill>
                <a:latin typeface="Segoe UI" panose="020B0502040204020203" pitchFamily="34" charset="0"/>
                <a:cs typeface="Segoe UI" panose="020B0502040204020203" pitchFamily="34" charset="0"/>
              </a:rPr>
              <a:t>R² Score: -0.20514854740258626</a:t>
            </a:r>
          </a:p>
          <a:p>
            <a:pPr marL="285750" indent="-285750">
              <a:spcAft>
                <a:spcPts val="600"/>
              </a:spcAft>
              <a:buFont typeface="Arial" panose="020B0604020202020204" pitchFamily="34" charset="0"/>
              <a:buChar char="•"/>
            </a:pPr>
            <a:r>
              <a:rPr lang="en-US" sz="1400" b="1" i="1" dirty="0">
                <a:solidFill>
                  <a:srgbClr val="002060"/>
                </a:solidFill>
                <a:latin typeface="Segoe UI" panose="020B0502040204020203" pitchFamily="34" charset="0"/>
                <a:cs typeface="Segoe UI" panose="020B0502040204020203" pitchFamily="34" charset="0"/>
              </a:rPr>
              <a:t>MAE: 0.0042361830153346165</a:t>
            </a:r>
          </a:p>
          <a:p>
            <a:pPr marL="285750" indent="-285750">
              <a:spcAft>
                <a:spcPts val="600"/>
              </a:spcAft>
              <a:buFont typeface="Arial" panose="020B0604020202020204" pitchFamily="34" charset="0"/>
              <a:buChar char="•"/>
            </a:pPr>
            <a:r>
              <a:rPr lang="en-US" sz="1400" b="1" i="1" dirty="0">
                <a:solidFill>
                  <a:srgbClr val="002060"/>
                </a:solidFill>
                <a:latin typeface="Segoe UI" panose="020B0502040204020203" pitchFamily="34" charset="0"/>
                <a:cs typeface="Segoe UI" panose="020B0502040204020203" pitchFamily="34" charset="0"/>
              </a:rPr>
              <a:t>RMSE: 0.014267421636739257</a:t>
            </a:r>
          </a:p>
          <a:p>
            <a:pPr marL="285750" indent="-285750">
              <a:spcAft>
                <a:spcPts val="600"/>
              </a:spcAft>
              <a:buFont typeface="Arial" panose="020B0604020202020204" pitchFamily="34" charset="0"/>
              <a:buChar char="•"/>
            </a:pPr>
            <a:r>
              <a:rPr lang="en-US" sz="1400" b="1" i="1" dirty="0">
                <a:solidFill>
                  <a:srgbClr val="002060"/>
                </a:solidFill>
                <a:latin typeface="Segoe UI" panose="020B0502040204020203" pitchFamily="34" charset="0"/>
                <a:cs typeface="Segoe UI" panose="020B0502040204020203" pitchFamily="34" charset="0"/>
              </a:rPr>
              <a:t>Accuracy Score (Threshold = 0.00): 0.49324324324324326</a:t>
            </a:r>
          </a:p>
        </p:txBody>
      </p:sp>
      <p:pic>
        <p:nvPicPr>
          <p:cNvPr id="5" name="Picture 4">
            <a:extLst>
              <a:ext uri="{FF2B5EF4-FFF2-40B4-BE49-F238E27FC236}">
                <a16:creationId xmlns:a16="http://schemas.microsoft.com/office/drawing/2014/main" id="{CE69C4E4-B242-E6DD-8476-17AC69329D8A}"/>
              </a:ext>
            </a:extLst>
          </p:cNvPr>
          <p:cNvPicPr>
            <a:picLocks noChangeAspect="1"/>
          </p:cNvPicPr>
          <p:nvPr/>
        </p:nvPicPr>
        <p:blipFill>
          <a:blip r:embed="rId2"/>
          <a:stretch>
            <a:fillRect/>
          </a:stretch>
        </p:blipFill>
        <p:spPr>
          <a:xfrm>
            <a:off x="362619" y="1190232"/>
            <a:ext cx="4666581" cy="5667768"/>
          </a:xfrm>
          <a:prstGeom prst="rect">
            <a:avLst/>
          </a:prstGeom>
        </p:spPr>
      </p:pic>
    </p:spTree>
    <p:extLst>
      <p:ext uri="{BB962C8B-B14F-4D97-AF65-F5344CB8AC3E}">
        <p14:creationId xmlns:p14="http://schemas.microsoft.com/office/powerpoint/2010/main" val="100178204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22AC13BD-5B0C-E4E7-A11F-33C0AFBFDD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398CD5-160A-8823-6785-9CD459AD5557}"/>
              </a:ext>
            </a:extLst>
          </p:cNvPr>
          <p:cNvSpPr>
            <a:spLocks noGrp="1"/>
          </p:cNvSpPr>
          <p:nvPr>
            <p:ph type="title"/>
          </p:nvPr>
        </p:nvSpPr>
        <p:spPr>
          <a:xfrm>
            <a:off x="913774" y="558516"/>
            <a:ext cx="10364451" cy="744629"/>
          </a:xfrm>
        </p:spPr>
        <p:txBody>
          <a:bodyPr>
            <a:normAutofit/>
          </a:bodyPr>
          <a:lstStyle/>
          <a:p>
            <a:r>
              <a:rPr lang="en-CA" b="1" dirty="0">
                <a:solidFill>
                  <a:srgbClr val="002060"/>
                </a:solidFill>
                <a:latin typeface="Segoe UI" panose="020B0502040204020203" pitchFamily="34" charset="0"/>
                <a:cs typeface="Segoe UI" panose="020B0502040204020203" pitchFamily="34" charset="0"/>
              </a:rPr>
              <a:t>Gradient Regressor Performance</a:t>
            </a:r>
          </a:p>
        </p:txBody>
      </p:sp>
      <p:sp>
        <p:nvSpPr>
          <p:cNvPr id="13" name="TextBox 12">
            <a:extLst>
              <a:ext uri="{FF2B5EF4-FFF2-40B4-BE49-F238E27FC236}">
                <a16:creationId xmlns:a16="http://schemas.microsoft.com/office/drawing/2014/main" id="{0BE62EC0-319C-E854-CC7C-D1E944951B36}"/>
              </a:ext>
            </a:extLst>
          </p:cNvPr>
          <p:cNvSpPr txBox="1"/>
          <p:nvPr/>
        </p:nvSpPr>
        <p:spPr>
          <a:xfrm>
            <a:off x="6645907" y="1994965"/>
            <a:ext cx="4292723" cy="1692771"/>
          </a:xfrm>
          <a:prstGeom prst="rect">
            <a:avLst/>
          </a:prstGeom>
          <a:noFill/>
        </p:spPr>
        <p:txBody>
          <a:bodyPr wrap="square" rtlCol="0">
            <a:spAutoFit/>
          </a:bodyPr>
          <a:lstStyle/>
          <a:p>
            <a:pPr>
              <a:spcAft>
                <a:spcPts val="600"/>
              </a:spcAft>
            </a:pPr>
            <a:r>
              <a:rPr lang="en-US" sz="1400" b="1" i="1" dirty="0">
                <a:solidFill>
                  <a:srgbClr val="002060"/>
                </a:solidFill>
                <a:latin typeface="Segoe UI" panose="020B0502040204020203" pitchFamily="34" charset="0"/>
                <a:cs typeface="Segoe UI" panose="020B0502040204020203" pitchFamily="34" charset="0"/>
              </a:rPr>
              <a:t>Gradient Boosting Regressor Evaluation:</a:t>
            </a:r>
          </a:p>
          <a:p>
            <a:pPr marL="285750" indent="-285750">
              <a:spcAft>
                <a:spcPts val="600"/>
              </a:spcAft>
              <a:buFont typeface="Arial" panose="020B0604020202020204" pitchFamily="34" charset="0"/>
              <a:buChar char="•"/>
            </a:pPr>
            <a:r>
              <a:rPr lang="en-US" sz="1400" b="1" i="1" dirty="0">
                <a:solidFill>
                  <a:srgbClr val="002060"/>
                </a:solidFill>
                <a:latin typeface="Segoe UI" panose="020B0502040204020203" pitchFamily="34" charset="0"/>
                <a:cs typeface="Segoe UI" panose="020B0502040204020203" pitchFamily="34" charset="0"/>
              </a:rPr>
              <a:t>R² Score: 0.08565751252192921</a:t>
            </a:r>
          </a:p>
          <a:p>
            <a:pPr marL="285750" indent="-285750">
              <a:spcAft>
                <a:spcPts val="600"/>
              </a:spcAft>
              <a:buFont typeface="Arial" panose="020B0604020202020204" pitchFamily="34" charset="0"/>
              <a:buChar char="•"/>
            </a:pPr>
            <a:r>
              <a:rPr lang="en-US" sz="1400" b="1" i="1" dirty="0">
                <a:solidFill>
                  <a:srgbClr val="002060"/>
                </a:solidFill>
                <a:latin typeface="Segoe UI" panose="020B0502040204020203" pitchFamily="34" charset="0"/>
                <a:cs typeface="Segoe UI" panose="020B0502040204020203" pitchFamily="34" charset="0"/>
              </a:rPr>
              <a:t>MAE: 0.0034065741786278125</a:t>
            </a:r>
          </a:p>
          <a:p>
            <a:pPr marL="285750" indent="-285750">
              <a:spcAft>
                <a:spcPts val="600"/>
              </a:spcAft>
              <a:buFont typeface="Arial" panose="020B0604020202020204" pitchFamily="34" charset="0"/>
              <a:buChar char="•"/>
            </a:pPr>
            <a:r>
              <a:rPr lang="en-US" sz="1400" b="1" i="1" dirty="0">
                <a:solidFill>
                  <a:srgbClr val="002060"/>
                </a:solidFill>
                <a:latin typeface="Segoe UI" panose="020B0502040204020203" pitchFamily="34" charset="0"/>
                <a:cs typeface="Segoe UI" panose="020B0502040204020203" pitchFamily="34" charset="0"/>
              </a:rPr>
              <a:t>RMSE: 0.01242738221181689</a:t>
            </a:r>
          </a:p>
          <a:p>
            <a:pPr marL="285750" indent="-285750">
              <a:spcAft>
                <a:spcPts val="600"/>
              </a:spcAft>
              <a:buFont typeface="Arial" panose="020B0604020202020204" pitchFamily="34" charset="0"/>
              <a:buChar char="•"/>
            </a:pPr>
            <a:r>
              <a:rPr lang="en-US" sz="1400" b="1" i="1" dirty="0">
                <a:solidFill>
                  <a:srgbClr val="002060"/>
                </a:solidFill>
                <a:latin typeface="Segoe UI" panose="020B0502040204020203" pitchFamily="34" charset="0"/>
                <a:cs typeface="Segoe UI" panose="020B0502040204020203" pitchFamily="34" charset="0"/>
              </a:rPr>
              <a:t>Accuracy Score (Threshold = 0.00): 0.47401247401247404</a:t>
            </a:r>
          </a:p>
        </p:txBody>
      </p:sp>
      <p:pic>
        <p:nvPicPr>
          <p:cNvPr id="4" name="Picture 3">
            <a:extLst>
              <a:ext uri="{FF2B5EF4-FFF2-40B4-BE49-F238E27FC236}">
                <a16:creationId xmlns:a16="http://schemas.microsoft.com/office/drawing/2014/main" id="{A8DC0EDB-8A2D-A87D-4ED3-B6C6429C5730}"/>
              </a:ext>
            </a:extLst>
          </p:cNvPr>
          <p:cNvPicPr>
            <a:picLocks noChangeAspect="1"/>
          </p:cNvPicPr>
          <p:nvPr/>
        </p:nvPicPr>
        <p:blipFill>
          <a:blip r:embed="rId2"/>
          <a:stretch>
            <a:fillRect/>
          </a:stretch>
        </p:blipFill>
        <p:spPr>
          <a:xfrm>
            <a:off x="574153" y="1190232"/>
            <a:ext cx="5218963" cy="5667768"/>
          </a:xfrm>
          <a:prstGeom prst="rect">
            <a:avLst/>
          </a:prstGeom>
        </p:spPr>
      </p:pic>
    </p:spTree>
    <p:extLst>
      <p:ext uri="{BB962C8B-B14F-4D97-AF65-F5344CB8AC3E}">
        <p14:creationId xmlns:p14="http://schemas.microsoft.com/office/powerpoint/2010/main" val="346174960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A8AEA28A-37CD-418E-BDB0-A34E94D5C0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665267-8758-3410-6393-2A68FF34D33E}"/>
              </a:ext>
            </a:extLst>
          </p:cNvPr>
          <p:cNvSpPr>
            <a:spLocks noGrp="1"/>
          </p:cNvSpPr>
          <p:nvPr>
            <p:ph type="title"/>
          </p:nvPr>
        </p:nvSpPr>
        <p:spPr>
          <a:xfrm>
            <a:off x="913774" y="558516"/>
            <a:ext cx="10364451" cy="744629"/>
          </a:xfrm>
        </p:spPr>
        <p:txBody>
          <a:bodyPr>
            <a:normAutofit/>
          </a:bodyPr>
          <a:lstStyle/>
          <a:p>
            <a:r>
              <a:rPr lang="en-CA" b="1" dirty="0">
                <a:solidFill>
                  <a:srgbClr val="002060"/>
                </a:solidFill>
                <a:latin typeface="Segoe UI" panose="020B0502040204020203" pitchFamily="34" charset="0"/>
                <a:cs typeface="Segoe UI" panose="020B0502040204020203" pitchFamily="34" charset="0"/>
              </a:rPr>
              <a:t>Ridge Regressor Performance</a:t>
            </a:r>
          </a:p>
        </p:txBody>
      </p:sp>
      <p:sp>
        <p:nvSpPr>
          <p:cNvPr id="13" name="TextBox 12">
            <a:extLst>
              <a:ext uri="{FF2B5EF4-FFF2-40B4-BE49-F238E27FC236}">
                <a16:creationId xmlns:a16="http://schemas.microsoft.com/office/drawing/2014/main" id="{D275F5F0-81C6-FA18-DFB3-4809C4B1E717}"/>
              </a:ext>
            </a:extLst>
          </p:cNvPr>
          <p:cNvSpPr txBox="1"/>
          <p:nvPr/>
        </p:nvSpPr>
        <p:spPr>
          <a:xfrm>
            <a:off x="6772804" y="4176409"/>
            <a:ext cx="4292723" cy="1692771"/>
          </a:xfrm>
          <a:prstGeom prst="rect">
            <a:avLst/>
          </a:prstGeom>
          <a:noFill/>
        </p:spPr>
        <p:txBody>
          <a:bodyPr wrap="square" rtlCol="0">
            <a:spAutoFit/>
          </a:bodyPr>
          <a:lstStyle/>
          <a:p>
            <a:pPr>
              <a:spcAft>
                <a:spcPts val="600"/>
              </a:spcAft>
            </a:pPr>
            <a:r>
              <a:rPr lang="en-US" sz="1400" b="1" i="1" dirty="0">
                <a:solidFill>
                  <a:srgbClr val="002060"/>
                </a:solidFill>
                <a:latin typeface="Segoe UI" panose="020B0502040204020203" pitchFamily="34" charset="0"/>
                <a:cs typeface="Segoe UI" panose="020B0502040204020203" pitchFamily="34" charset="0"/>
              </a:rPr>
              <a:t>Ridge Regressor Evaluation:</a:t>
            </a:r>
          </a:p>
          <a:p>
            <a:pPr marL="285750" indent="-285750">
              <a:spcAft>
                <a:spcPts val="600"/>
              </a:spcAft>
              <a:buFont typeface="Arial" panose="020B0604020202020204" pitchFamily="34" charset="0"/>
              <a:buChar char="•"/>
            </a:pPr>
            <a:r>
              <a:rPr lang="en-US" sz="1400" b="1" i="1" dirty="0">
                <a:solidFill>
                  <a:srgbClr val="002060"/>
                </a:solidFill>
                <a:latin typeface="Segoe UI" panose="020B0502040204020203" pitchFamily="34" charset="0"/>
                <a:cs typeface="Segoe UI" panose="020B0502040204020203" pitchFamily="34" charset="0"/>
              </a:rPr>
              <a:t>R² Score: -0.3239896031306271</a:t>
            </a:r>
          </a:p>
          <a:p>
            <a:pPr marL="285750" indent="-285750">
              <a:spcAft>
                <a:spcPts val="600"/>
              </a:spcAft>
              <a:buFont typeface="Arial" panose="020B0604020202020204" pitchFamily="34" charset="0"/>
              <a:buChar char="•"/>
            </a:pPr>
            <a:r>
              <a:rPr lang="en-US" sz="1400" b="1" i="1" dirty="0">
                <a:solidFill>
                  <a:srgbClr val="002060"/>
                </a:solidFill>
                <a:latin typeface="Segoe UI" panose="020B0502040204020203" pitchFamily="34" charset="0"/>
                <a:cs typeface="Segoe UI" panose="020B0502040204020203" pitchFamily="34" charset="0"/>
              </a:rPr>
              <a:t>MAE: 0.006950907265212771</a:t>
            </a:r>
          </a:p>
          <a:p>
            <a:pPr marL="285750" indent="-285750">
              <a:spcAft>
                <a:spcPts val="600"/>
              </a:spcAft>
              <a:buFont typeface="Arial" panose="020B0604020202020204" pitchFamily="34" charset="0"/>
              <a:buChar char="•"/>
            </a:pPr>
            <a:r>
              <a:rPr lang="en-US" sz="1400" b="1" i="1" dirty="0">
                <a:solidFill>
                  <a:srgbClr val="002060"/>
                </a:solidFill>
                <a:latin typeface="Segoe UI" panose="020B0502040204020203" pitchFamily="34" charset="0"/>
                <a:cs typeface="Segoe UI" panose="020B0502040204020203" pitchFamily="34" charset="0"/>
              </a:rPr>
              <a:t>RMSE: 0.014954348331135696</a:t>
            </a:r>
          </a:p>
          <a:p>
            <a:pPr marL="285750" indent="-285750">
              <a:spcAft>
                <a:spcPts val="600"/>
              </a:spcAft>
              <a:buFont typeface="Arial" panose="020B0604020202020204" pitchFamily="34" charset="0"/>
              <a:buChar char="•"/>
            </a:pPr>
            <a:r>
              <a:rPr lang="en-US" sz="1400" b="1" i="1" dirty="0">
                <a:solidFill>
                  <a:srgbClr val="002060"/>
                </a:solidFill>
                <a:latin typeface="Segoe UI" panose="020B0502040204020203" pitchFamily="34" charset="0"/>
                <a:cs typeface="Segoe UI" panose="020B0502040204020203" pitchFamily="34" charset="0"/>
              </a:rPr>
              <a:t>Accuracy Score (Threshold = 0.00): 0.6081081081081081</a:t>
            </a:r>
          </a:p>
        </p:txBody>
      </p:sp>
      <p:pic>
        <p:nvPicPr>
          <p:cNvPr id="5" name="Picture 4">
            <a:extLst>
              <a:ext uri="{FF2B5EF4-FFF2-40B4-BE49-F238E27FC236}">
                <a16:creationId xmlns:a16="http://schemas.microsoft.com/office/drawing/2014/main" id="{B5411E50-F0BA-4567-B89B-715CB23B6AF3}"/>
              </a:ext>
            </a:extLst>
          </p:cNvPr>
          <p:cNvPicPr>
            <a:picLocks noChangeAspect="1"/>
          </p:cNvPicPr>
          <p:nvPr/>
        </p:nvPicPr>
        <p:blipFill>
          <a:blip r:embed="rId2"/>
          <a:stretch>
            <a:fillRect/>
          </a:stretch>
        </p:blipFill>
        <p:spPr>
          <a:xfrm>
            <a:off x="474706" y="1190232"/>
            <a:ext cx="4104370" cy="5667768"/>
          </a:xfrm>
          <a:prstGeom prst="rect">
            <a:avLst/>
          </a:prstGeom>
        </p:spPr>
      </p:pic>
      <p:pic>
        <p:nvPicPr>
          <p:cNvPr id="7" name="Picture 6">
            <a:extLst>
              <a:ext uri="{FF2B5EF4-FFF2-40B4-BE49-F238E27FC236}">
                <a16:creationId xmlns:a16="http://schemas.microsoft.com/office/drawing/2014/main" id="{FA93233B-691F-9A5B-90DC-6335C7F6523E}"/>
              </a:ext>
            </a:extLst>
          </p:cNvPr>
          <p:cNvPicPr>
            <a:picLocks noChangeAspect="1"/>
          </p:cNvPicPr>
          <p:nvPr/>
        </p:nvPicPr>
        <p:blipFill>
          <a:blip r:embed="rId3"/>
          <a:stretch>
            <a:fillRect/>
          </a:stretch>
        </p:blipFill>
        <p:spPr>
          <a:xfrm>
            <a:off x="6772804" y="1519115"/>
            <a:ext cx="2656418" cy="2441324"/>
          </a:xfrm>
          <a:prstGeom prst="rect">
            <a:avLst/>
          </a:prstGeom>
        </p:spPr>
      </p:pic>
    </p:spTree>
    <p:extLst>
      <p:ext uri="{BB962C8B-B14F-4D97-AF65-F5344CB8AC3E}">
        <p14:creationId xmlns:p14="http://schemas.microsoft.com/office/powerpoint/2010/main" val="415402213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a:extLst>
            <a:ext uri="{FF2B5EF4-FFF2-40B4-BE49-F238E27FC236}">
              <a16:creationId xmlns:a16="http://schemas.microsoft.com/office/drawing/2014/main" id="{D56A0CE6-A04C-80B8-A690-4AFBAD7B8D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904EE5-1D3E-D39E-F1FA-104C09D8D377}"/>
              </a:ext>
            </a:extLst>
          </p:cNvPr>
          <p:cNvSpPr>
            <a:spLocks noGrp="1"/>
          </p:cNvSpPr>
          <p:nvPr>
            <p:ph type="title"/>
          </p:nvPr>
        </p:nvSpPr>
        <p:spPr>
          <a:xfrm>
            <a:off x="395551" y="558516"/>
            <a:ext cx="11400896" cy="744629"/>
          </a:xfrm>
        </p:spPr>
        <p:txBody>
          <a:bodyPr>
            <a:normAutofit fontScale="90000"/>
          </a:bodyPr>
          <a:lstStyle/>
          <a:p>
            <a:r>
              <a:rPr lang="en-CA" b="1" dirty="0">
                <a:solidFill>
                  <a:srgbClr val="002060"/>
                </a:solidFill>
                <a:latin typeface="Segoe UI" panose="020B0502040204020203" pitchFamily="34" charset="0"/>
                <a:cs typeface="Segoe UI" panose="020B0502040204020203" pitchFamily="34" charset="0"/>
              </a:rPr>
              <a:t>Linear Regression with Polynomial Performance</a:t>
            </a:r>
          </a:p>
        </p:txBody>
      </p:sp>
      <p:sp>
        <p:nvSpPr>
          <p:cNvPr id="13" name="TextBox 12">
            <a:extLst>
              <a:ext uri="{FF2B5EF4-FFF2-40B4-BE49-F238E27FC236}">
                <a16:creationId xmlns:a16="http://schemas.microsoft.com/office/drawing/2014/main" id="{93AFF782-AA69-E533-08BA-11556B6D9F89}"/>
              </a:ext>
            </a:extLst>
          </p:cNvPr>
          <p:cNvSpPr txBox="1"/>
          <p:nvPr/>
        </p:nvSpPr>
        <p:spPr>
          <a:xfrm>
            <a:off x="6693532" y="1705484"/>
            <a:ext cx="4292723" cy="4462760"/>
          </a:xfrm>
          <a:prstGeom prst="rect">
            <a:avLst/>
          </a:prstGeom>
          <a:noFill/>
        </p:spPr>
        <p:txBody>
          <a:bodyPr wrap="square" rtlCol="0">
            <a:spAutoFit/>
          </a:bodyPr>
          <a:lstStyle/>
          <a:p>
            <a:pPr>
              <a:spcAft>
                <a:spcPts val="600"/>
              </a:spcAft>
            </a:pPr>
            <a:r>
              <a:rPr lang="en-US" sz="1200" b="1" i="1" dirty="0">
                <a:solidFill>
                  <a:srgbClr val="002060"/>
                </a:solidFill>
                <a:latin typeface="Segoe UI" panose="020B0502040204020203" pitchFamily="34" charset="0"/>
                <a:cs typeface="Segoe UI" panose="020B0502040204020203" pitchFamily="34" charset="0"/>
              </a:rPr>
              <a:t>Polynomial Regression (Degree 3) Evaluation:</a:t>
            </a:r>
          </a:p>
          <a:p>
            <a:pPr>
              <a:spcAft>
                <a:spcPts val="600"/>
              </a:spcAft>
            </a:pPr>
            <a:r>
              <a:rPr lang="en-US" sz="1200" b="1" i="1" dirty="0">
                <a:solidFill>
                  <a:srgbClr val="002060"/>
                </a:solidFill>
                <a:latin typeface="Segoe UI" panose="020B0502040204020203" pitchFamily="34" charset="0"/>
                <a:cs typeface="Segoe UI" panose="020B0502040204020203" pitchFamily="34" charset="0"/>
              </a:rPr>
              <a:t>R² Score: -</a:t>
            </a:r>
            <a:r>
              <a:rPr lang="en-US" sz="1200" b="1" i="1" dirty="0">
                <a:solidFill>
                  <a:srgbClr val="002060"/>
                </a:solidFill>
                <a:highlight>
                  <a:srgbClr val="00FFFF"/>
                </a:highlight>
                <a:latin typeface="Segoe UI" panose="020B0502040204020203" pitchFamily="34" charset="0"/>
                <a:cs typeface="Segoe UI" panose="020B0502040204020203" pitchFamily="34" charset="0"/>
              </a:rPr>
              <a:t>0.07404892378289385</a:t>
            </a:r>
          </a:p>
          <a:p>
            <a:pPr>
              <a:spcAft>
                <a:spcPts val="600"/>
              </a:spcAft>
            </a:pPr>
            <a:r>
              <a:rPr lang="en-US" sz="1200" b="1" i="1" dirty="0">
                <a:solidFill>
                  <a:srgbClr val="002060"/>
                </a:solidFill>
                <a:latin typeface="Segoe UI" panose="020B0502040204020203" pitchFamily="34" charset="0"/>
                <a:cs typeface="Segoe UI" panose="020B0502040204020203" pitchFamily="34" charset="0"/>
              </a:rPr>
              <a:t>MAE: 0.004783811140648183</a:t>
            </a:r>
          </a:p>
          <a:p>
            <a:pPr>
              <a:spcAft>
                <a:spcPts val="600"/>
              </a:spcAft>
            </a:pPr>
            <a:r>
              <a:rPr lang="en-US" sz="1200" b="1" i="1" dirty="0">
                <a:solidFill>
                  <a:srgbClr val="002060"/>
                </a:solidFill>
                <a:latin typeface="Segoe UI" panose="020B0502040204020203" pitchFamily="34" charset="0"/>
                <a:cs typeface="Segoe UI" panose="020B0502040204020203" pitchFamily="34" charset="0"/>
              </a:rPr>
              <a:t>RMSE: 0.013469058438439617</a:t>
            </a:r>
          </a:p>
          <a:p>
            <a:pPr>
              <a:spcAft>
                <a:spcPts val="600"/>
              </a:spcAft>
            </a:pPr>
            <a:r>
              <a:rPr lang="en-US" sz="1200" b="1" i="1" dirty="0">
                <a:solidFill>
                  <a:srgbClr val="002060"/>
                </a:solidFill>
                <a:latin typeface="Segoe UI" panose="020B0502040204020203" pitchFamily="34" charset="0"/>
                <a:cs typeface="Segoe UI" panose="020B0502040204020203" pitchFamily="34" charset="0"/>
              </a:rPr>
              <a:t>Accuracy Score (Threshold = 0.00): </a:t>
            </a:r>
            <a:r>
              <a:rPr lang="en-US" sz="1200" b="1" i="1" dirty="0">
                <a:solidFill>
                  <a:srgbClr val="002060"/>
                </a:solidFill>
                <a:highlight>
                  <a:srgbClr val="FFFF00"/>
                </a:highlight>
                <a:latin typeface="Segoe UI" panose="020B0502040204020203" pitchFamily="34" charset="0"/>
                <a:cs typeface="Segoe UI" panose="020B0502040204020203" pitchFamily="34" charset="0"/>
              </a:rPr>
              <a:t>0.527027027027027</a:t>
            </a:r>
          </a:p>
          <a:p>
            <a:pPr>
              <a:spcAft>
                <a:spcPts val="600"/>
              </a:spcAft>
            </a:pPr>
            <a:endParaRPr lang="en-US" sz="1200" b="1" i="1" dirty="0">
              <a:solidFill>
                <a:srgbClr val="002060"/>
              </a:solidFill>
              <a:latin typeface="Segoe UI" panose="020B0502040204020203" pitchFamily="34" charset="0"/>
              <a:cs typeface="Segoe UI" panose="020B0502040204020203" pitchFamily="34" charset="0"/>
            </a:endParaRPr>
          </a:p>
          <a:p>
            <a:pPr>
              <a:spcAft>
                <a:spcPts val="600"/>
              </a:spcAft>
            </a:pPr>
            <a:r>
              <a:rPr lang="en-US" sz="1200" b="1" i="1" dirty="0">
                <a:solidFill>
                  <a:srgbClr val="002060"/>
                </a:solidFill>
                <a:latin typeface="Segoe UI" panose="020B0502040204020203" pitchFamily="34" charset="0"/>
                <a:cs typeface="Segoe UI" panose="020B0502040204020203" pitchFamily="34" charset="0"/>
              </a:rPr>
              <a:t>Polynomial Regression (Degree 2) Evaluation:</a:t>
            </a:r>
          </a:p>
          <a:p>
            <a:pPr>
              <a:spcAft>
                <a:spcPts val="600"/>
              </a:spcAft>
            </a:pPr>
            <a:r>
              <a:rPr lang="en-US" sz="1200" b="1" i="1" dirty="0">
                <a:solidFill>
                  <a:srgbClr val="002060"/>
                </a:solidFill>
                <a:latin typeface="Segoe UI" panose="020B0502040204020203" pitchFamily="34" charset="0"/>
                <a:cs typeface="Segoe UI" panose="020B0502040204020203" pitchFamily="34" charset="0"/>
              </a:rPr>
              <a:t>R² Score: -</a:t>
            </a:r>
            <a:r>
              <a:rPr lang="en-US" sz="1200" b="1" i="1" dirty="0">
                <a:solidFill>
                  <a:srgbClr val="002060"/>
                </a:solidFill>
                <a:highlight>
                  <a:srgbClr val="00FFFF"/>
                </a:highlight>
                <a:latin typeface="Segoe UI" panose="020B0502040204020203" pitchFamily="34" charset="0"/>
                <a:cs typeface="Segoe UI" panose="020B0502040204020203" pitchFamily="34" charset="0"/>
              </a:rPr>
              <a:t>0.14037931966722939</a:t>
            </a:r>
          </a:p>
          <a:p>
            <a:pPr>
              <a:spcAft>
                <a:spcPts val="600"/>
              </a:spcAft>
            </a:pPr>
            <a:r>
              <a:rPr lang="en-US" sz="1200" b="1" i="1" dirty="0">
                <a:solidFill>
                  <a:srgbClr val="002060"/>
                </a:solidFill>
                <a:latin typeface="Segoe UI" panose="020B0502040204020203" pitchFamily="34" charset="0"/>
                <a:cs typeface="Segoe UI" panose="020B0502040204020203" pitchFamily="34" charset="0"/>
              </a:rPr>
              <a:t>MAE: 0.005300619008974772</a:t>
            </a:r>
          </a:p>
          <a:p>
            <a:pPr>
              <a:spcAft>
                <a:spcPts val="600"/>
              </a:spcAft>
            </a:pPr>
            <a:r>
              <a:rPr lang="en-US" sz="1200" b="1" i="1" dirty="0">
                <a:solidFill>
                  <a:srgbClr val="002060"/>
                </a:solidFill>
                <a:latin typeface="Segoe UI" panose="020B0502040204020203" pitchFamily="34" charset="0"/>
                <a:cs typeface="Segoe UI" panose="020B0502040204020203" pitchFamily="34" charset="0"/>
              </a:rPr>
              <a:t>RMSE: 0.013878734619625913</a:t>
            </a:r>
          </a:p>
          <a:p>
            <a:pPr>
              <a:spcAft>
                <a:spcPts val="600"/>
              </a:spcAft>
            </a:pPr>
            <a:r>
              <a:rPr lang="en-US" sz="1200" b="1" i="1" dirty="0">
                <a:solidFill>
                  <a:srgbClr val="002060"/>
                </a:solidFill>
                <a:latin typeface="Segoe UI" panose="020B0502040204020203" pitchFamily="34" charset="0"/>
                <a:cs typeface="Segoe UI" panose="020B0502040204020203" pitchFamily="34" charset="0"/>
              </a:rPr>
              <a:t>Accuracy Score (Threshold = 0.00): </a:t>
            </a:r>
            <a:r>
              <a:rPr lang="en-US" sz="1200" b="1" i="1" dirty="0">
                <a:solidFill>
                  <a:srgbClr val="002060"/>
                </a:solidFill>
                <a:highlight>
                  <a:srgbClr val="FFFF00"/>
                </a:highlight>
                <a:latin typeface="Segoe UI" panose="020B0502040204020203" pitchFamily="34" charset="0"/>
                <a:cs typeface="Segoe UI" panose="020B0502040204020203" pitchFamily="34" charset="0"/>
              </a:rPr>
              <a:t>0.5213097713097713</a:t>
            </a:r>
          </a:p>
          <a:p>
            <a:pPr>
              <a:spcAft>
                <a:spcPts val="600"/>
              </a:spcAft>
            </a:pPr>
            <a:endParaRPr lang="en-US" sz="1200" b="1" i="1" dirty="0">
              <a:solidFill>
                <a:srgbClr val="002060"/>
              </a:solidFill>
              <a:latin typeface="Segoe UI" panose="020B0502040204020203" pitchFamily="34" charset="0"/>
              <a:cs typeface="Segoe UI" panose="020B0502040204020203" pitchFamily="34" charset="0"/>
            </a:endParaRPr>
          </a:p>
          <a:p>
            <a:pPr>
              <a:spcAft>
                <a:spcPts val="600"/>
              </a:spcAft>
            </a:pPr>
            <a:r>
              <a:rPr lang="en-US" sz="1200" b="1" i="1" dirty="0">
                <a:solidFill>
                  <a:srgbClr val="002060"/>
                </a:solidFill>
                <a:latin typeface="Segoe UI" panose="020B0502040204020203" pitchFamily="34" charset="0"/>
                <a:cs typeface="Segoe UI" panose="020B0502040204020203" pitchFamily="34" charset="0"/>
              </a:rPr>
              <a:t>Polynomial Regression (Degree 1) Evaluation:</a:t>
            </a:r>
          </a:p>
          <a:p>
            <a:pPr>
              <a:spcAft>
                <a:spcPts val="600"/>
              </a:spcAft>
            </a:pPr>
            <a:r>
              <a:rPr lang="en-US" sz="1200" b="1" i="1" dirty="0">
                <a:solidFill>
                  <a:srgbClr val="002060"/>
                </a:solidFill>
                <a:latin typeface="Segoe UI" panose="020B0502040204020203" pitchFamily="34" charset="0"/>
                <a:cs typeface="Segoe UI" panose="020B0502040204020203" pitchFamily="34" charset="0"/>
              </a:rPr>
              <a:t>R² Score: -</a:t>
            </a:r>
            <a:r>
              <a:rPr lang="en-US" sz="1200" b="1" i="1" dirty="0">
                <a:solidFill>
                  <a:srgbClr val="002060"/>
                </a:solidFill>
                <a:highlight>
                  <a:srgbClr val="00FFFF"/>
                </a:highlight>
                <a:latin typeface="Segoe UI" panose="020B0502040204020203" pitchFamily="34" charset="0"/>
                <a:cs typeface="Segoe UI" panose="020B0502040204020203" pitchFamily="34" charset="0"/>
              </a:rPr>
              <a:t>0.3408617591345502</a:t>
            </a:r>
          </a:p>
          <a:p>
            <a:pPr>
              <a:spcAft>
                <a:spcPts val="600"/>
              </a:spcAft>
            </a:pPr>
            <a:r>
              <a:rPr lang="en-US" sz="1200" b="1" i="1" dirty="0">
                <a:solidFill>
                  <a:srgbClr val="002060"/>
                </a:solidFill>
                <a:latin typeface="Segoe UI" panose="020B0502040204020203" pitchFamily="34" charset="0"/>
                <a:cs typeface="Segoe UI" panose="020B0502040204020203" pitchFamily="34" charset="0"/>
              </a:rPr>
              <a:t>MAE: 0.007058513189986293</a:t>
            </a:r>
          </a:p>
          <a:p>
            <a:pPr>
              <a:spcAft>
                <a:spcPts val="600"/>
              </a:spcAft>
            </a:pPr>
            <a:r>
              <a:rPr lang="en-US" sz="1200" b="1" i="1" dirty="0">
                <a:solidFill>
                  <a:srgbClr val="002060"/>
                </a:solidFill>
                <a:latin typeface="Segoe UI" panose="020B0502040204020203" pitchFamily="34" charset="0"/>
                <a:cs typeface="Segoe UI" panose="020B0502040204020203" pitchFamily="34" charset="0"/>
              </a:rPr>
              <a:t>RMSE: 0.01504933145975856</a:t>
            </a:r>
          </a:p>
          <a:p>
            <a:pPr>
              <a:spcAft>
                <a:spcPts val="600"/>
              </a:spcAft>
            </a:pPr>
            <a:r>
              <a:rPr lang="en-US" sz="1200" b="1" i="1" dirty="0">
                <a:solidFill>
                  <a:srgbClr val="002060"/>
                </a:solidFill>
                <a:latin typeface="Segoe UI" panose="020B0502040204020203" pitchFamily="34" charset="0"/>
                <a:cs typeface="Segoe UI" panose="020B0502040204020203" pitchFamily="34" charset="0"/>
              </a:rPr>
              <a:t>Accuracy Score (Threshold = 0.00): </a:t>
            </a:r>
            <a:r>
              <a:rPr lang="en-US" sz="1200" b="1" i="1" dirty="0">
                <a:solidFill>
                  <a:srgbClr val="002060"/>
                </a:solidFill>
                <a:highlight>
                  <a:srgbClr val="FFFF00"/>
                </a:highlight>
                <a:latin typeface="Segoe UI" panose="020B0502040204020203" pitchFamily="34" charset="0"/>
                <a:cs typeface="Segoe UI" panose="020B0502040204020203" pitchFamily="34" charset="0"/>
              </a:rPr>
              <a:t>0.6086278586278586</a:t>
            </a:r>
          </a:p>
        </p:txBody>
      </p:sp>
      <p:pic>
        <p:nvPicPr>
          <p:cNvPr id="5" name="Picture 4">
            <a:extLst>
              <a:ext uri="{FF2B5EF4-FFF2-40B4-BE49-F238E27FC236}">
                <a16:creationId xmlns:a16="http://schemas.microsoft.com/office/drawing/2014/main" id="{11D90402-C1FC-ADD8-FED9-05EEA987E8C5}"/>
              </a:ext>
            </a:extLst>
          </p:cNvPr>
          <p:cNvPicPr>
            <a:picLocks noChangeAspect="1"/>
          </p:cNvPicPr>
          <p:nvPr/>
        </p:nvPicPr>
        <p:blipFill>
          <a:blip r:embed="rId2"/>
          <a:srcRect r="8539"/>
          <a:stretch/>
        </p:blipFill>
        <p:spPr>
          <a:xfrm>
            <a:off x="395551" y="1705484"/>
            <a:ext cx="5425146" cy="5152516"/>
          </a:xfrm>
          <a:prstGeom prst="rect">
            <a:avLst/>
          </a:prstGeom>
        </p:spPr>
      </p:pic>
    </p:spTree>
    <p:extLst>
      <p:ext uri="{BB962C8B-B14F-4D97-AF65-F5344CB8AC3E}">
        <p14:creationId xmlns:p14="http://schemas.microsoft.com/office/powerpoint/2010/main" val="389595610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250">
        <p159:morph option="byObject"/>
      </p:transition>
    </mc:Choice>
    <mc:Fallback>
      <p:transition>
        <p:fade/>
      </p:transition>
    </mc:Fallback>
  </mc:AlternateContent>
</p:sld>
</file>

<file path=ppt/theme/theme1.xml><?xml version="1.0" encoding="utf-8"?>
<a:theme xmlns:a="http://schemas.openxmlformats.org/drawingml/2006/main" name="IB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BM" id="{81100464-0C2D-41A9-B08B-1177A1C27694}" vid="{1D09D9ED-FA91-4546-9CF0-27FD5E5232FF}"/>
    </a:ext>
  </a:extLst>
</a:theme>
</file>

<file path=ppt/theme/theme2.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FE6963C8AC645478B4A5795D778B6C2" ma:contentTypeVersion="13" ma:contentTypeDescription="Create a new document." ma:contentTypeScope="" ma:versionID="a892bf970fdd3e36fd8bfadba3b1ccb7">
  <xsd:schema xmlns:xsd="http://www.w3.org/2001/XMLSchema" xmlns:xs="http://www.w3.org/2001/XMLSchema" xmlns:p="http://schemas.microsoft.com/office/2006/metadata/properties" xmlns:ns3="3a70f286-7d5b-431f-bc4f-ad53fc51d742" xmlns:ns4="07d7af1a-b99a-4857-a72e-22c026a7d62a" targetNamespace="http://schemas.microsoft.com/office/2006/metadata/properties" ma:root="true" ma:fieldsID="9af066ef2695184499328c41eab209ef" ns3:_="" ns4:_="">
    <xsd:import namespace="3a70f286-7d5b-431f-bc4f-ad53fc51d742"/>
    <xsd:import namespace="07d7af1a-b99a-4857-a72e-22c026a7d62a"/>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_activity" minOccurs="0"/>
                <xsd:element ref="ns4:SharedWithUsers" minOccurs="0"/>
                <xsd:element ref="ns4:SharedWithDetails" minOccurs="0"/>
                <xsd:element ref="ns4:SharingHintHash" minOccurs="0"/>
                <xsd:element ref="ns3:MediaServiceDateTaken"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a70f286-7d5b-431f-bc4f-ad53fc51d74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_activity" ma:index="12" nillable="true" ma:displayName="_activity" ma:hidden="true" ma:internalName="_activity">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7d7af1a-b99a-4857-a72e-22c026a7d62a"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3a70f286-7d5b-431f-bc4f-ad53fc51d742" xsi:nil="true"/>
  </documentManagement>
</p:properties>
</file>

<file path=customXml/itemProps1.xml><?xml version="1.0" encoding="utf-8"?>
<ds:datastoreItem xmlns:ds="http://schemas.openxmlformats.org/officeDocument/2006/customXml" ds:itemID="{2372A406-5F3A-46E2-9F28-C727EB3897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a70f286-7d5b-431f-bc4f-ad53fc51d742"/>
    <ds:schemaRef ds:uri="07d7af1a-b99a-4857-a72e-22c026a7d62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159CF55-B771-4C9F-86F1-B712233B4731}">
  <ds:schemaRefs>
    <ds:schemaRef ds:uri="http://schemas.microsoft.com/sharepoint/v3/contenttype/forms"/>
  </ds:schemaRefs>
</ds:datastoreItem>
</file>

<file path=customXml/itemProps3.xml><?xml version="1.0" encoding="utf-8"?>
<ds:datastoreItem xmlns:ds="http://schemas.openxmlformats.org/officeDocument/2006/customXml" ds:itemID="{2984AE85-F8B8-4556-8725-F711E712B8DA}">
  <ds:schemaRefs>
    <ds:schemaRef ds:uri="http://schemas.microsoft.com/office/2006/metadata/properties"/>
    <ds:schemaRef ds:uri="http://purl.org/dc/dcmitype/"/>
    <ds:schemaRef ds:uri="http://schemas.microsoft.com/office/infopath/2007/PartnerControls"/>
    <ds:schemaRef ds:uri="http://schemas.microsoft.com/office/2006/documentManagement/types"/>
    <ds:schemaRef ds:uri="http://schemas.openxmlformats.org/package/2006/metadata/core-properties"/>
    <ds:schemaRef ds:uri="http://www.w3.org/XML/1998/namespace"/>
    <ds:schemaRef ds:uri="07d7af1a-b99a-4857-a72e-22c026a7d62a"/>
    <ds:schemaRef ds:uri="3a70f286-7d5b-431f-bc4f-ad53fc51d742"/>
    <ds:schemaRef ds:uri="http://purl.org/dc/term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IBM</Template>
  <TotalTime>615</TotalTime>
  <Words>1493</Words>
  <Application>Microsoft Office PowerPoint</Application>
  <PresentationFormat>Widescreen</PresentationFormat>
  <Paragraphs>183</Paragraphs>
  <Slides>22</Slides>
  <Notes>6</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22</vt:i4>
      </vt:variant>
    </vt:vector>
  </HeadingPairs>
  <TitlesOfParts>
    <vt:vector size="31" baseType="lpstr">
      <vt:lpstr>Abadi</vt:lpstr>
      <vt:lpstr>Aptos</vt:lpstr>
      <vt:lpstr>Arial</vt:lpstr>
      <vt:lpstr>IBM Plex Mono SemiBold</vt:lpstr>
      <vt:lpstr>Segoe UI</vt:lpstr>
      <vt:lpstr>Segoe UI Semibold</vt:lpstr>
      <vt:lpstr>Tw Cen MT</vt:lpstr>
      <vt:lpstr>IBM</vt:lpstr>
      <vt:lpstr>Droplet</vt:lpstr>
      <vt:lpstr>CSIS-4260  Special  Topic in Data Analytics</vt:lpstr>
      <vt:lpstr>Table of content</vt:lpstr>
      <vt:lpstr>Project Introduction (Industry &amp; Market Background)</vt:lpstr>
      <vt:lpstr>WHY APPLE INC STOCK?</vt:lpstr>
      <vt:lpstr>Data Collections &amp; Processing</vt:lpstr>
      <vt:lpstr>How are Data collected and Processed?</vt:lpstr>
      <vt:lpstr>How are Data collected and Processed?</vt:lpstr>
      <vt:lpstr>Stocks Data Analysis</vt:lpstr>
      <vt:lpstr>Technical Indicators Data Evaluation</vt:lpstr>
      <vt:lpstr>Articles Data Evaluation and Bertopic Modeling</vt:lpstr>
      <vt:lpstr>Con’t Articles Data Evaluation and Sentiment analysis</vt:lpstr>
      <vt:lpstr>Stock Price prediction with Machine Learning(APPLE INC)</vt:lpstr>
      <vt:lpstr>Libraries Used in Machine Learning</vt:lpstr>
      <vt:lpstr>Processing of Data Before Training</vt:lpstr>
      <vt:lpstr>Correlation on Heatmap</vt:lpstr>
      <vt:lpstr>Feature Importance &amp; Permutation Importance</vt:lpstr>
      <vt:lpstr>Algorithm and Model Training</vt:lpstr>
      <vt:lpstr>Random Forest Regressor Performance</vt:lpstr>
      <vt:lpstr>XGBoost Regressor Performance</vt:lpstr>
      <vt:lpstr>Gradient Regressor Performance</vt:lpstr>
      <vt:lpstr>Ridge Regressor Performance</vt:lpstr>
      <vt:lpstr>Linear Regression with Polynomial Performance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May Pyae Phyo Thaw, '</dc:creator>
  <cp:lastModifiedBy>May Pyae Phyo Thaw, '</cp:lastModifiedBy>
  <cp:revision>1</cp:revision>
  <dcterms:created xsi:type="dcterms:W3CDTF">2025-04-10T21:32:17Z</dcterms:created>
  <dcterms:modified xsi:type="dcterms:W3CDTF">2025-04-11T07:47:50Z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0x0101003FE6963C8AC645478B4A5795D778B6C2</vt:lpwstr>
  </property>
</Properties>
</file>